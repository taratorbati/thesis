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67" r:id="rId4"/>
    <p:sldId id="258" r:id="rId5"/>
    <p:sldId id="278" r:id="rId6"/>
    <p:sldId id="279" r:id="rId7"/>
    <p:sldId id="277" r:id="rId8"/>
    <p:sldId id="280" r:id="rId9"/>
    <p:sldId id="261" r:id="rId10"/>
    <p:sldId id="264" r:id="rId11"/>
    <p:sldId id="265" r:id="rId12"/>
    <p:sldId id="276" r:id="rId13"/>
    <p:sldId id="266" r:id="rId14"/>
    <p:sldId id="275" r:id="rId15"/>
    <p:sldId id="268" r:id="rId16"/>
    <p:sldId id="269" r:id="rId1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1" roundtripDataSignature="AMtx7mibd/3r0laNjtFWsuezWThHJraGm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87A7ECD-2A97-474F-886D-0B6430B54BD1}">
  <a:tblStyle styleId="{687A7ECD-2A97-474F-886D-0B6430B54BD1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AEB"/>
          </a:solidFill>
        </a:fill>
      </a:tcStyle>
    </a:wholeTbl>
    <a:band1H>
      <a:tcTxStyle b="off" i="off"/>
      <a:tcStyle>
        <a:tcBdr/>
        <a:fill>
          <a:solidFill>
            <a:srgbClr val="CAD4D5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AD4D5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13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615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customschemas.google.com/relationships/presentationmetadata" Target="meta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8" name="Google Shape;158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6" name="Google Shape;16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2" name="Google Shape;17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>
          <a:extLst>
            <a:ext uri="{FF2B5EF4-FFF2-40B4-BE49-F238E27FC236}">
              <a16:creationId xmlns:a16="http://schemas.microsoft.com/office/drawing/2014/main" id="{E09BD5FC-85FA-1EBE-406C-F1FB104C4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0:notes">
            <a:extLst>
              <a:ext uri="{FF2B5EF4-FFF2-40B4-BE49-F238E27FC236}">
                <a16:creationId xmlns:a16="http://schemas.microsoft.com/office/drawing/2014/main" id="{7C064220-242D-F61C-EFCE-7765DB193E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20:notes">
            <a:extLst>
              <a:ext uri="{FF2B5EF4-FFF2-40B4-BE49-F238E27FC236}">
                <a16:creationId xmlns:a16="http://schemas.microsoft.com/office/drawing/2014/main" id="{0D9B0E5A-A95D-44F6-8752-D184F90BE3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15669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>
          <a:extLst>
            <a:ext uri="{FF2B5EF4-FFF2-40B4-BE49-F238E27FC236}">
              <a16:creationId xmlns:a16="http://schemas.microsoft.com/office/drawing/2014/main" id="{7A3E6FFB-6478-2069-9DB2-FAE0EF0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0:notes">
            <a:extLst>
              <a:ext uri="{FF2B5EF4-FFF2-40B4-BE49-F238E27FC236}">
                <a16:creationId xmlns:a16="http://schemas.microsoft.com/office/drawing/2014/main" id="{C2358D1A-1C52-4AAB-F54C-2DA46D6E22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20:notes">
            <a:extLst>
              <a:ext uri="{FF2B5EF4-FFF2-40B4-BE49-F238E27FC236}">
                <a16:creationId xmlns:a16="http://schemas.microsoft.com/office/drawing/2014/main" id="{9DCC36A8-A8DD-2D51-209B-4B5FE38ADA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02492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>
          <a:extLst>
            <a:ext uri="{FF2B5EF4-FFF2-40B4-BE49-F238E27FC236}">
              <a16:creationId xmlns:a16="http://schemas.microsoft.com/office/drawing/2014/main" id="{8C2899B3-762F-4649-2E44-B3BC4C2EF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0:notes">
            <a:extLst>
              <a:ext uri="{FF2B5EF4-FFF2-40B4-BE49-F238E27FC236}">
                <a16:creationId xmlns:a16="http://schemas.microsoft.com/office/drawing/2014/main" id="{57E5CB9B-BA1B-4A4C-BD72-82AED7D086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20:notes">
            <a:extLst>
              <a:ext uri="{FF2B5EF4-FFF2-40B4-BE49-F238E27FC236}">
                <a16:creationId xmlns:a16="http://schemas.microsoft.com/office/drawing/2014/main" id="{CD881B9A-6691-7710-1D27-9F81E3BD81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934495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00" name="Google Shape;20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3" name="Google Shape;22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0" name="Google Shape;23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>
          <a:extLst>
            <a:ext uri="{FF2B5EF4-FFF2-40B4-BE49-F238E27FC236}">
              <a16:creationId xmlns:a16="http://schemas.microsoft.com/office/drawing/2014/main" id="{E729EDF4-6A9C-9FBC-B2C2-D2BC5BFBD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2:notes">
            <a:extLst>
              <a:ext uri="{FF2B5EF4-FFF2-40B4-BE49-F238E27FC236}">
                <a16:creationId xmlns:a16="http://schemas.microsoft.com/office/drawing/2014/main" id="{2CA44349-B4FA-0E29-7F96-053860626F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0" name="Google Shape;230;p12:notes">
            <a:extLst>
              <a:ext uri="{FF2B5EF4-FFF2-40B4-BE49-F238E27FC236}">
                <a16:creationId xmlns:a16="http://schemas.microsoft.com/office/drawing/2014/main" id="{E65B31E3-16EB-7C85-5578-0F76496A2B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082244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6" name="Google Shape;236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>
          <a:extLst>
            <a:ext uri="{FF2B5EF4-FFF2-40B4-BE49-F238E27FC236}">
              <a16:creationId xmlns:a16="http://schemas.microsoft.com/office/drawing/2014/main" id="{B6971931-2525-967E-25A0-5F5B0B573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8:notes">
            <a:extLst>
              <a:ext uri="{FF2B5EF4-FFF2-40B4-BE49-F238E27FC236}">
                <a16:creationId xmlns:a16="http://schemas.microsoft.com/office/drawing/2014/main" id="{0F976EC5-A2D4-5952-FA1D-F3BC8135C0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6" name="Google Shape;236;p18:notes">
            <a:extLst>
              <a:ext uri="{FF2B5EF4-FFF2-40B4-BE49-F238E27FC236}">
                <a16:creationId xmlns:a16="http://schemas.microsoft.com/office/drawing/2014/main" id="{21448B85-EF26-E846-E8CE-8A6B66F73F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68921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9" name="Google Shape;249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56" name="Google Shape;25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 3">
  <p:cSld name="CUSTOM_4_3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35"/>
          <p:cNvSpPr txBox="1">
            <a:spLocks noGrp="1"/>
          </p:cNvSpPr>
          <p:nvPr>
            <p:ph type="title"/>
          </p:nvPr>
        </p:nvSpPr>
        <p:spPr>
          <a:xfrm>
            <a:off x="457200" y="306434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2" name="Google Shape;12;p3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">
  <p:cSld name="CUSTOM_3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6"/>
          <p:cNvSpPr txBox="1">
            <a:spLocks noGrp="1"/>
          </p:cNvSpPr>
          <p:nvPr>
            <p:ph type="title"/>
          </p:nvPr>
        </p:nvSpPr>
        <p:spPr>
          <a:xfrm>
            <a:off x="548175" y="340559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5" name="Google Shape;15;p3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258" y="-3"/>
            <a:ext cx="914174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Пользовательский макет 1">
  <p:cSld name="6_Пользовательский макет_1">
    <p:bg>
      <p:bgPr>
        <a:solidFill>
          <a:srgbClr val="FFFFFF"/>
        </a:solidFill>
        <a:effectLst/>
      </p:bgPr>
    </p:bg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7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7"/>
          <p:cNvSpPr txBox="1">
            <a:spLocks noGrp="1"/>
          </p:cNvSpPr>
          <p:nvPr>
            <p:ph type="body" idx="1"/>
          </p:nvPr>
        </p:nvSpPr>
        <p:spPr>
          <a:xfrm>
            <a:off x="457199" y="1040162"/>
            <a:ext cx="8389200" cy="37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2pPr>
            <a:lvl3pPr marL="1371600" lvl="2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3pPr>
            <a:lvl4pPr marL="1828800" lvl="3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pic>
        <p:nvPicPr>
          <p:cNvPr id="19" name="Google Shape;19;p37"/>
          <p:cNvPicPr preferRelativeResize="0"/>
          <p:nvPr/>
        </p:nvPicPr>
        <p:blipFill rotWithShape="1">
          <a:blip r:embed="rId2">
            <a:alphaModFix amt="89000"/>
          </a:blip>
          <a:srcRect/>
          <a:stretch/>
        </p:blipFill>
        <p:spPr>
          <a:xfrm>
            <a:off x="0" y="-16759"/>
            <a:ext cx="9144000" cy="51770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 2 1">
  <p:cSld name="CUSTOM_2_1">
    <p:bg>
      <p:bgPr>
        <a:noFill/>
        <a:effectLst/>
      </p:bgPr>
    </p:bg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8"/>
          <p:cNvPicPr preferRelativeResize="0"/>
          <p:nvPr/>
        </p:nvPicPr>
        <p:blipFill rotWithShape="1">
          <a:blip r:embed="rId2">
            <a:alphaModFix amt="78000"/>
          </a:blip>
          <a:srcRect/>
          <a:stretch/>
        </p:blipFill>
        <p:spPr>
          <a:xfrm>
            <a:off x="0" y="-5700"/>
            <a:ext cx="9143999" cy="5154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 2 2">
  <p:cSld name="CUSTOM_2_2">
    <p:bg>
      <p:bgPr>
        <a:solidFill>
          <a:srgbClr val="FFFFFF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39"/>
          <p:cNvPicPr preferRelativeResize="0"/>
          <p:nvPr/>
        </p:nvPicPr>
        <p:blipFill rotWithShape="1">
          <a:blip r:embed="rId2">
            <a:alphaModFix amt="41000"/>
          </a:blip>
          <a:srcRect/>
          <a:stretch/>
        </p:blipFill>
        <p:spPr>
          <a:xfrm>
            <a:off x="-20400" y="12"/>
            <a:ext cx="9184800" cy="51434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Пользовательский макет">
  <p:cSld name="6_Пользовательский макет">
    <p:bg>
      <p:bgPr>
        <a:solidFill>
          <a:srgbClr val="FFFFFF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1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1"/>
          <p:cNvSpPr txBox="1">
            <a:spLocks noGrp="1"/>
          </p:cNvSpPr>
          <p:nvPr>
            <p:ph type="body" idx="1"/>
          </p:nvPr>
        </p:nvSpPr>
        <p:spPr>
          <a:xfrm>
            <a:off x="457199" y="1040162"/>
            <a:ext cx="8389257" cy="37350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2pPr>
            <a:lvl3pPr marL="1371600" lvl="2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3pPr>
            <a:lvl4pPr marL="1828800" lvl="3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pic>
        <p:nvPicPr>
          <p:cNvPr id="27" name="Google Shape;27;p41"/>
          <p:cNvPicPr preferRelativeResize="0"/>
          <p:nvPr/>
        </p:nvPicPr>
        <p:blipFill rotWithShape="1">
          <a:blip r:embed="rId2">
            <a:alphaModFix amt="66000"/>
          </a:blip>
          <a:srcRect/>
          <a:stretch/>
        </p:blipFill>
        <p:spPr>
          <a:xfrm>
            <a:off x="0" y="-16772"/>
            <a:ext cx="9144000" cy="51770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kfql">
  <p:cSld name="Ckfql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2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page 1">
  <p:cSld name="8_Пользовательский макет_1">
    <p:bg>
      <p:bgPr>
        <a:noFill/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oogle Shape;31;p44"/>
          <p:cNvGrpSpPr/>
          <p:nvPr/>
        </p:nvGrpSpPr>
        <p:grpSpPr>
          <a:xfrm>
            <a:off x="0" y="0"/>
            <a:ext cx="9144000" cy="5143705"/>
            <a:chOff x="0" y="0"/>
            <a:chExt cx="9144000" cy="4180175"/>
          </a:xfrm>
        </p:grpSpPr>
        <p:pic>
          <p:nvPicPr>
            <p:cNvPr id="32" name="Google Shape;32;p44"/>
            <p:cNvPicPr preferRelativeResize="0"/>
            <p:nvPr/>
          </p:nvPicPr>
          <p:blipFill rotWithShape="1">
            <a:blip r:embed="rId2">
              <a:alphaModFix/>
            </a:blip>
            <a:srcRect l="49367"/>
            <a:stretch/>
          </p:blipFill>
          <p:spPr>
            <a:xfrm>
              <a:off x="4514100" y="0"/>
              <a:ext cx="4629900" cy="228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Google Shape;33;p44"/>
            <p:cNvPicPr preferRelativeResize="0"/>
            <p:nvPr/>
          </p:nvPicPr>
          <p:blipFill rotWithShape="1">
            <a:blip r:embed="rId2">
              <a:alphaModFix/>
            </a:blip>
            <a:srcRect l="49859"/>
            <a:stretch/>
          </p:blipFill>
          <p:spPr>
            <a:xfrm rot="10800000" flipH="1">
              <a:off x="4559225" y="1894175"/>
              <a:ext cx="4584775" cy="228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" name="Google Shape;34;p44"/>
            <p:cNvPicPr preferRelativeResize="0"/>
            <p:nvPr/>
          </p:nvPicPr>
          <p:blipFill rotWithShape="1">
            <a:blip r:embed="rId2">
              <a:alphaModFix/>
            </a:blip>
            <a:srcRect l="50000"/>
            <a:stretch/>
          </p:blipFill>
          <p:spPr>
            <a:xfrm flipH="1">
              <a:off x="0" y="0"/>
              <a:ext cx="4572000" cy="228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" name="Google Shape;35;p44"/>
            <p:cNvPicPr preferRelativeResize="0"/>
            <p:nvPr/>
          </p:nvPicPr>
          <p:blipFill rotWithShape="1">
            <a:blip r:embed="rId2">
              <a:alphaModFix/>
            </a:blip>
            <a:srcRect l="50017"/>
            <a:stretch/>
          </p:blipFill>
          <p:spPr>
            <a:xfrm rot="10800000">
              <a:off x="0" y="1894175"/>
              <a:ext cx="4570500" cy="228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0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 1">
  <p:cSld name="CUSTOM_3_1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43"/>
          <p:cNvSpPr txBox="1">
            <a:spLocks noGrp="1"/>
          </p:cNvSpPr>
          <p:nvPr>
            <p:ph type="title"/>
          </p:nvPr>
        </p:nvSpPr>
        <p:spPr>
          <a:xfrm>
            <a:off x="548175" y="340559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40" name="Google Shape;40;p4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258" y="-3"/>
            <a:ext cx="914174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Пользовательский макет">
  <p:cSld name="5_Пользовательский макет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45"/>
          <p:cNvSpPr>
            <a:spLocks noGrp="1"/>
          </p:cNvSpPr>
          <p:nvPr>
            <p:ph type="pic" idx="2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617"/>
            </a:avLst>
          </a:prstGeom>
          <a:noFill/>
          <a:ln>
            <a:noFill/>
          </a:ln>
        </p:spPr>
      </p:sp>
      <p:sp>
        <p:nvSpPr>
          <p:cNvPr id="43" name="Google Shape;43;p45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ustom Layout">
  <p:cSld name="1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46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kfql 1">
  <p:cSld name="Ckfql_1">
    <p:bg>
      <p:bgPr>
        <a:solidFill>
          <a:schemeClr val="accent1"/>
        </a:solidFill>
        <a:effectLst/>
      </p:bgPr>
    </p:bg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47"/>
          <p:cNvPicPr preferRelativeResize="0"/>
          <p:nvPr/>
        </p:nvPicPr>
        <p:blipFill rotWithShape="1">
          <a:blip r:embed="rId2">
            <a:alphaModFix amt="65000"/>
          </a:blip>
          <a:srcRect l="1096" t="1613"/>
          <a:stretch/>
        </p:blipFill>
        <p:spPr>
          <a:xfrm>
            <a:off x="-45725" y="-11425"/>
            <a:ext cx="9235439" cy="5166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Custom Layout">
  <p:cSld name="5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8"/>
          <p:cNvSpPr>
            <a:spLocks noGrp="1"/>
          </p:cNvSpPr>
          <p:nvPr>
            <p:ph type="pic" idx="2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784"/>
            </a:avLst>
          </a:prstGeom>
          <a:noFill/>
          <a:ln>
            <a:noFill/>
          </a:ln>
        </p:spPr>
      </p:sp>
      <p:sp>
        <p:nvSpPr>
          <p:cNvPr id="50" name="Google Shape;50;p48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43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49"/>
          <p:cNvSpPr txBox="1">
            <a:spLocks noGrp="1"/>
          </p:cNvSpPr>
          <p:nvPr>
            <p:ph type="body" idx="1"/>
          </p:nvPr>
        </p:nvSpPr>
        <p:spPr>
          <a:xfrm>
            <a:off x="457201" y="2933902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49"/>
          <p:cNvSpPr txBox="1">
            <a:spLocks noGrp="1"/>
          </p:cNvSpPr>
          <p:nvPr>
            <p:ph type="body" idx="2"/>
          </p:nvPr>
        </p:nvSpPr>
        <p:spPr>
          <a:xfrm>
            <a:off x="3209454" y="2933902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49"/>
          <p:cNvSpPr txBox="1">
            <a:spLocks noGrp="1"/>
          </p:cNvSpPr>
          <p:nvPr>
            <p:ph type="body" idx="3"/>
          </p:nvPr>
        </p:nvSpPr>
        <p:spPr>
          <a:xfrm>
            <a:off x="5969804" y="2933902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49"/>
          <p:cNvSpPr txBox="1">
            <a:spLocks noGrp="1"/>
          </p:cNvSpPr>
          <p:nvPr>
            <p:ph type="body" idx="4"/>
          </p:nvPr>
        </p:nvSpPr>
        <p:spPr>
          <a:xfrm>
            <a:off x="457200" y="3287828"/>
            <a:ext cx="2588883" cy="1395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lvl="2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56" name="Google Shape;56;p49"/>
          <p:cNvSpPr txBox="1">
            <a:spLocks noGrp="1"/>
          </p:cNvSpPr>
          <p:nvPr>
            <p:ph type="body" idx="5"/>
          </p:nvPr>
        </p:nvSpPr>
        <p:spPr>
          <a:xfrm>
            <a:off x="3207251" y="3299578"/>
            <a:ext cx="2591416" cy="1395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2pPr>
            <a:lvl3pPr marL="1371600" lvl="2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57" name="Google Shape;57;p49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43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49"/>
          <p:cNvSpPr txBox="1">
            <a:spLocks noGrp="1"/>
          </p:cNvSpPr>
          <p:nvPr>
            <p:ph type="body" idx="6"/>
          </p:nvPr>
        </p:nvSpPr>
        <p:spPr>
          <a:xfrm>
            <a:off x="5967600" y="3299578"/>
            <a:ext cx="2591416" cy="1395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2pPr>
            <a:lvl3pPr marL="1371600" lvl="2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59" name="Google Shape;59;p49"/>
          <p:cNvSpPr>
            <a:spLocks noGrp="1"/>
          </p:cNvSpPr>
          <p:nvPr>
            <p:ph type="pic" idx="7"/>
          </p:nvPr>
        </p:nvSpPr>
        <p:spPr>
          <a:xfrm>
            <a:off x="469081" y="944463"/>
            <a:ext cx="2577001" cy="1883023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  <p:sp>
        <p:nvSpPr>
          <p:cNvPr id="60" name="Google Shape;60;p49"/>
          <p:cNvSpPr>
            <a:spLocks noGrp="1"/>
          </p:cNvSpPr>
          <p:nvPr>
            <p:ph type="pic" idx="8"/>
          </p:nvPr>
        </p:nvSpPr>
        <p:spPr>
          <a:xfrm>
            <a:off x="3221666" y="944462"/>
            <a:ext cx="2577001" cy="1883023"/>
          </a:xfrm>
          <a:prstGeom prst="roundRect">
            <a:avLst>
              <a:gd name="adj" fmla="val 12905"/>
            </a:avLst>
          </a:prstGeom>
          <a:noFill/>
          <a:ln>
            <a:noFill/>
          </a:ln>
        </p:spPr>
      </p:sp>
      <p:sp>
        <p:nvSpPr>
          <p:cNvPr id="61" name="Google Shape;61;p49"/>
          <p:cNvSpPr>
            <a:spLocks noGrp="1"/>
          </p:cNvSpPr>
          <p:nvPr>
            <p:ph type="pic" idx="9"/>
          </p:nvPr>
        </p:nvSpPr>
        <p:spPr>
          <a:xfrm>
            <a:off x="5980690" y="944463"/>
            <a:ext cx="2577001" cy="1883023"/>
          </a:xfrm>
          <a:prstGeom prst="roundRect">
            <a:avLst>
              <a:gd name="adj" fmla="val 10512"/>
            </a:avLst>
          </a:prstGeom>
          <a:noFill/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50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43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0"/>
          <p:cNvSpPr txBox="1">
            <a:spLocks noGrp="1"/>
          </p:cNvSpPr>
          <p:nvPr>
            <p:ph type="body" idx="1"/>
          </p:nvPr>
        </p:nvSpPr>
        <p:spPr>
          <a:xfrm>
            <a:off x="457201" y="963397"/>
            <a:ext cx="2532744" cy="18830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 i="0"/>
            </a:lvl1pPr>
            <a:lvl2pPr marL="914400" lvl="1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50"/>
          <p:cNvSpPr>
            <a:spLocks noGrp="1"/>
          </p:cNvSpPr>
          <p:nvPr>
            <p:ph type="pic" idx="2"/>
          </p:nvPr>
        </p:nvSpPr>
        <p:spPr>
          <a:xfrm>
            <a:off x="3095171" y="963397"/>
            <a:ext cx="2532744" cy="1883023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  <p:sp>
        <p:nvSpPr>
          <p:cNvPr id="66" name="Google Shape;66;p50"/>
          <p:cNvSpPr>
            <a:spLocks noGrp="1"/>
          </p:cNvSpPr>
          <p:nvPr>
            <p:ph type="pic" idx="3"/>
          </p:nvPr>
        </p:nvSpPr>
        <p:spPr>
          <a:xfrm>
            <a:off x="5733141" y="966928"/>
            <a:ext cx="2532744" cy="1883023"/>
          </a:xfrm>
          <a:prstGeom prst="roundRect">
            <a:avLst>
              <a:gd name="adj" fmla="val 11196"/>
            </a:avLst>
          </a:prstGeom>
          <a:noFill/>
          <a:ln>
            <a:noFill/>
          </a:ln>
        </p:spPr>
      </p:sp>
      <p:sp>
        <p:nvSpPr>
          <p:cNvPr id="67" name="Google Shape;67;p50"/>
          <p:cNvSpPr>
            <a:spLocks noGrp="1"/>
          </p:cNvSpPr>
          <p:nvPr>
            <p:ph type="pic" idx="4"/>
          </p:nvPr>
        </p:nvSpPr>
        <p:spPr>
          <a:xfrm>
            <a:off x="5733141" y="2954042"/>
            <a:ext cx="2532744" cy="1883023"/>
          </a:xfrm>
          <a:prstGeom prst="roundRect">
            <a:avLst>
              <a:gd name="adj" fmla="val 8802"/>
            </a:avLst>
          </a:prstGeom>
          <a:noFill/>
          <a:ln>
            <a:noFill/>
          </a:ln>
        </p:spPr>
      </p:sp>
      <p:sp>
        <p:nvSpPr>
          <p:cNvPr id="68" name="Google Shape;68;p50"/>
          <p:cNvSpPr>
            <a:spLocks noGrp="1"/>
          </p:cNvSpPr>
          <p:nvPr>
            <p:ph type="pic" idx="5"/>
          </p:nvPr>
        </p:nvSpPr>
        <p:spPr>
          <a:xfrm>
            <a:off x="3095171" y="2960314"/>
            <a:ext cx="2532744" cy="1883023"/>
          </a:xfrm>
          <a:prstGeom prst="roundRect">
            <a:avLst>
              <a:gd name="adj" fmla="val 8459"/>
            </a:avLst>
          </a:prstGeom>
          <a:noFill/>
          <a:ln>
            <a:noFill/>
          </a:ln>
        </p:spPr>
      </p:sp>
      <p:sp>
        <p:nvSpPr>
          <p:cNvPr id="69" name="Google Shape;69;p50"/>
          <p:cNvSpPr>
            <a:spLocks noGrp="1"/>
          </p:cNvSpPr>
          <p:nvPr>
            <p:ph type="pic" idx="6"/>
          </p:nvPr>
        </p:nvSpPr>
        <p:spPr>
          <a:xfrm>
            <a:off x="457200" y="2960314"/>
            <a:ext cx="2532744" cy="1883023"/>
          </a:xfrm>
          <a:prstGeom prst="roundRect">
            <a:avLst>
              <a:gd name="adj" fmla="val 10169"/>
            </a:avLst>
          </a:prstGeom>
          <a:noFill/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1"/>
          <p:cNvSpPr txBox="1">
            <a:spLocks noGrp="1"/>
          </p:cNvSpPr>
          <p:nvPr>
            <p:ph type="body" idx="1"/>
          </p:nvPr>
        </p:nvSpPr>
        <p:spPr>
          <a:xfrm>
            <a:off x="457201" y="2367645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2" name="Google Shape;72;p51"/>
          <p:cNvSpPr txBox="1">
            <a:spLocks noGrp="1"/>
          </p:cNvSpPr>
          <p:nvPr>
            <p:ph type="body" idx="2"/>
          </p:nvPr>
        </p:nvSpPr>
        <p:spPr>
          <a:xfrm>
            <a:off x="3275819" y="2367645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3" name="Google Shape;73;p51"/>
          <p:cNvSpPr txBox="1">
            <a:spLocks noGrp="1"/>
          </p:cNvSpPr>
          <p:nvPr>
            <p:ph type="body" idx="3"/>
          </p:nvPr>
        </p:nvSpPr>
        <p:spPr>
          <a:xfrm>
            <a:off x="6085706" y="2367645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51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43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51"/>
          <p:cNvSpPr>
            <a:spLocks noGrp="1"/>
          </p:cNvSpPr>
          <p:nvPr>
            <p:ph type="pic" idx="4"/>
          </p:nvPr>
        </p:nvSpPr>
        <p:spPr>
          <a:xfrm>
            <a:off x="454050" y="952607"/>
            <a:ext cx="2589213" cy="1304294"/>
          </a:xfrm>
          <a:prstGeom prst="roundRect">
            <a:avLst>
              <a:gd name="adj" fmla="val 9261"/>
            </a:avLst>
          </a:prstGeom>
          <a:noFill/>
          <a:ln>
            <a:noFill/>
          </a:ln>
        </p:spPr>
      </p:sp>
      <p:sp>
        <p:nvSpPr>
          <p:cNvPr id="76" name="Google Shape;76;p51"/>
          <p:cNvSpPr>
            <a:spLocks noGrp="1"/>
          </p:cNvSpPr>
          <p:nvPr>
            <p:ph type="pic" idx="5"/>
          </p:nvPr>
        </p:nvSpPr>
        <p:spPr>
          <a:xfrm>
            <a:off x="3275818" y="952607"/>
            <a:ext cx="2589213" cy="1304294"/>
          </a:xfrm>
          <a:prstGeom prst="roundRect">
            <a:avLst>
              <a:gd name="adj" fmla="val 11730"/>
            </a:avLst>
          </a:prstGeom>
          <a:noFill/>
          <a:ln>
            <a:noFill/>
          </a:ln>
        </p:spPr>
      </p:sp>
      <p:sp>
        <p:nvSpPr>
          <p:cNvPr id="77" name="Google Shape;77;p51"/>
          <p:cNvSpPr>
            <a:spLocks noGrp="1"/>
          </p:cNvSpPr>
          <p:nvPr>
            <p:ph type="pic" idx="6"/>
          </p:nvPr>
        </p:nvSpPr>
        <p:spPr>
          <a:xfrm>
            <a:off x="6089789" y="952607"/>
            <a:ext cx="2589213" cy="1304294"/>
          </a:xfrm>
          <a:prstGeom prst="roundRect">
            <a:avLst>
              <a:gd name="adj" fmla="val 10249"/>
            </a:avLst>
          </a:prstGeom>
          <a:noFill/>
          <a:ln>
            <a:noFill/>
          </a:ln>
        </p:spPr>
      </p:sp>
      <p:sp>
        <p:nvSpPr>
          <p:cNvPr id="78" name="Google Shape;78;p51"/>
          <p:cNvSpPr txBox="1">
            <a:spLocks noGrp="1"/>
          </p:cNvSpPr>
          <p:nvPr>
            <p:ph type="body" idx="7"/>
          </p:nvPr>
        </p:nvSpPr>
        <p:spPr>
          <a:xfrm>
            <a:off x="460352" y="4281396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9" name="Google Shape;79;p51"/>
          <p:cNvSpPr txBox="1">
            <a:spLocks noGrp="1"/>
          </p:cNvSpPr>
          <p:nvPr>
            <p:ph type="body" idx="8"/>
          </p:nvPr>
        </p:nvSpPr>
        <p:spPr>
          <a:xfrm>
            <a:off x="3278970" y="4281396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0" name="Google Shape;80;p51"/>
          <p:cNvSpPr txBox="1">
            <a:spLocks noGrp="1"/>
          </p:cNvSpPr>
          <p:nvPr>
            <p:ph type="body" idx="9"/>
          </p:nvPr>
        </p:nvSpPr>
        <p:spPr>
          <a:xfrm>
            <a:off x="6088857" y="4281396"/>
            <a:ext cx="2589213" cy="269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1" i="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51"/>
          <p:cNvSpPr>
            <a:spLocks noGrp="1"/>
          </p:cNvSpPr>
          <p:nvPr>
            <p:ph type="pic" idx="13"/>
          </p:nvPr>
        </p:nvSpPr>
        <p:spPr>
          <a:xfrm>
            <a:off x="457201" y="2866358"/>
            <a:ext cx="2589213" cy="1304294"/>
          </a:xfrm>
          <a:prstGeom prst="roundRect">
            <a:avLst>
              <a:gd name="adj" fmla="val 12224"/>
            </a:avLst>
          </a:prstGeom>
          <a:noFill/>
          <a:ln>
            <a:noFill/>
          </a:ln>
        </p:spPr>
      </p:sp>
      <p:sp>
        <p:nvSpPr>
          <p:cNvPr id="82" name="Google Shape;82;p51"/>
          <p:cNvSpPr>
            <a:spLocks noGrp="1"/>
          </p:cNvSpPr>
          <p:nvPr>
            <p:ph type="pic" idx="14"/>
          </p:nvPr>
        </p:nvSpPr>
        <p:spPr>
          <a:xfrm>
            <a:off x="3278969" y="2866358"/>
            <a:ext cx="2589213" cy="1304294"/>
          </a:xfrm>
          <a:prstGeom prst="roundRect">
            <a:avLst>
              <a:gd name="adj" fmla="val 11236"/>
            </a:avLst>
          </a:prstGeom>
          <a:noFill/>
          <a:ln>
            <a:noFill/>
          </a:ln>
        </p:spPr>
      </p:sp>
      <p:sp>
        <p:nvSpPr>
          <p:cNvPr id="83" name="Google Shape;83;p51"/>
          <p:cNvSpPr>
            <a:spLocks noGrp="1"/>
          </p:cNvSpPr>
          <p:nvPr>
            <p:ph type="pic" idx="15"/>
          </p:nvPr>
        </p:nvSpPr>
        <p:spPr>
          <a:xfrm>
            <a:off x="6092940" y="2866358"/>
            <a:ext cx="2589213" cy="1304294"/>
          </a:xfrm>
          <a:prstGeom prst="roundRect">
            <a:avLst>
              <a:gd name="adj" fmla="val 9755"/>
            </a:avLst>
          </a:prstGeom>
          <a:noFill/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Финал">
  <p:cSld name="Финал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52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ользовательский макет">
  <p:cSld name="Пользовательский макет">
    <p:bg>
      <p:bgPr>
        <a:solidFill>
          <a:srgbClr val="FFFFFF"/>
        </a:solidFill>
        <a:effectLst/>
      </p:bgPr>
    </p:bg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53"/>
          <p:cNvSpPr txBox="1">
            <a:spLocks noGrp="1"/>
          </p:cNvSpPr>
          <p:nvPr>
            <p:ph type="body" idx="1"/>
          </p:nvPr>
        </p:nvSpPr>
        <p:spPr>
          <a:xfrm>
            <a:off x="507999" y="1792286"/>
            <a:ext cx="3635830" cy="1573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53"/>
          <p:cNvSpPr txBox="1">
            <a:spLocks noGrp="1"/>
          </p:cNvSpPr>
          <p:nvPr>
            <p:ph type="body" idx="2"/>
          </p:nvPr>
        </p:nvSpPr>
        <p:spPr>
          <a:xfrm>
            <a:off x="507999" y="1182459"/>
            <a:ext cx="2960913" cy="595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u="sng"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53"/>
          <p:cNvSpPr txBox="1">
            <a:spLocks noGrp="1"/>
          </p:cNvSpPr>
          <p:nvPr>
            <p:ph type="body" idx="3"/>
          </p:nvPr>
        </p:nvSpPr>
        <p:spPr>
          <a:xfrm>
            <a:off x="5000171" y="3011486"/>
            <a:ext cx="3635830" cy="1573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53"/>
          <p:cNvSpPr txBox="1">
            <a:spLocks noGrp="1"/>
          </p:cNvSpPr>
          <p:nvPr>
            <p:ph type="body" idx="4"/>
          </p:nvPr>
        </p:nvSpPr>
        <p:spPr>
          <a:xfrm>
            <a:off x="5000171" y="2401659"/>
            <a:ext cx="2960913" cy="595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u="sng"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53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 1 2">
  <p:cSld name="CUSTOM_3_1_2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4"/>
          <p:cNvSpPr txBox="1">
            <a:spLocks noGrp="1"/>
          </p:cNvSpPr>
          <p:nvPr>
            <p:ph type="title"/>
          </p:nvPr>
        </p:nvSpPr>
        <p:spPr>
          <a:xfrm>
            <a:off x="548175" y="340559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94" name="Google Shape;94;p5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258" y="-3"/>
            <a:ext cx="914174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 1 2 1">
  <p:cSld name="CUSTOM_3_1_2_1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5"/>
          <p:cNvSpPr txBox="1">
            <a:spLocks noGrp="1"/>
          </p:cNvSpPr>
          <p:nvPr>
            <p:ph type="title"/>
          </p:nvPr>
        </p:nvSpPr>
        <p:spPr>
          <a:xfrm>
            <a:off x="548175" y="340559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97" name="Google Shape;97;p5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258" y="-3"/>
            <a:ext cx="914174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 1 2 1 1">
  <p:cSld name="CUSTOM_3_1_2_1_1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56"/>
          <p:cNvSpPr txBox="1">
            <a:spLocks noGrp="1"/>
          </p:cNvSpPr>
          <p:nvPr>
            <p:ph type="title"/>
          </p:nvPr>
        </p:nvSpPr>
        <p:spPr>
          <a:xfrm>
            <a:off x="548175" y="340559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00" name="Google Shape;100;p5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258" y="-3"/>
            <a:ext cx="914174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 1 1">
  <p:cSld name="CUSTOM_3_1_1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57"/>
          <p:cNvSpPr txBox="1">
            <a:spLocks noGrp="1"/>
          </p:cNvSpPr>
          <p:nvPr>
            <p:ph type="title"/>
          </p:nvPr>
        </p:nvSpPr>
        <p:spPr>
          <a:xfrm>
            <a:off x="548175" y="340559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03" name="Google Shape;103;p5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33" y="-3"/>
            <a:ext cx="914174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>
  <p:cSld name="CUSTOM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58"/>
          <p:cNvSpPr txBox="1">
            <a:spLocks noGrp="1"/>
          </p:cNvSpPr>
          <p:nvPr>
            <p:ph type="title"/>
          </p:nvPr>
        </p:nvSpPr>
        <p:spPr>
          <a:xfrm>
            <a:off x="457200" y="238384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>
                <a:solidFill>
                  <a:srgbClr val="000000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 2">
  <p:cSld name="CUSTOM_2">
    <p:bg>
      <p:bgPr>
        <a:solidFill>
          <a:srgbClr val="FFFFFF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59"/>
          <p:cNvPicPr preferRelativeResize="0"/>
          <p:nvPr/>
        </p:nvPicPr>
        <p:blipFill rotWithShape="1">
          <a:blip r:embed="rId2">
            <a:alphaModFix amt="65000"/>
          </a:blip>
          <a:srcRect/>
          <a:stretch/>
        </p:blipFill>
        <p:spPr>
          <a:xfrm>
            <a:off x="-20400" y="13"/>
            <a:ext cx="9184800" cy="51434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 2 2 1">
  <p:cSld name="CUSTOM_2_2_1">
    <p:bg>
      <p:bgPr>
        <a:solidFill>
          <a:srgbClr val="FFFFFF"/>
        </a:solid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60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>
            <a:off x="-20400" y="12"/>
            <a:ext cx="9184800" cy="51434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 1">
  <p:cSld name="CUSTOM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61"/>
          <p:cNvSpPr txBox="1">
            <a:spLocks noGrp="1"/>
          </p:cNvSpPr>
          <p:nvPr>
            <p:ph type="title"/>
          </p:nvPr>
        </p:nvSpPr>
        <p:spPr>
          <a:xfrm>
            <a:off x="457200" y="238384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Пользовательский макет 1 1">
  <p:cSld name="6_Пользовательский макет_1_1">
    <p:bg>
      <p:bgPr>
        <a:solidFill>
          <a:srgbClr val="FFFFFF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62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40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62"/>
          <p:cNvSpPr txBox="1">
            <a:spLocks noGrp="1"/>
          </p:cNvSpPr>
          <p:nvPr>
            <p:ph type="body" idx="1"/>
          </p:nvPr>
        </p:nvSpPr>
        <p:spPr>
          <a:xfrm>
            <a:off x="457199" y="1040162"/>
            <a:ext cx="8389200" cy="37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2pPr>
            <a:lvl3pPr marL="1371600" lvl="2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3pPr>
            <a:lvl4pPr marL="1828800" lvl="3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4pPr>
            <a:lvl5pPr marL="2286000" lvl="4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pic>
        <p:nvPicPr>
          <p:cNvPr id="115" name="Google Shape;115;p62"/>
          <p:cNvPicPr preferRelativeResize="0"/>
          <p:nvPr/>
        </p:nvPicPr>
        <p:blipFill rotWithShape="1">
          <a:blip r:embed="rId2">
            <a:alphaModFix amt="86000"/>
          </a:blip>
          <a:srcRect/>
          <a:stretch/>
        </p:blipFill>
        <p:spPr>
          <a:xfrm>
            <a:off x="0" y="-16759"/>
            <a:ext cx="9144000" cy="51770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Пользовательский макет">
  <p:cSld name="3_Пользовательский макет">
    <p:bg>
      <p:bgPr>
        <a:solidFill>
          <a:srgbClr val="FFFFFF"/>
        </a:solid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63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sz="3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63"/>
          <p:cNvSpPr>
            <a:spLocks noGrp="1"/>
          </p:cNvSpPr>
          <p:nvPr>
            <p:ph type="pic" idx="2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952"/>
            </a:avLst>
          </a:prstGeom>
          <a:noFill/>
          <a:ln>
            <a:noFill/>
          </a:ln>
        </p:spPr>
      </p:sp>
      <p:sp>
        <p:nvSpPr>
          <p:cNvPr id="119" name="Google Shape;119;p63"/>
          <p:cNvSpPr txBox="1">
            <a:spLocks noGrp="1"/>
          </p:cNvSpPr>
          <p:nvPr>
            <p:ph type="body" idx="1"/>
          </p:nvPr>
        </p:nvSpPr>
        <p:spPr>
          <a:xfrm>
            <a:off x="5508171" y="1153886"/>
            <a:ext cx="2532743" cy="3425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page">
  <p:cSld name="8_Пользовательский макет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page 2">
  <p:cSld name="8_Пользовательский макет_2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Google Shape;122;p65"/>
          <p:cNvGrpSpPr/>
          <p:nvPr/>
        </p:nvGrpSpPr>
        <p:grpSpPr>
          <a:xfrm>
            <a:off x="0" y="0"/>
            <a:ext cx="9144002" cy="5143381"/>
            <a:chOff x="0" y="0"/>
            <a:chExt cx="9144002" cy="4973775"/>
          </a:xfrm>
        </p:grpSpPr>
        <p:pic>
          <p:nvPicPr>
            <p:cNvPr id="123" name="Google Shape;123;p65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0" y="0"/>
              <a:ext cx="9144002" cy="36028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4" name="Google Shape;124;p65"/>
            <p:cNvPicPr preferRelativeResize="0"/>
            <p:nvPr/>
          </p:nvPicPr>
          <p:blipFill rotWithShape="1">
            <a:blip r:embed="rId2">
              <a:alphaModFix/>
            </a:blip>
            <a:srcRect b="30790"/>
            <a:stretch/>
          </p:blipFill>
          <p:spPr>
            <a:xfrm rot="10800000" flipH="1">
              <a:off x="0" y="2480350"/>
              <a:ext cx="9144002" cy="249342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page 2 1">
  <p:cSld name="8_Пользовательский макет_2_1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6" name="Google Shape;126;p66"/>
          <p:cNvGrpSpPr/>
          <p:nvPr/>
        </p:nvGrpSpPr>
        <p:grpSpPr>
          <a:xfrm>
            <a:off x="0" y="0"/>
            <a:ext cx="9144002" cy="5143381"/>
            <a:chOff x="0" y="0"/>
            <a:chExt cx="9144002" cy="4973775"/>
          </a:xfrm>
        </p:grpSpPr>
        <p:pic>
          <p:nvPicPr>
            <p:cNvPr id="127" name="Google Shape;127;p66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0" y="0"/>
              <a:ext cx="9144002" cy="36028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8" name="Google Shape;128;p66"/>
            <p:cNvPicPr preferRelativeResize="0"/>
            <p:nvPr/>
          </p:nvPicPr>
          <p:blipFill rotWithShape="1">
            <a:blip r:embed="rId2">
              <a:alphaModFix/>
            </a:blip>
            <a:srcRect b="30790"/>
            <a:stretch/>
          </p:blipFill>
          <p:spPr>
            <a:xfrm rot="10800000" flipH="1">
              <a:off x="0" y="2480350"/>
              <a:ext cx="9144002" cy="249342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">
  <p:cSld name="CUSTOM_4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7"/>
          <p:cNvSpPr txBox="1">
            <a:spLocks noGrp="1"/>
          </p:cNvSpPr>
          <p:nvPr>
            <p:ph type="title"/>
          </p:nvPr>
        </p:nvSpPr>
        <p:spPr>
          <a:xfrm>
            <a:off x="457200" y="306434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31" name="Google Shape;131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 2">
  <p:cSld name="CUSTOM_4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68"/>
          <p:cNvSpPr txBox="1">
            <a:spLocks noGrp="1"/>
          </p:cNvSpPr>
          <p:nvPr>
            <p:ph type="title"/>
          </p:nvPr>
        </p:nvSpPr>
        <p:spPr>
          <a:xfrm>
            <a:off x="457200" y="306434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34" name="Google Shape;134;p6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 1">
  <p:cSld name="CUSTOM_4_1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69"/>
          <p:cNvSpPr txBox="1">
            <a:spLocks noGrp="1"/>
          </p:cNvSpPr>
          <p:nvPr>
            <p:ph type="title"/>
          </p:nvPr>
        </p:nvSpPr>
        <p:spPr>
          <a:xfrm>
            <a:off x="457200" y="306434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37" name="Google Shape;137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 1 1">
  <p:cSld name="CUSTOM_4_1_1"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70"/>
          <p:cNvSpPr txBox="1">
            <a:spLocks noGrp="1"/>
          </p:cNvSpPr>
          <p:nvPr>
            <p:ph type="title"/>
          </p:nvPr>
        </p:nvSpPr>
        <p:spPr>
          <a:xfrm>
            <a:off x="457200" y="306434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40" name="Google Shape;140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71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43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3" name="Google Shape;143;p71"/>
          <p:cNvSpPr txBox="1">
            <a:spLocks noGrp="1"/>
          </p:cNvSpPr>
          <p:nvPr>
            <p:ph type="body" idx="1"/>
          </p:nvPr>
        </p:nvSpPr>
        <p:spPr>
          <a:xfrm>
            <a:off x="3102428" y="943208"/>
            <a:ext cx="5526315" cy="3875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4" name="Google Shape;144;p71"/>
          <p:cNvSpPr>
            <a:spLocks noGrp="1"/>
          </p:cNvSpPr>
          <p:nvPr>
            <p:ph type="pic" idx="2"/>
          </p:nvPr>
        </p:nvSpPr>
        <p:spPr>
          <a:xfrm>
            <a:off x="457200" y="943208"/>
            <a:ext cx="2532744" cy="1883023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  <p:sp>
        <p:nvSpPr>
          <p:cNvPr id="145" name="Google Shape;145;p71"/>
          <p:cNvSpPr>
            <a:spLocks noGrp="1"/>
          </p:cNvSpPr>
          <p:nvPr>
            <p:ph type="pic" idx="3"/>
          </p:nvPr>
        </p:nvSpPr>
        <p:spPr>
          <a:xfrm>
            <a:off x="457200" y="2935720"/>
            <a:ext cx="2532744" cy="1883023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-blank">
  <p:cSld name="9_Пользовательский макет">
    <p:bg>
      <p:bgPr>
        <a:solidFill>
          <a:srgbClr val="FFFFFF"/>
        </a:soli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-blank 1 1">
  <p:cSld name="9_Пользовательский макет_1_1">
    <p:bg>
      <p:bgPr>
        <a:solidFill>
          <a:srgbClr val="FFFFFF"/>
        </a:solidFill>
        <a:effectLst/>
      </p:bgPr>
    </p:bg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7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1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_Custom Layout">
  <p:cSld name="7_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74"/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291943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74"/>
          <p:cNvSpPr txBox="1">
            <a:spLocks noGrp="1"/>
          </p:cNvSpPr>
          <p:nvPr>
            <p:ph type="body" idx="1"/>
          </p:nvPr>
        </p:nvSpPr>
        <p:spPr>
          <a:xfrm>
            <a:off x="5733143" y="949330"/>
            <a:ext cx="2895600" cy="38957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0" i="0"/>
            </a:lvl1pPr>
            <a:lvl2pPr marL="914400" lvl="1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2" name="Google Shape;152;p74"/>
          <p:cNvSpPr>
            <a:spLocks noGrp="1"/>
          </p:cNvSpPr>
          <p:nvPr>
            <p:ph type="pic" idx="2"/>
          </p:nvPr>
        </p:nvSpPr>
        <p:spPr>
          <a:xfrm>
            <a:off x="457200" y="949329"/>
            <a:ext cx="2532744" cy="1883023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  <p:sp>
        <p:nvSpPr>
          <p:cNvPr id="153" name="Google Shape;153;p74"/>
          <p:cNvSpPr>
            <a:spLocks noGrp="1"/>
          </p:cNvSpPr>
          <p:nvPr>
            <p:ph type="pic" idx="3"/>
          </p:nvPr>
        </p:nvSpPr>
        <p:spPr>
          <a:xfrm>
            <a:off x="3095171" y="949328"/>
            <a:ext cx="2532744" cy="1883023"/>
          </a:xfrm>
          <a:prstGeom prst="roundRect">
            <a:avLst>
              <a:gd name="adj" fmla="val 11879"/>
            </a:avLst>
          </a:prstGeom>
          <a:noFill/>
          <a:ln>
            <a:noFill/>
          </a:ln>
        </p:spPr>
      </p:sp>
      <p:sp>
        <p:nvSpPr>
          <p:cNvPr id="154" name="Google Shape;154;p74"/>
          <p:cNvSpPr>
            <a:spLocks noGrp="1"/>
          </p:cNvSpPr>
          <p:nvPr>
            <p:ph type="pic" idx="4"/>
          </p:nvPr>
        </p:nvSpPr>
        <p:spPr>
          <a:xfrm>
            <a:off x="3095171" y="2962031"/>
            <a:ext cx="2532744" cy="1883023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  <p:sp>
        <p:nvSpPr>
          <p:cNvPr id="155" name="Google Shape;155;p74"/>
          <p:cNvSpPr>
            <a:spLocks noGrp="1"/>
          </p:cNvSpPr>
          <p:nvPr>
            <p:ph type="pic" idx="5"/>
          </p:nvPr>
        </p:nvSpPr>
        <p:spPr>
          <a:xfrm>
            <a:off x="457199" y="2962031"/>
            <a:ext cx="2532744" cy="1883023"/>
          </a:xfrm>
          <a:prstGeom prst="roundRect">
            <a:avLst>
              <a:gd name="adj" fmla="val 11537"/>
            </a:avLst>
          </a:prstGeom>
          <a:noFill/>
          <a:ln>
            <a:noFill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4"/>
          <p:cNvSpPr txBox="1">
            <a:spLocks noGrp="1"/>
          </p:cNvSpPr>
          <p:nvPr>
            <p:ph type="title"/>
          </p:nvPr>
        </p:nvSpPr>
        <p:spPr>
          <a:xfrm>
            <a:off x="457200" y="306434"/>
            <a:ext cx="8229600" cy="620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3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34"/>
          <p:cNvSpPr txBox="1">
            <a:spLocks noGrp="1"/>
          </p:cNvSpPr>
          <p:nvPr>
            <p:ph type="body" idx="1"/>
          </p:nvPr>
        </p:nvSpPr>
        <p:spPr>
          <a:xfrm>
            <a:off x="457200" y="1121912"/>
            <a:ext cx="8229600" cy="289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34"/>
          <p:cNvSpPr txBox="1"/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" name="Google Shape;9;p34"/>
          <p:cNvSpPr txBox="1"/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</p:sldLayoutIdLst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"/>
          <p:cNvSpPr/>
          <p:nvPr/>
        </p:nvSpPr>
        <p:spPr>
          <a:xfrm rot="10800000">
            <a:off x="-27" y="25500"/>
            <a:ext cx="4614175" cy="5118000"/>
          </a:xfrm>
          <a:prstGeom prst="rect">
            <a:avLst/>
          </a:prstGeom>
          <a:solidFill>
            <a:srgbClr val="F3F3F3">
              <a:alpha val="9411"/>
            </a:srgb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1"/>
          <p:cNvSpPr txBox="1">
            <a:spLocks noGrp="1"/>
          </p:cNvSpPr>
          <p:nvPr>
            <p:ph type="title"/>
          </p:nvPr>
        </p:nvSpPr>
        <p:spPr>
          <a:xfrm>
            <a:off x="228880" y="1540718"/>
            <a:ext cx="4156500" cy="2062500"/>
          </a:xfrm>
          <a:prstGeom prst="rect">
            <a:avLst/>
          </a:prstGeom>
          <a:noFill/>
          <a:ln>
            <a:noFill/>
          </a:ln>
          <a:effectLst>
            <a:outerShdw algn="bl" rotWithShape="0">
              <a:srgbClr val="000000">
                <a:alpha val="57254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 sz="32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Modern Control Methods in Agricultural Irrigation</a:t>
            </a:r>
            <a:endParaRPr sz="32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2" name="Google Shape;162;p1"/>
          <p:cNvSpPr txBox="1">
            <a:spLocks noGrp="1"/>
          </p:cNvSpPr>
          <p:nvPr>
            <p:ph type="subTitle" idx="4294967295"/>
          </p:nvPr>
        </p:nvSpPr>
        <p:spPr>
          <a:xfrm>
            <a:off x="60961" y="3931920"/>
            <a:ext cx="4492200" cy="1211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358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Student: Tara Torbati, gr. R4237c</a:t>
            </a:r>
            <a:endParaRPr sz="1400" b="1" i="0" u="none" strike="noStrike" cap="non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358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Supervisor: Alexey A. Peregudin</a:t>
            </a:r>
            <a:endParaRPr sz="2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358"/>
              <a:buFont typeface="Arial"/>
              <a:buNone/>
            </a:pPr>
            <a:endParaRPr sz="1400" b="1" i="0" u="none" strike="noStrike" cap="non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358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Saint Petersburg 202</a:t>
            </a:r>
            <a:r>
              <a:rPr lang="en-US" sz="14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r>
            <a:endParaRPr sz="1400" b="1" i="0" u="none" strike="noStrike" cap="non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3" name="Google Shape;163;p1"/>
          <p:cNvSpPr txBox="1"/>
          <p:nvPr/>
        </p:nvSpPr>
        <p:spPr>
          <a:xfrm>
            <a:off x="868050" y="283925"/>
            <a:ext cx="3000000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ITMO University</a:t>
            </a:r>
            <a:endParaRPr sz="200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"/>
          <p:cNvSpPr txBox="1">
            <a:spLocks noGrp="1"/>
          </p:cNvSpPr>
          <p:nvPr>
            <p:ph type="title"/>
          </p:nvPr>
        </p:nvSpPr>
        <p:spPr>
          <a:xfrm>
            <a:off x="548175" y="340559"/>
            <a:ext cx="8229600" cy="6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-US" sz="3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Motivation</a:t>
            </a:r>
            <a:endParaRPr sz="30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9" name="Google Shape;169;p2"/>
          <p:cNvSpPr txBox="1"/>
          <p:nvPr/>
        </p:nvSpPr>
        <p:spPr>
          <a:xfrm>
            <a:off x="8633460" y="4808220"/>
            <a:ext cx="2438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F97A5"/>
        </a:solidFill>
        <a:effectLst/>
      </p:bgPr>
    </p:bg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0"/>
          <p:cNvSpPr txBox="1"/>
          <p:nvPr/>
        </p:nvSpPr>
        <p:spPr>
          <a:xfrm>
            <a:off x="8496300" y="4800600"/>
            <a:ext cx="381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87;p5">
            <a:extLst>
              <a:ext uri="{FF2B5EF4-FFF2-40B4-BE49-F238E27FC236}">
                <a16:creationId xmlns:a16="http://schemas.microsoft.com/office/drawing/2014/main" id="{035C446D-DA3A-8A38-1C19-51FEE544EF21}"/>
              </a:ext>
            </a:extLst>
          </p:cNvPr>
          <p:cNvSpPr txBox="1"/>
          <p:nvPr/>
        </p:nvSpPr>
        <p:spPr>
          <a:xfrm>
            <a:off x="241796" y="289742"/>
            <a:ext cx="8605024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 dirty="0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Existing literature</a:t>
            </a:r>
            <a:endParaRPr sz="3000" b="1" i="0" u="none" strike="noStrike" cap="none" dirty="0">
              <a:solidFill>
                <a:schemeClr val="lt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Google Shape;189;p5">
            <a:extLst>
              <a:ext uri="{FF2B5EF4-FFF2-40B4-BE49-F238E27FC236}">
                <a16:creationId xmlns:a16="http://schemas.microsoft.com/office/drawing/2014/main" id="{3E237FF1-F12D-2A62-AD59-4985B32F8B2A}"/>
              </a:ext>
            </a:extLst>
          </p:cNvPr>
          <p:cNvSpPr/>
          <p:nvPr/>
        </p:nvSpPr>
        <p:spPr>
          <a:xfrm>
            <a:off x="3242975" y="954575"/>
            <a:ext cx="5052000" cy="16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100" tIns="48025" rIns="96100" bIns="480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71"/>
              <a:buFont typeface="Arial"/>
              <a:buNone/>
            </a:pPr>
            <a:r>
              <a:rPr lang="en-US" sz="1892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Baseline:</a:t>
            </a:r>
            <a:br>
              <a:rPr lang="en-US" sz="1471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en-US" sz="1471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471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J. López-Jiménez, N. Quijano, L. Dewasme, and A. Vande Wouwer, “Agent-based model predictive control of soil-crop irrigation with topographical information,” Control Engineering Practice, vol. 150, p. 106012, 2024. </a:t>
            </a:r>
            <a:endParaRPr sz="1471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" name="Google Shape;190;p5">
            <a:extLst>
              <a:ext uri="{FF2B5EF4-FFF2-40B4-BE49-F238E27FC236}">
                <a16:creationId xmlns:a16="http://schemas.microsoft.com/office/drawing/2014/main" id="{832D9074-C3CA-1C7D-E0F4-79077808155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891" b="5309"/>
          <a:stretch/>
        </p:blipFill>
        <p:spPr>
          <a:xfrm>
            <a:off x="372275" y="954575"/>
            <a:ext cx="2625616" cy="39763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191;p5">
            <a:extLst>
              <a:ext uri="{FF2B5EF4-FFF2-40B4-BE49-F238E27FC236}">
                <a16:creationId xmlns:a16="http://schemas.microsoft.com/office/drawing/2014/main" id="{5644A871-2789-7952-4A70-D410E20B216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89694" y="2708752"/>
            <a:ext cx="5051956" cy="22221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"/>
          <p:cNvSpPr/>
          <p:nvPr/>
        </p:nvSpPr>
        <p:spPr>
          <a:xfrm>
            <a:off x="368100" y="280625"/>
            <a:ext cx="6870900" cy="6495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Research Goals and Tasks</a:t>
            </a:r>
            <a:endParaRPr sz="1800" b="0" i="0" u="none" strike="noStrike" cap="none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5" name="Google Shape;175;p3"/>
          <p:cNvSpPr txBox="1"/>
          <p:nvPr/>
        </p:nvSpPr>
        <p:spPr>
          <a:xfrm>
            <a:off x="364200" y="1159563"/>
            <a:ext cx="84156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aim was to study the applications of</a:t>
            </a:r>
            <a:r>
              <a:rPr lang="en-US" sz="16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Modern Control Methods</a:t>
            </a:r>
            <a:r>
              <a:rPr lang="en-US" sz="1600" b="0" i="0" u="none" strike="noStrike" cap="none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in </a:t>
            </a:r>
            <a:r>
              <a:rPr lang="en-US" sz="16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Agricultural Irrigation of a field in Talish mountains, Gilan province Iran</a:t>
            </a:r>
            <a:endParaRPr sz="1600" b="0" i="0" u="none" strike="noStrike" cap="none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6" name="Google Shape;176;p3"/>
          <p:cNvSpPr txBox="1"/>
          <p:nvPr/>
        </p:nvSpPr>
        <p:spPr>
          <a:xfrm>
            <a:off x="897500" y="2170950"/>
            <a:ext cx="6761100" cy="2400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Field and data selection and preprocessing </a:t>
            </a:r>
            <a:endParaRPr sz="18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endParaRPr sz="18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Mathematical Modeling of </a:t>
            </a: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agricultural system</a:t>
            </a:r>
            <a:endParaRPr sz="1800" b="0" i="0" u="none" strike="noStrike" cap="none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Controller Design and Simulation (MPC vs RL)</a:t>
            </a:r>
            <a:endParaRPr sz="18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</a:pP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Performance Analysis and Comparison of Results</a:t>
            </a:r>
            <a:endParaRPr sz="1800" b="0" i="0" u="none" strike="noStrike" cap="none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7" name="Google Shape;177;p3"/>
          <p:cNvSpPr/>
          <p:nvPr/>
        </p:nvSpPr>
        <p:spPr>
          <a:xfrm rot="5400000">
            <a:off x="407575" y="4270800"/>
            <a:ext cx="552300" cy="301800"/>
          </a:xfrm>
          <a:prstGeom prst="bentUpArrow">
            <a:avLst>
              <a:gd name="adj1" fmla="val 25000"/>
              <a:gd name="adj2" fmla="val 25000"/>
              <a:gd name="adj3" fmla="val 25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3"/>
          <p:cNvSpPr txBox="1"/>
          <p:nvPr/>
        </p:nvSpPr>
        <p:spPr>
          <a:xfrm>
            <a:off x="8633460" y="4800600"/>
            <a:ext cx="2438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3"/>
          <p:cNvSpPr/>
          <p:nvPr/>
        </p:nvSpPr>
        <p:spPr>
          <a:xfrm rot="5400000">
            <a:off x="407575" y="3718500"/>
            <a:ext cx="552300" cy="301800"/>
          </a:xfrm>
          <a:prstGeom prst="bentUpArrow">
            <a:avLst>
              <a:gd name="adj1" fmla="val 25000"/>
              <a:gd name="adj2" fmla="val 25000"/>
              <a:gd name="adj3" fmla="val 25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3"/>
          <p:cNvSpPr/>
          <p:nvPr/>
        </p:nvSpPr>
        <p:spPr>
          <a:xfrm rot="5400000">
            <a:off x="407575" y="3166200"/>
            <a:ext cx="552300" cy="301800"/>
          </a:xfrm>
          <a:prstGeom prst="bentUpArrow">
            <a:avLst>
              <a:gd name="adj1" fmla="val 25000"/>
              <a:gd name="adj2" fmla="val 25000"/>
              <a:gd name="adj3" fmla="val 25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3"/>
          <p:cNvSpPr/>
          <p:nvPr/>
        </p:nvSpPr>
        <p:spPr>
          <a:xfrm rot="5400000">
            <a:off x="407575" y="2613900"/>
            <a:ext cx="552300" cy="301800"/>
          </a:xfrm>
          <a:prstGeom prst="bentUpArrow">
            <a:avLst>
              <a:gd name="adj1" fmla="val 25000"/>
              <a:gd name="adj2" fmla="val 25000"/>
              <a:gd name="adj3" fmla="val 25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3"/>
          <p:cNvSpPr/>
          <p:nvPr/>
        </p:nvSpPr>
        <p:spPr>
          <a:xfrm rot="5400000">
            <a:off x="407575" y="2061600"/>
            <a:ext cx="552300" cy="301800"/>
          </a:xfrm>
          <a:prstGeom prst="bentUpArrow">
            <a:avLst>
              <a:gd name="adj1" fmla="val 25000"/>
              <a:gd name="adj2" fmla="val 25000"/>
              <a:gd name="adj3" fmla="val 25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F97A5"/>
        </a:solidFill>
        <a:effectLst/>
      </p:bgPr>
    </p:bg>
    <p:spTree>
      <p:nvGrpSpPr>
        <p:cNvPr id="1" name="Shape 243">
          <a:extLst>
            <a:ext uri="{FF2B5EF4-FFF2-40B4-BE49-F238E27FC236}">
              <a16:creationId xmlns:a16="http://schemas.microsoft.com/office/drawing/2014/main" id="{2855E7F7-DEAD-16D0-267F-35722055E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97;g3e1b453938d_0_4">
            <a:extLst>
              <a:ext uri="{FF2B5EF4-FFF2-40B4-BE49-F238E27FC236}">
                <a16:creationId xmlns:a16="http://schemas.microsoft.com/office/drawing/2014/main" id="{257C5FE8-5953-5584-6341-73533EF227ED}"/>
              </a:ext>
            </a:extLst>
          </p:cNvPr>
          <p:cNvSpPr txBox="1"/>
          <p:nvPr/>
        </p:nvSpPr>
        <p:spPr>
          <a:xfrm>
            <a:off x="199939" y="289750"/>
            <a:ext cx="7094631" cy="553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dirty="0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Field Description and Data Preprocessing</a:t>
            </a:r>
            <a:endParaRPr sz="3000" b="1" i="0" u="none" strike="noStrike" cap="none" dirty="0">
              <a:solidFill>
                <a:schemeClr val="lt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27D0DF6-5DB0-9196-31C4-99EE91E9F4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234" t="11476" r="5962"/>
          <a:stretch>
            <a:fillRect/>
          </a:stretch>
        </p:blipFill>
        <p:spPr>
          <a:xfrm>
            <a:off x="6647503" y="2990850"/>
            <a:ext cx="2055255" cy="127819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57BC8FC-5499-6FEE-6FE2-64F9D712E4AD}"/>
              </a:ext>
            </a:extLst>
          </p:cNvPr>
          <p:cNvSpPr txBox="1"/>
          <p:nvPr/>
        </p:nvSpPr>
        <p:spPr>
          <a:xfrm>
            <a:off x="4572000" y="1049767"/>
            <a:ext cx="2849570" cy="498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Elevation Map: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E121D1-C92A-3E72-3E4B-1A9019A48CE2}"/>
              </a:ext>
            </a:extLst>
          </p:cNvPr>
          <p:cNvSpPr/>
          <p:nvPr/>
        </p:nvSpPr>
        <p:spPr>
          <a:xfrm>
            <a:off x="199939" y="1089522"/>
            <a:ext cx="4130761" cy="3863477"/>
          </a:xfrm>
          <a:prstGeom prst="rect">
            <a:avLst/>
          </a:prstGeom>
          <a:noFill/>
          <a:ln>
            <a:solidFill>
              <a:schemeClr val="bg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Climate Data:</a:t>
            </a:r>
            <a:endParaRPr lang="en-US" sz="1000" b="1" dirty="0">
              <a:solidFill>
                <a:schemeClr val="bg1">
                  <a:lumMod val="60000"/>
                  <a:lumOff val="4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mean, maximum, and minimum air temperatures at 2m [◦C]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corrected daily precipitation [mm/day]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relative humidity [%]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surface shortwave downward irradiance [MJ/m2/day]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wind speed at 2m [m/s], and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surface pressure [kPa]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reference evaporation ET0 [mm/day]</a:t>
            </a:r>
          </a:p>
          <a:p>
            <a:pPr>
              <a:lnSpc>
                <a:spcPct val="150000"/>
              </a:lnSpc>
            </a:pPr>
            <a:endParaRPr lang="en-US" sz="900" dirty="0">
              <a:solidFill>
                <a:schemeClr val="bg1">
                  <a:lumMod val="60000"/>
                  <a:lumOff val="4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First were 6 obtained from the NASA POWER reanalysis and ET0 was calculated using Penman-Monteith equation</a:t>
            </a:r>
          </a:p>
          <a:p>
            <a:pPr algn="ctr">
              <a:lnSpc>
                <a:spcPct val="150000"/>
              </a:lnSpc>
            </a:pPr>
            <a:endParaRPr lang="en-US" dirty="0">
              <a:solidFill>
                <a:schemeClr val="bg1">
                  <a:lumMod val="60000"/>
                  <a:lumOff val="4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49685FE-2484-0CFE-DFF6-AD15BDA38F54}"/>
              </a:ext>
            </a:extLst>
          </p:cNvPr>
          <p:cNvSpPr txBox="1"/>
          <p:nvPr/>
        </p:nvSpPr>
        <p:spPr>
          <a:xfrm>
            <a:off x="4572000" y="4330892"/>
            <a:ext cx="416572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obtained from the USGS </a:t>
            </a:r>
            <a:r>
              <a:rPr lang="en-US" sz="1300" dirty="0" err="1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ShuttleRadar</a:t>
            </a:r>
            <a:r>
              <a:rPr lang="en-US" sz="1300" dirty="0">
                <a:solidFill>
                  <a:schemeClr val="bg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Topography Mission (SRTM) 30-meter dataset.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957114-8AE1-A2E3-E98D-1EA197F9A51D}"/>
              </a:ext>
            </a:extLst>
          </p:cNvPr>
          <p:cNvSpPr/>
          <p:nvPr/>
        </p:nvSpPr>
        <p:spPr>
          <a:xfrm>
            <a:off x="4454439" y="1089521"/>
            <a:ext cx="4383265" cy="3863479"/>
          </a:xfrm>
          <a:prstGeom prst="rect">
            <a:avLst/>
          </a:prstGeom>
          <a:noFill/>
          <a:ln>
            <a:solidFill>
              <a:schemeClr val="bg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4CE4A51-FAD9-4BC3-CBE3-2E3993A4FC6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1563" t="1" r="28778" b="694"/>
          <a:stretch>
            <a:fillRect/>
          </a:stretch>
        </p:blipFill>
        <p:spPr>
          <a:xfrm>
            <a:off x="6636443" y="1588184"/>
            <a:ext cx="2055255" cy="1334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536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F97A5"/>
        </a:solidFill>
        <a:effectLst/>
      </p:bgPr>
    </p:bg>
    <p:spTree>
      <p:nvGrpSpPr>
        <p:cNvPr id="1" name="Shape 243">
          <a:extLst>
            <a:ext uri="{FF2B5EF4-FFF2-40B4-BE49-F238E27FC236}">
              <a16:creationId xmlns:a16="http://schemas.microsoft.com/office/drawing/2014/main" id="{BC5345B7-F060-DD03-63BE-1661F3D35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0">
            <a:extLst>
              <a:ext uri="{FF2B5EF4-FFF2-40B4-BE49-F238E27FC236}">
                <a16:creationId xmlns:a16="http://schemas.microsoft.com/office/drawing/2014/main" id="{D46F283D-3211-CEDE-7631-A9D29539059B}"/>
              </a:ext>
            </a:extLst>
          </p:cNvPr>
          <p:cNvSpPr txBox="1"/>
          <p:nvPr/>
        </p:nvSpPr>
        <p:spPr>
          <a:xfrm>
            <a:off x="8496300" y="4800600"/>
            <a:ext cx="381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97;g3e1b453938d_0_4">
            <a:extLst>
              <a:ext uri="{FF2B5EF4-FFF2-40B4-BE49-F238E27FC236}">
                <a16:creationId xmlns:a16="http://schemas.microsoft.com/office/drawing/2014/main" id="{33B30354-BD70-2111-196F-DD6A5F556EC2}"/>
              </a:ext>
            </a:extLst>
          </p:cNvPr>
          <p:cNvSpPr txBox="1"/>
          <p:nvPr/>
        </p:nvSpPr>
        <p:spPr>
          <a:xfrm>
            <a:off x="241800" y="289750"/>
            <a:ext cx="5489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dirty="0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System Modeling and Dynamics</a:t>
            </a:r>
            <a:endParaRPr sz="3000" b="1" i="0" u="none" strike="noStrike" cap="none" dirty="0">
              <a:solidFill>
                <a:schemeClr val="lt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0D77ED16-6EF3-9AB7-5B44-084A966FCD5C}"/>
                  </a:ext>
                </a:extLst>
              </p:cNvPr>
              <p:cNvSpPr/>
              <p:nvPr/>
            </p:nvSpPr>
            <p:spPr>
              <a:xfrm>
                <a:off x="241799" y="979946"/>
                <a:ext cx="2663325" cy="1253667"/>
              </a:xfrm>
              <a:prstGeom prst="roundRect">
                <a:avLst>
                  <a:gd name="adj" fmla="val 7199"/>
                </a:avLst>
              </a:prstGeom>
              <a:noFill/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mtClean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r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oot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moisture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(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mm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mtClean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hermal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time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(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GDD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maturation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stress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solidFill>
                    <a:schemeClr val="bg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biomass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(</m:t>
                      </m:r>
                      <m:r>
                        <m:rPr>
                          <m:sty m:val="p"/>
                        </m:rPr>
                        <a:rPr lang="en-US" smtClean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g</m:t>
                      </m:r>
                      <m:r>
                        <m:rPr>
                          <m:lit/>
                        </m:rPr>
                        <a:rPr lang="en-US" smtClean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sSup>
                        <m:sSupPr>
                          <m:ctrlPr>
                            <a:rPr lang="en-US" i="1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bg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surface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ponding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 (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mm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bg1">
                              <a:lumMod val="60000"/>
                              <a:lumOff val="40000"/>
                            </a:schemeClr>
                          </a:solidFill>
                          <a:latin typeface="Times New Roman" panose="02020603050405020304" pitchFamily="18" charset="0"/>
                          <a:ea typeface="Tahoma" panose="020B0604030504040204" pitchFamily="34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0D77ED16-6EF3-9AB7-5B44-084A966FCD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799" y="979946"/>
                <a:ext cx="2663325" cy="1253667"/>
              </a:xfrm>
              <a:prstGeom prst="roundRect">
                <a:avLst>
                  <a:gd name="adj" fmla="val 7199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1CC7EE9A-8ECE-6748-8CF3-40B7EE0CBDF9}"/>
                  </a:ext>
                </a:extLst>
              </p:cNvPr>
              <p:cNvSpPr/>
              <p:nvPr/>
            </p:nvSpPr>
            <p:spPr>
              <a:xfrm>
                <a:off x="3019425" y="979944"/>
                <a:ext cx="5882775" cy="2072819"/>
              </a:xfrm>
              <a:prstGeom prst="roundRect">
                <a:avLst>
                  <a:gd name="adj" fmla="val 7199"/>
                </a:avLst>
              </a:prstGeom>
              <a:noFill/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eqArr>
                              <m:eqArr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sSubSup>
                                  <m:sSub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𝜑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𝜑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e>
                              <m:e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m:rPr>
                                    <m:nor/>
                                  </m:rPr>
                                  <a:rPr lang="en-US" dirty="0"/>
                                  <m:t> 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  <m:sup>
                                        <m:d>
                                          <m:d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𝑛</m:t>
                                            </m:r>
                                          </m:e>
                                        </m:d>
                                      </m:sup>
                                    </m:sSub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</m:e>
                                </m:d>
                                <m:r>
                                  <m:rPr>
                                    <m:nor/>
                                  </m:rPr>
                                  <a:rPr lang="en-US" dirty="0"/>
                                  <m:t> 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  <m:sup>
                                        <m:d>
                                          <m:d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𝑛</m:t>
                                            </m:r>
                                          </m:e>
                                        </m:d>
                                      </m:sup>
                                    </m:sSubSup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</m:e>
                                </m:d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e>
                            </m:eqArr>
                          </m:e>
                        </m:mr>
                        <m:mr>
                          <m:e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sup>
                            </m:sSubSup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𝑠𝑢𝑟𝑓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sup>
                            </m:sSubSup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sup>
                            </m:sSubSup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p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sup>
                            </m:sSup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  <a:endParaRPr lang="en-US" dirty="0">
                  <a:solidFill>
                    <a:schemeClr val="bg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1CC7EE9A-8ECE-6748-8CF3-40B7EE0CBD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9425" y="979944"/>
                <a:ext cx="5882775" cy="2072819"/>
              </a:xfrm>
              <a:prstGeom prst="roundRect">
                <a:avLst>
                  <a:gd name="adj" fmla="val 7199"/>
                </a:avLst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275F59F1-F3FC-C914-2816-533E36098209}"/>
                  </a:ext>
                </a:extLst>
              </p:cNvPr>
              <p:cNvSpPr/>
              <p:nvPr/>
            </p:nvSpPr>
            <p:spPr>
              <a:xfrm>
                <a:off x="3019424" y="3188857"/>
                <a:ext cx="5882775" cy="1864156"/>
              </a:xfrm>
              <a:prstGeom prst="roundRect">
                <a:avLst>
                  <a:gd name="adj" fmla="val 7199"/>
                </a:avLst>
              </a:prstGeom>
              <a:noFill/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Crop transpiration: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Sup>
                                          <m:sSubSup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  <m:sup>
                                            <m:d>
                                              <m:dPr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𝑛</m:t>
                                                </m:r>
                                              </m:e>
                                            </m:d>
                                          </m:sup>
                                        </m:sSubSup>
                                        <m:d>
                                          <m:d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e>
                                        </m:d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5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e>
                            </m:func>
                          </m:e>
                        </m:d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Surface runoff: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Sup>
                                          <m:sSubSup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𝑊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𝑠𝑢𝑟𝑓</m:t>
                                            </m:r>
                                          </m:sub>
                                          <m:sup>
                                            <m:d>
                                              <m:dPr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𝑛</m:t>
                                                </m:r>
                                              </m:e>
                                            </m:d>
                                          </m:sup>
                                        </m:sSubSup>
                                        <m:d>
                                          <m:d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e>
                                        </m:d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3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bSup>
                                  <m:sSub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𝑠𝑢𝑟𝑓</m:t>
                                    </m:r>
                                  </m:sub>
                                  <m:sup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sup>
                                </m:sSubSup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+4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</m:t>
                            </m:r>
                          </m:e>
                        </m:eqAr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m>
                      <m:mPr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sup>
                          </m:sSubSup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𝑎𝑛𝑑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𝑢𝑟𝑓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sup>
                          </m:sSub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mr>
                      <m:m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𝑜𝑡h𝑒𝑟𝑤𝑖𝑠𝑒</m:t>
                          </m:r>
                        </m:e>
                      </m:mr>
                    </m:m>
                  </m:oMath>
                </a14:m>
                <a:endParaRPr lang="en-US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Deep vertical percolation: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𝑡𝑒𝑚𝑝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sup>
                            </m:sSubSup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e>
                    </m:func>
                  </m:oMath>
                </a14:m>
                <a:endParaRPr lang="en-US" dirty="0">
                  <a:solidFill>
                    <a:schemeClr val="bg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275F59F1-F3FC-C914-2816-533E360982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9424" y="3188857"/>
                <a:ext cx="5882775" cy="1864156"/>
              </a:xfrm>
              <a:prstGeom prst="roundRect">
                <a:avLst>
                  <a:gd name="adj" fmla="val 7199"/>
                </a:avLst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3464FF74-126C-A4D3-D14A-1C4249C17BBC}"/>
                  </a:ext>
                </a:extLst>
              </p:cNvPr>
              <p:cNvSpPr/>
              <p:nvPr/>
            </p:nvSpPr>
            <p:spPr>
              <a:xfrm>
                <a:off x="241798" y="2333625"/>
                <a:ext cx="2663325" cy="2719388"/>
              </a:xfrm>
              <a:prstGeom prst="roundRect">
                <a:avLst>
                  <a:gd name="adj" fmla="val 8068"/>
                </a:avLst>
              </a:prstGeom>
              <a:noFill/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b="0" i="1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Water uptake </a:t>
                </a:r>
                <a:r>
                  <a:rPr lang="en-US" b="0" i="1" dirty="0" err="1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coeff</a:t>
                </a:r>
                <a:r>
                  <a:rPr lang="en-US" b="0" i="1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b="0" i="1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Wilting point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b="0" i="1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SCS curve-number threshold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b="0" i="1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Daily drainage </a:t>
                </a:r>
                <a:r>
                  <a:rPr lang="en-US" b="0" i="1" dirty="0" err="1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coeff</a:t>
                </a:r>
                <a:r>
                  <a:rPr lang="en-US" b="0" i="1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Root zone</a:t>
                </a:r>
                <a:endParaRPr lang="en-US" b="0" i="1" dirty="0"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b="0" i="1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Field capacity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b="0" i="1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Heat stress maturation rate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b="0" i="1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Drought stress maturation rate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Radiation use efficiency</a:t>
                </a:r>
              </a:p>
              <a:p>
                <a:endParaRPr lang="en-US" dirty="0">
                  <a:solidFill>
                    <a:schemeClr val="bg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3464FF74-126C-A4D3-D14A-1C4249C17BB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798" y="2333625"/>
                <a:ext cx="2663325" cy="2719388"/>
              </a:xfrm>
              <a:prstGeom prst="roundRect">
                <a:avLst>
                  <a:gd name="adj" fmla="val 8068"/>
                </a:avLst>
              </a:prstGeom>
              <a:blipFill>
                <a:blip r:embed="rId6"/>
                <a:stretch>
                  <a:fillRect b="-1778"/>
                </a:stretch>
              </a:blipFill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52863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F97A5"/>
        </a:solidFill>
        <a:effectLst/>
      </p:bgPr>
    </p:bg>
    <p:spTree>
      <p:nvGrpSpPr>
        <p:cNvPr id="1" name="Shape 243">
          <a:extLst>
            <a:ext uri="{FF2B5EF4-FFF2-40B4-BE49-F238E27FC236}">
              <a16:creationId xmlns:a16="http://schemas.microsoft.com/office/drawing/2014/main" id="{EF4DD90C-246C-A70A-1D1F-0A7A312A1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0">
            <a:extLst>
              <a:ext uri="{FF2B5EF4-FFF2-40B4-BE49-F238E27FC236}">
                <a16:creationId xmlns:a16="http://schemas.microsoft.com/office/drawing/2014/main" id="{B53DBD11-C544-37B2-E26B-6182172EC0EA}"/>
              </a:ext>
            </a:extLst>
          </p:cNvPr>
          <p:cNvSpPr txBox="1"/>
          <p:nvPr/>
        </p:nvSpPr>
        <p:spPr>
          <a:xfrm>
            <a:off x="8496300" y="4800600"/>
            <a:ext cx="381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g3e1b453938d_0_4">
            <a:extLst>
              <a:ext uri="{FF2B5EF4-FFF2-40B4-BE49-F238E27FC236}">
                <a16:creationId xmlns:a16="http://schemas.microsoft.com/office/drawing/2014/main" id="{A49F8439-A1FA-5B93-6B49-840DCC7103AB}"/>
              </a:ext>
            </a:extLst>
          </p:cNvPr>
          <p:cNvSpPr txBox="1"/>
          <p:nvPr/>
        </p:nvSpPr>
        <p:spPr>
          <a:xfrm>
            <a:off x="241800" y="289750"/>
            <a:ext cx="5489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dirty="0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System Modeling and Dynamics</a:t>
            </a:r>
            <a:endParaRPr sz="3000" b="1" i="0" u="none" strike="noStrike" cap="none" dirty="0">
              <a:solidFill>
                <a:schemeClr val="lt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7B58937-970E-88A6-D084-A3FA1EB13163}"/>
                  </a:ext>
                </a:extLst>
              </p:cNvPr>
              <p:cNvSpPr/>
              <p:nvPr/>
            </p:nvSpPr>
            <p:spPr>
              <a:xfrm>
                <a:off x="241800" y="1000125"/>
                <a:ext cx="6297114" cy="4062413"/>
              </a:xfrm>
              <a:prstGeom prst="roundRect">
                <a:avLst>
                  <a:gd name="adj" fmla="val 7199"/>
                </a:avLst>
              </a:prstGeom>
              <a:noFill/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dirty="0"/>
                  <a:t>Total surface water available: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𝑠𝑢𝑟𝑓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</m:sub>
                      <m:sup/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</m:num>
                          <m:den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</m:sSubSup>
                          </m:den>
                        </m:f>
                      </m:e>
                    </m:nary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r>
                  <a:rPr lang="en-US" b="0" dirty="0"/>
                  <a:t>Infiltration: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𝑠𝑢𝑟𝑓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𝑠𝑎𝑡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r>
                  <a:rPr lang="en-US" b="0" dirty="0"/>
                  <a:t>Thermal accumulation: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𝑚𝑒𝑎𝑛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e>
                    </m:func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r>
                  <a:rPr lang="en-US" b="0" dirty="0"/>
                  <a:t>Heat stress: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𝑐𝑙𝑖𝑝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𝑚𝑎𝑥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</m:num>
                          <m:den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sub>
                            </m:sSub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,0,1</m:t>
                        </m:r>
                      </m:e>
                    </m:d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r>
                  <a:rPr lang="en-US" b="0" dirty="0"/>
                  <a:t>Low temperature stress: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1,  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𝑚𝑒𝑎𝑛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&gt;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sub>
                            </m:sSub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0,  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𝑚𝑒𝑎𝑛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≤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sub>
                            </m:sSub>
                          </m:e>
                        </m:eqArr>
                      </m:e>
                    </m:d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r>
                  <a:rPr lang="en-US" b="0" dirty="0" err="1"/>
                  <a:t>Dro</a:t>
                </a:r>
                <a:r>
                  <a:rPr lang="en-US" b="0" dirty="0"/>
                  <a:t>ught stress: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14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Sup>
                                  <m:sSub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𝜑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den>
                            </m:f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e>
                    </m:func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r>
                  <a:rPr lang="en-US" b="0" dirty="0"/>
                  <a:t>Waterlogging stress: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𝑐𝑙𝑖𝑝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</m:sSub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,0,1</m:t>
                        </m:r>
                      </m:e>
                    </m:d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r>
                  <a:rPr lang="en-US" b="0" dirty="0"/>
                  <a:t>Growth function: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b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19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func>
                                  <m:func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exp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−0.01</m:t>
                                        </m:r>
                                        <m:d>
                                          <m:d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𝑛</m:t>
                                                </m:r>
                                              </m:sup>
                                            </m:sSubSup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𝜃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20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</m:d>
                                  </m:e>
                                </m:func>
                              </m:den>
                            </m:f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b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≤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</m:sub>
                            </m:sSub>
                            <m:r>
                              <m:rPr>
                                <m:lit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f>
                              <m:f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19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func>
                                  <m:func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exp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0.01</m:t>
                                        </m:r>
                                        <m:d>
                                          <m:d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𝑛</m:t>
                                                </m:r>
                                              </m:sup>
                                            </m:sSubSup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sSubSup>
                                              <m:sSubSupPr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3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𝑛</m:t>
                                                </m:r>
                                              </m:sup>
                                            </m:sSubSup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𝜃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18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</m:d>
                                  </m:e>
                                </m:func>
                              </m:den>
                            </m:f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b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&gt;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18</m:t>
                                </m:r>
                              </m:sub>
                            </m:sSub>
                            <m:r>
                              <m:rPr>
                                <m:lit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eqArr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>
                  <a:solidFill>
                    <a:schemeClr val="bg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  <a:p>
                <a:endParaRPr lang="en-US" dirty="0">
                  <a:solidFill>
                    <a:schemeClr val="bg1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47B58937-970E-88A6-D084-A3FA1EB1316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800" y="1000125"/>
                <a:ext cx="6297114" cy="4062413"/>
              </a:xfrm>
              <a:prstGeom prst="roundRect">
                <a:avLst>
                  <a:gd name="adj" fmla="val 7199"/>
                </a:avLst>
              </a:prstGeom>
              <a:blipFill>
                <a:blip r:embed="rId3"/>
                <a:stretch>
                  <a:fillRect l="-2122"/>
                </a:stretch>
              </a:blipFill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25A471D6-F6E1-A6FE-9A57-B75E545AE61C}"/>
                  </a:ext>
                </a:extLst>
              </p:cNvPr>
              <p:cNvSpPr/>
              <p:nvPr/>
            </p:nvSpPr>
            <p:spPr>
              <a:xfrm>
                <a:off x="6753225" y="1000125"/>
                <a:ext cx="2205037" cy="4062413"/>
              </a:xfrm>
              <a:prstGeom prst="roundRect">
                <a:avLst/>
              </a:prstGeom>
              <a:noFill/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percipitation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irrigation</a:t>
                </a:r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number of lower elevation neighbors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𝑠𝑎𝑡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saturation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 Root zone</a:t>
                </a:r>
                <a:endParaRPr lang="en-US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Base temperature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9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heat stress onset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Extreme heat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14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drought sensitivity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18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maturity threshold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19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maximum interception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GDD at 50% interception</a:t>
                </a:r>
              </a:p>
            </p:txBody>
          </p:sp>
        </mc:Choice>
        <mc:Fallback xmlns="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25A471D6-F6E1-A6FE-9A57-B75E545AE6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3225" y="1000125"/>
                <a:ext cx="2205037" cy="4062413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bg1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0296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BC669-625A-0BA9-34D0-6ED352DE3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E52C0F-A2DD-6F45-7C5A-BB112754CA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Approaches</a:t>
            </a:r>
          </a:p>
        </p:txBody>
      </p:sp>
    </p:spTree>
    <p:extLst>
      <p:ext uri="{BB962C8B-B14F-4D97-AF65-F5344CB8AC3E}">
        <p14:creationId xmlns:p14="http://schemas.microsoft.com/office/powerpoint/2010/main" val="22085506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Where to see Vietnam's rice terraces | Vietnam Tourism">
            <a:extLst>
              <a:ext uri="{FF2B5EF4-FFF2-40B4-BE49-F238E27FC236}">
                <a16:creationId xmlns:a16="http://schemas.microsoft.com/office/drawing/2014/main" id="{5C20AC3C-8B9B-163F-1B3F-5098B5BCDD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94270"/>
          </a:xfrm>
          <a:prstGeom prst="rect">
            <a:avLst/>
          </a:prstGeom>
          <a:solidFill>
            <a:schemeClr val="bg2">
              <a:alpha val="49000"/>
            </a:schemeClr>
          </a:solidFill>
          <a:ln>
            <a:noFill/>
          </a:ln>
        </p:spPr>
      </p:pic>
      <p:sp>
        <p:nvSpPr>
          <p:cNvPr id="2" name="Google Shape;160;p1">
            <a:extLst>
              <a:ext uri="{FF2B5EF4-FFF2-40B4-BE49-F238E27FC236}">
                <a16:creationId xmlns:a16="http://schemas.microsoft.com/office/drawing/2014/main" id="{0652E012-EDCA-23CD-9D1C-8107199B86CB}"/>
              </a:ext>
            </a:extLst>
          </p:cNvPr>
          <p:cNvSpPr/>
          <p:nvPr/>
        </p:nvSpPr>
        <p:spPr>
          <a:xfrm>
            <a:off x="1" y="0"/>
            <a:ext cx="9143999" cy="5194270"/>
          </a:xfrm>
          <a:prstGeom prst="rect">
            <a:avLst/>
          </a:prstGeom>
          <a:solidFill>
            <a:schemeClr val="bg2">
              <a:lumMod val="85000"/>
              <a:lumOff val="15000"/>
              <a:alpha val="69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8"/>
          <p:cNvSpPr txBox="1"/>
          <p:nvPr/>
        </p:nvSpPr>
        <p:spPr>
          <a:xfrm>
            <a:off x="355780" y="131147"/>
            <a:ext cx="48867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dirty="0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MPC Problem Statement</a:t>
            </a:r>
            <a:endParaRPr sz="3600" b="0" i="0" u="none" strike="noStrike" cap="none" dirty="0">
              <a:solidFill>
                <a:schemeClr val="lt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5" name="Google Shape;205;p8"/>
          <p:cNvSpPr txBox="1"/>
          <p:nvPr/>
        </p:nvSpPr>
        <p:spPr>
          <a:xfrm>
            <a:off x="8633460" y="4800600"/>
            <a:ext cx="2438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8"/>
          <p:cNvSpPr/>
          <p:nvPr/>
        </p:nvSpPr>
        <p:spPr>
          <a:xfrm>
            <a:off x="351341" y="833438"/>
            <a:ext cx="8441317" cy="4005262"/>
          </a:xfrm>
          <a:prstGeom prst="roundRect">
            <a:avLst>
              <a:gd name="adj" fmla="val 7829"/>
            </a:avLst>
          </a:prstGeom>
          <a:noFill/>
          <a:ln w="9525" cap="flat" cmpd="sng">
            <a:solidFill>
              <a:schemeClr val="bg1">
                <a:lumMod val="20000"/>
                <a:lumOff val="80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1"/>
          <p:cNvSpPr txBox="1"/>
          <p:nvPr/>
        </p:nvSpPr>
        <p:spPr>
          <a:xfrm>
            <a:off x="365760" y="333065"/>
            <a:ext cx="836842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>
              <a:buClr>
                <a:schemeClr val="lt1"/>
              </a:buClr>
              <a:buSzPts val="2667"/>
            </a:pPr>
            <a:r>
              <a:rPr lang="en-US" sz="30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MPC Parameter Selection</a:t>
            </a:r>
          </a:p>
        </p:txBody>
      </p:sp>
      <p:sp>
        <p:nvSpPr>
          <p:cNvPr id="227" name="Google Shape;227;p11"/>
          <p:cNvSpPr txBox="1"/>
          <p:nvPr/>
        </p:nvSpPr>
        <p:spPr>
          <a:xfrm>
            <a:off x="8496300" y="4800600"/>
            <a:ext cx="381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2"/>
          <p:cNvSpPr txBox="1"/>
          <p:nvPr/>
        </p:nvSpPr>
        <p:spPr>
          <a:xfrm>
            <a:off x="8496300" y="4800600"/>
            <a:ext cx="381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216;p10">
            <a:extLst>
              <a:ext uri="{FF2B5EF4-FFF2-40B4-BE49-F238E27FC236}">
                <a16:creationId xmlns:a16="http://schemas.microsoft.com/office/drawing/2014/main" id="{3B5AADBC-AAD5-7DD8-9E4F-BFEA3DF977D5}"/>
              </a:ext>
            </a:extLst>
          </p:cNvPr>
          <p:cNvSpPr txBox="1">
            <a:spLocks/>
          </p:cNvSpPr>
          <p:nvPr/>
        </p:nvSpPr>
        <p:spPr>
          <a:xfrm>
            <a:off x="402743" y="324208"/>
            <a:ext cx="6824663" cy="527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3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>
                <a:schemeClr val="lt1"/>
              </a:buClr>
              <a:buSzPts val="2667"/>
            </a:pPr>
            <a:r>
              <a:rPr lang="en-US" sz="3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Soft Actor-Critic RL Controller </a:t>
            </a:r>
            <a:endParaRPr lang="en-US" sz="30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>
          <a:extLst>
            <a:ext uri="{FF2B5EF4-FFF2-40B4-BE49-F238E27FC236}">
              <a16:creationId xmlns:a16="http://schemas.microsoft.com/office/drawing/2014/main" id="{8C2FB4D1-8BDA-9A35-59F3-C707AE6E9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2">
            <a:extLst>
              <a:ext uri="{FF2B5EF4-FFF2-40B4-BE49-F238E27FC236}">
                <a16:creationId xmlns:a16="http://schemas.microsoft.com/office/drawing/2014/main" id="{E8DF3163-B7B2-6D7E-8D15-5D74AAF720B8}"/>
              </a:ext>
            </a:extLst>
          </p:cNvPr>
          <p:cNvSpPr txBox="1"/>
          <p:nvPr/>
        </p:nvSpPr>
        <p:spPr>
          <a:xfrm>
            <a:off x="281940" y="310204"/>
            <a:ext cx="8511540" cy="5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chemeClr val="lt1"/>
              </a:buClr>
              <a:buSzPts val="2667"/>
            </a:pPr>
            <a:r>
              <a:rPr lang="en-US" sz="30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SAC Training Dynamics</a:t>
            </a:r>
            <a:endParaRPr sz="3000" b="1" i="0" u="none" strike="noStrike" cap="none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33" name="Google Shape;233;p12">
            <a:extLst>
              <a:ext uri="{FF2B5EF4-FFF2-40B4-BE49-F238E27FC236}">
                <a16:creationId xmlns:a16="http://schemas.microsoft.com/office/drawing/2014/main" id="{80F1708E-3EF5-98B7-DBCA-6F3252AD81BB}"/>
              </a:ext>
            </a:extLst>
          </p:cNvPr>
          <p:cNvSpPr txBox="1"/>
          <p:nvPr/>
        </p:nvSpPr>
        <p:spPr>
          <a:xfrm>
            <a:off x="8496300" y="4800600"/>
            <a:ext cx="381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01324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8"/>
          <p:cNvSpPr txBox="1">
            <a:spLocks noGrp="1"/>
          </p:cNvSpPr>
          <p:nvPr>
            <p:ph type="title"/>
          </p:nvPr>
        </p:nvSpPr>
        <p:spPr>
          <a:xfrm>
            <a:off x="457200" y="306434"/>
            <a:ext cx="6824382" cy="873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88888"/>
              <a:buFont typeface="Arial"/>
              <a:buNone/>
            </a:pPr>
            <a:r>
              <a:rPr lang="en-US" sz="30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Comparative Results: Yield and Water Use </a:t>
            </a:r>
            <a:endParaRPr sz="3000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9" name="Google Shape;239;p18"/>
          <p:cNvSpPr txBox="1"/>
          <p:nvPr/>
        </p:nvSpPr>
        <p:spPr>
          <a:xfrm>
            <a:off x="8496300" y="4800600"/>
            <a:ext cx="381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37">
          <a:extLst>
            <a:ext uri="{FF2B5EF4-FFF2-40B4-BE49-F238E27FC236}">
              <a16:creationId xmlns:a16="http://schemas.microsoft.com/office/drawing/2014/main" id="{E486BA78-BD38-BB63-7F81-FA2FEABF1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8">
            <a:extLst>
              <a:ext uri="{FF2B5EF4-FFF2-40B4-BE49-F238E27FC236}">
                <a16:creationId xmlns:a16="http://schemas.microsoft.com/office/drawing/2014/main" id="{3C8C8698-FE62-D86D-11FF-2C7F6D0A15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306435"/>
            <a:ext cx="6824382" cy="950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88888"/>
              <a:buFont typeface="Arial"/>
              <a:buNone/>
            </a:pPr>
            <a:r>
              <a:rPr lang="en-US" sz="3000" dirty="0">
                <a:solidFill>
                  <a:srgbClr val="FFFFFF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Comparative Results: Computational Cost and Robustness to Noise </a:t>
            </a:r>
            <a:endParaRPr sz="3000" dirty="0">
              <a:solidFill>
                <a:srgbClr val="FFFFFF"/>
              </a:solidFill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39" name="Google Shape;239;p18">
            <a:extLst>
              <a:ext uri="{FF2B5EF4-FFF2-40B4-BE49-F238E27FC236}">
                <a16:creationId xmlns:a16="http://schemas.microsoft.com/office/drawing/2014/main" id="{A2703554-C981-A8FF-6D1F-4E92FCA69AAD}"/>
              </a:ext>
            </a:extLst>
          </p:cNvPr>
          <p:cNvSpPr txBox="1"/>
          <p:nvPr/>
        </p:nvSpPr>
        <p:spPr>
          <a:xfrm>
            <a:off x="8496300" y="4800600"/>
            <a:ext cx="381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05624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4"/>
          <p:cNvSpPr txBox="1">
            <a:spLocks noGrp="1"/>
          </p:cNvSpPr>
          <p:nvPr>
            <p:ph type="title"/>
          </p:nvPr>
        </p:nvSpPr>
        <p:spPr>
          <a:xfrm>
            <a:off x="193412" y="268335"/>
            <a:ext cx="6824382" cy="527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 sz="3000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Conclusion</a:t>
            </a:r>
            <a:endParaRPr sz="3000">
              <a:solidFill>
                <a:schemeClr val="lt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2" name="Google Shape;252;p24"/>
          <p:cNvSpPr txBox="1"/>
          <p:nvPr/>
        </p:nvSpPr>
        <p:spPr>
          <a:xfrm>
            <a:off x="8496300" y="4800600"/>
            <a:ext cx="381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24"/>
          <p:cNvSpPr txBox="1"/>
          <p:nvPr/>
        </p:nvSpPr>
        <p:spPr>
          <a:xfrm>
            <a:off x="316300" y="1192213"/>
            <a:ext cx="8234100" cy="321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556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EFEFEF"/>
              </a:buClr>
              <a:buSzPts val="2000"/>
              <a:buFont typeface="Times New Roman"/>
              <a:buChar char="➢"/>
            </a:pPr>
            <a:r>
              <a:rPr lang="en-US" sz="2000" dirty="0">
                <a:solidFill>
                  <a:srgbClr val="EFEFE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</a:t>
            </a:r>
            <a:endParaRPr sz="2000" b="0" i="0" u="none" strike="noStrike" cap="none" dirty="0">
              <a:solidFill>
                <a:srgbClr val="EFEFE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556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EFEFEF"/>
              </a:buClr>
              <a:buSzPts val="2000"/>
              <a:buFont typeface="Times New Roman"/>
              <a:buChar char="➢"/>
            </a:pPr>
            <a:r>
              <a:rPr lang="en-US" sz="2000" b="0" i="0" u="none" strike="noStrike" cap="none" dirty="0">
                <a:solidFill>
                  <a:srgbClr val="EFEFE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</a:t>
            </a:r>
            <a:endParaRPr sz="2000" b="0" i="0" u="none" strike="noStrike" cap="none" dirty="0">
              <a:solidFill>
                <a:srgbClr val="EFEFE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556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EFEFEF"/>
              </a:buClr>
              <a:buSzPts val="2000"/>
              <a:buFont typeface="Times New Roman"/>
              <a:buChar char="➢"/>
            </a:pPr>
            <a:endParaRPr sz="2000" b="0" i="0" u="none" strike="noStrike" cap="none" dirty="0">
              <a:solidFill>
                <a:srgbClr val="EFEFE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"/>
          <p:cNvSpPr txBox="1">
            <a:spLocks noGrp="1"/>
          </p:cNvSpPr>
          <p:nvPr>
            <p:ph type="title" idx="4294967295"/>
          </p:nvPr>
        </p:nvSpPr>
        <p:spPr>
          <a:xfrm>
            <a:off x="457200" y="1947757"/>
            <a:ext cx="8229600" cy="12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 sz="37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THANK YOU</a:t>
            </a:r>
            <a:br>
              <a:rPr lang="en-US" sz="37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37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FOR YOUR TIME!</a:t>
            </a:r>
            <a:endParaRPr sz="290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9" name="Google Shape;259;p25"/>
          <p:cNvSpPr txBox="1"/>
          <p:nvPr/>
        </p:nvSpPr>
        <p:spPr>
          <a:xfrm>
            <a:off x="3087150" y="4439175"/>
            <a:ext cx="2969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taratorbati@yahoo.com</a:t>
            </a: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25"/>
          <p:cNvSpPr txBox="1"/>
          <p:nvPr/>
        </p:nvSpPr>
        <p:spPr>
          <a:xfrm>
            <a:off x="8496300" y="4800600"/>
            <a:ext cx="381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 sz="1400" b="0" i="0" u="none" strike="noStrike" cap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ITMO">
  <a:themeElements>
    <a:clrScheme name="Другая 1">
      <a:dk1>
        <a:srgbClr val="146E78"/>
      </a:dk1>
      <a:lt1>
        <a:srgbClr val="B2D0D0"/>
      </a:lt1>
      <a:dk2>
        <a:srgbClr val="000000"/>
      </a:dk2>
      <a:lt2>
        <a:srgbClr val="F8F8F8"/>
      </a:lt2>
      <a:accent1>
        <a:srgbClr val="146E78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1963</TotalTime>
  <Words>533</Words>
  <Application>Microsoft Office PowerPoint</Application>
  <PresentationFormat>On-screen Show (16:9)</PresentationFormat>
  <Paragraphs>95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Cambria Math</vt:lpstr>
      <vt:lpstr>Times New Roman</vt:lpstr>
      <vt:lpstr>ITMO</vt:lpstr>
      <vt:lpstr>Modern Control Methods in Agricultural Irrigation</vt:lpstr>
      <vt:lpstr>Motivation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Comparative Results: Yield and Water Use </vt:lpstr>
      <vt:lpstr>Comparative Results: Computational Cost and Robustness to Noise </vt:lpstr>
      <vt:lpstr>Conclusion</vt:lpstr>
      <vt:lpstr>THANK YOU FOR YOUR TIME!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Tara Torbati</dc:creator>
  <cp:lastModifiedBy>Tara Torbati</cp:lastModifiedBy>
  <cp:revision>7</cp:revision>
  <dcterms:modified xsi:type="dcterms:W3CDTF">2026-06-09T22:30:58Z</dcterms:modified>
</cp:coreProperties>
</file>