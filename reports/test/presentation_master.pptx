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2"/>
  </p:notesMasterIdLst>
  <p:sldIdLst>
    <p:sldId id="281" r:id="rId2"/>
    <p:sldId id="282" r:id="rId3"/>
    <p:sldId id="298" r:id="rId4"/>
    <p:sldId id="278" r:id="rId5"/>
    <p:sldId id="279" r:id="rId6"/>
    <p:sldId id="277" r:id="rId7"/>
    <p:sldId id="283" r:id="rId8"/>
    <p:sldId id="289" r:id="rId9"/>
    <p:sldId id="291" r:id="rId10"/>
    <p:sldId id="292" r:id="rId11"/>
    <p:sldId id="265" r:id="rId12"/>
    <p:sldId id="276" r:id="rId13"/>
    <p:sldId id="295" r:id="rId14"/>
    <p:sldId id="296" r:id="rId15"/>
    <p:sldId id="293" r:id="rId16"/>
    <p:sldId id="286" r:id="rId17"/>
    <p:sldId id="284" r:id="rId18"/>
    <p:sldId id="299" r:id="rId19"/>
    <p:sldId id="300" r:id="rId20"/>
    <p:sldId id="269"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50DDB9E4-EE43-42B4-8ACE-F4CFB5DAE3A1}">
          <p14:sldIdLst>
            <p14:sldId id="281"/>
            <p14:sldId id="282"/>
            <p14:sldId id="298"/>
            <p14:sldId id="278"/>
            <p14:sldId id="279"/>
            <p14:sldId id="277"/>
          </p14:sldIdLst>
        </p14:section>
        <p14:section name="Untitled Section" id="{14B79FE2-AD62-4022-9C5C-1C4219224EE0}">
          <p14:sldIdLst>
            <p14:sldId id="283"/>
            <p14:sldId id="289"/>
            <p14:sldId id="291"/>
            <p14:sldId id="292"/>
            <p14:sldId id="265"/>
            <p14:sldId id="276"/>
            <p14:sldId id="295"/>
            <p14:sldId id="296"/>
            <p14:sldId id="293"/>
            <p14:sldId id="286"/>
            <p14:sldId id="284"/>
            <p14:sldId id="299"/>
            <p14:sldId id="300"/>
            <p14:sldId id="269"/>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ibd/3r0laNjtFWsuezWThHJraGm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D4D5"/>
    <a:srgbClr val="404040"/>
    <a:srgbClr val="000000"/>
    <a:srgbClr val="003300"/>
    <a:srgbClr val="738E91"/>
    <a:srgbClr val="A88F6D"/>
    <a:srgbClr val="595959"/>
    <a:srgbClr val="7E7E7E"/>
    <a:srgbClr val="ECF5DF"/>
    <a:srgbClr val="DBEB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87A7ECD-2A97-474F-886D-0B6430B54BD1}">
  <a:tblStyle styleId="{687A7ECD-2A97-474F-886D-0B6430B54BD1}"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AEB"/>
          </a:solidFill>
        </a:fill>
      </a:tcStyle>
    </a:wholeTbl>
    <a:band1H>
      <a:tcTxStyle b="off" i="off"/>
      <a:tcStyle>
        <a:tcBdr/>
        <a:fill>
          <a:solidFill>
            <a:srgbClr val="CAD4D5"/>
          </a:solidFill>
        </a:fill>
      </a:tcStyle>
    </a:band1H>
    <a:band2H>
      <a:tcTxStyle b="off" i="off"/>
      <a:tcStyle>
        <a:tcBdr/>
      </a:tcStyle>
    </a:band2H>
    <a:band1V>
      <a:tcTxStyle b="off" i="off"/>
      <a:tcStyle>
        <a:tcBdr/>
        <a:fill>
          <a:solidFill>
            <a:srgbClr val="CAD4D5"/>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41" autoAdjust="0"/>
    <p:restoredTop sz="87057" autoAdjust="0"/>
  </p:normalViewPr>
  <p:slideViewPr>
    <p:cSldViewPr snapToGrid="0">
      <p:cViewPr varScale="1">
        <p:scale>
          <a:sx n="102" d="100"/>
          <a:sy n="102" d="100"/>
        </p:scale>
        <p:origin x="588"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motivation (here </a:t>
            </a:r>
            <a:r>
              <a:rPr lang="en-US" dirty="0" err="1"/>
              <a:t>i</a:t>
            </a:r>
            <a:r>
              <a:rPr lang="en-US" dirty="0"/>
              <a:t> need to talk about both my country's current water crisis + modern methods of agriculture and precision agriculture + overview of already existing materials and get to the research gap at the end)</a:t>
            </a:r>
          </a:p>
          <a:p>
            <a:pPr marL="0" lvl="0" indent="0" algn="l" rtl="0">
              <a:lnSpc>
                <a:spcPct val="100000"/>
              </a:lnSpc>
              <a:spcBef>
                <a:spcPts val="0"/>
              </a:spcBef>
              <a:spcAft>
                <a:spcPts val="0"/>
              </a:spcAft>
              <a:buSzPts val="1100"/>
              <a:buNone/>
            </a:pPr>
            <a:endParaRPr dirty="0"/>
          </a:p>
        </p:txBody>
      </p:sp>
      <p:sp>
        <p:nvSpPr>
          <p:cNvPr id="166" name="Google Shape;16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8B87F1C4-5CD7-4113-C3FB-4E8E5BF975B4}"/>
            </a:ext>
          </a:extLst>
        </p:cNvPr>
        <p:cNvGrpSpPr/>
        <p:nvPr/>
      </p:nvGrpSpPr>
      <p:grpSpPr>
        <a:xfrm>
          <a:off x="0" y="0"/>
          <a:ext cx="0" cy="0"/>
          <a:chOff x="0" y="0"/>
          <a:chExt cx="0" cy="0"/>
        </a:xfrm>
      </p:grpSpPr>
      <p:sp>
        <p:nvSpPr>
          <p:cNvPr id="171" name="Google Shape;171;p3:notes">
            <a:extLst>
              <a:ext uri="{FF2B5EF4-FFF2-40B4-BE49-F238E27FC236}">
                <a16:creationId xmlns:a16="http://schemas.microsoft.com/office/drawing/2014/main" id="{DFC67B5D-6BAD-5D6A-573B-BD0ED2FB54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72" name="Google Shape;172;p3:notes">
            <a:extLst>
              <a:ext uri="{FF2B5EF4-FFF2-40B4-BE49-F238E27FC236}">
                <a16:creationId xmlns:a16="http://schemas.microsoft.com/office/drawing/2014/main" id="{C88F754E-C00C-5D15-111F-F062BA9E1B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p:txBody>
      </p:sp>
    </p:spTree>
    <p:extLst>
      <p:ext uri="{BB962C8B-B14F-4D97-AF65-F5344CB8AC3E}">
        <p14:creationId xmlns:p14="http://schemas.microsoft.com/office/powerpoint/2010/main" val="32973421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a:extLst>
            <a:ext uri="{FF2B5EF4-FFF2-40B4-BE49-F238E27FC236}">
              <a16:creationId xmlns:a16="http://schemas.microsoft.com/office/drawing/2014/main" id="{E09BD5FC-85FA-1EBE-406C-F1FB104C4301}"/>
            </a:ext>
          </a:extLst>
        </p:cNvPr>
        <p:cNvGrpSpPr/>
        <p:nvPr/>
      </p:nvGrpSpPr>
      <p:grpSpPr>
        <a:xfrm>
          <a:off x="0" y="0"/>
          <a:ext cx="0" cy="0"/>
          <a:chOff x="0" y="0"/>
          <a:chExt cx="0" cy="0"/>
        </a:xfrm>
      </p:grpSpPr>
      <p:sp>
        <p:nvSpPr>
          <p:cNvPr id="241" name="Google Shape;241;p20:notes">
            <a:extLst>
              <a:ext uri="{FF2B5EF4-FFF2-40B4-BE49-F238E27FC236}">
                <a16:creationId xmlns:a16="http://schemas.microsoft.com/office/drawing/2014/main" id="{7C064220-242D-F61C-EFCE-7765DB193E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2" name="Google Shape;242;p20:notes">
            <a:extLst>
              <a:ext uri="{FF2B5EF4-FFF2-40B4-BE49-F238E27FC236}">
                <a16:creationId xmlns:a16="http://schemas.microsoft.com/office/drawing/2014/main" id="{0D9B0E5A-A95D-44F6-8752-D184F90BE3A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dirty="0">
                <a:solidFill>
                  <a:schemeClr val="bg1">
                    <a:lumMod val="60000"/>
                    <a:lumOff val="40000"/>
                  </a:schemeClr>
                </a:solidFill>
                <a:latin typeface="Times New Roman" panose="02020603050405020304" pitchFamily="18" charset="0"/>
                <a:cs typeface="Times New Roman" panose="02020603050405020304" pitchFamily="18" charset="0"/>
              </a:rPr>
              <a:t>Rain, </a:t>
            </a:r>
            <a:r>
              <a:rPr lang="en-US" sz="1100" dirty="0" err="1">
                <a:solidFill>
                  <a:schemeClr val="bg1">
                    <a:lumMod val="60000"/>
                    <a:lumOff val="40000"/>
                  </a:schemeClr>
                </a:solidFill>
                <a:latin typeface="Times New Roman" panose="02020603050405020304" pitchFamily="18" charset="0"/>
                <a:cs typeface="Times New Roman" panose="02020603050405020304" pitchFamily="18" charset="0"/>
              </a:rPr>
              <a:t>ETc</a:t>
            </a:r>
            <a:r>
              <a:rPr lang="en-US" sz="1100" dirty="0">
                <a:solidFill>
                  <a:schemeClr val="bg1">
                    <a:lumMod val="60000"/>
                    <a:lumOff val="40000"/>
                  </a:schemeClr>
                </a:solidFill>
                <a:latin typeface="Times New Roman" panose="02020603050405020304" pitchFamily="18" charset="0"/>
                <a:cs typeface="Times New Roman" panose="02020603050405020304" pitchFamily="18" charset="0"/>
              </a:rPr>
              <a:t>, Radiation, h2, h7, g </a:t>
            </a:r>
          </a:p>
          <a:p>
            <a:r>
              <a:rPr lang="en-US" dirty="0"/>
              <a:t>general objective (explaining necessary info of model and framing work as stress avoidance control under constraint)</a:t>
            </a:r>
          </a:p>
          <a:p>
            <a:pPr algn="ctr">
              <a:lnSpc>
                <a:spcPct val="150000"/>
              </a:lnSpc>
            </a:pPr>
            <a:endParaRPr lang="en-US" dirty="0">
              <a:solidFill>
                <a:schemeClr val="bg1">
                  <a:lumMod val="60000"/>
                  <a:lumOff val="40000"/>
                </a:schemeClr>
              </a:solidFill>
              <a:latin typeface="Times New Roman" panose="02020603050405020304" pitchFamily="18" charset="0"/>
              <a:cs typeface="Times New Roman" panose="02020603050405020304" pitchFamily="18" charset="0"/>
            </a:endParaRPr>
          </a:p>
          <a:p>
            <a:pPr marL="457200" lvl="0" indent="-22860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671566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a:extLst>
            <a:ext uri="{FF2B5EF4-FFF2-40B4-BE49-F238E27FC236}">
              <a16:creationId xmlns:a16="http://schemas.microsoft.com/office/drawing/2014/main" id="{7A3E6FFB-6478-2069-9DB2-FAE0EF05B1F7}"/>
            </a:ext>
          </a:extLst>
        </p:cNvPr>
        <p:cNvGrpSpPr/>
        <p:nvPr/>
      </p:nvGrpSpPr>
      <p:grpSpPr>
        <a:xfrm>
          <a:off x="0" y="0"/>
          <a:ext cx="0" cy="0"/>
          <a:chOff x="0" y="0"/>
          <a:chExt cx="0" cy="0"/>
        </a:xfrm>
      </p:grpSpPr>
      <p:sp>
        <p:nvSpPr>
          <p:cNvPr id="241" name="Google Shape;241;p20:notes">
            <a:extLst>
              <a:ext uri="{FF2B5EF4-FFF2-40B4-BE49-F238E27FC236}">
                <a16:creationId xmlns:a16="http://schemas.microsoft.com/office/drawing/2014/main" id="{C2358D1A-1C52-4AAB-F54C-2DA46D6E22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2" name="Google Shape;242;p20:notes">
            <a:extLst>
              <a:ext uri="{FF2B5EF4-FFF2-40B4-BE49-F238E27FC236}">
                <a16:creationId xmlns:a16="http://schemas.microsoft.com/office/drawing/2014/main" id="{9DCC36A8-A8DD-2D51-209B-4B5FE38ADAE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system model (full description of my agent-based math model with special attention to key info)</a:t>
            </a:r>
          </a:p>
          <a:p>
            <a:pPr marL="457200" lvl="0" indent="-22860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940249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a:extLst>
            <a:ext uri="{FF2B5EF4-FFF2-40B4-BE49-F238E27FC236}">
              <a16:creationId xmlns:a16="http://schemas.microsoft.com/office/drawing/2014/main" id="{8C2899B3-762F-4649-2E44-B3BC4C2EFE36}"/>
            </a:ext>
          </a:extLst>
        </p:cNvPr>
        <p:cNvGrpSpPr/>
        <p:nvPr/>
      </p:nvGrpSpPr>
      <p:grpSpPr>
        <a:xfrm>
          <a:off x="0" y="0"/>
          <a:ext cx="0" cy="0"/>
          <a:chOff x="0" y="0"/>
          <a:chExt cx="0" cy="0"/>
        </a:xfrm>
      </p:grpSpPr>
      <p:sp>
        <p:nvSpPr>
          <p:cNvPr id="241" name="Google Shape;241;p20:notes">
            <a:extLst>
              <a:ext uri="{FF2B5EF4-FFF2-40B4-BE49-F238E27FC236}">
                <a16:creationId xmlns:a16="http://schemas.microsoft.com/office/drawing/2014/main" id="{57E5CB9B-BA1B-4A4C-BD72-82AED7D086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2" name="Google Shape;242;p20:notes">
            <a:extLst>
              <a:ext uri="{FF2B5EF4-FFF2-40B4-BE49-F238E27FC236}">
                <a16:creationId xmlns:a16="http://schemas.microsoft.com/office/drawing/2014/main" id="{CD881B9A-6691-7710-1D27-9F81E3BD810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93449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B7DB28FB-D36B-1F63-9036-1620CB34B6F9}"/>
            </a:ext>
          </a:extLst>
        </p:cNvPr>
        <p:cNvGrpSpPr/>
        <p:nvPr/>
      </p:nvGrpSpPr>
      <p:grpSpPr>
        <a:xfrm>
          <a:off x="0" y="0"/>
          <a:ext cx="0" cy="0"/>
          <a:chOff x="0" y="0"/>
          <a:chExt cx="0" cy="0"/>
        </a:xfrm>
      </p:grpSpPr>
      <p:sp>
        <p:nvSpPr>
          <p:cNvPr id="222" name="Google Shape;222;p11:notes">
            <a:extLst>
              <a:ext uri="{FF2B5EF4-FFF2-40B4-BE49-F238E27FC236}">
                <a16:creationId xmlns:a16="http://schemas.microsoft.com/office/drawing/2014/main" id="{86463E5D-BB2F-ADFD-F642-4E1494DC1AC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controller overview (brief overview of all controllers designed)</a:t>
            </a:r>
          </a:p>
          <a:p>
            <a:r>
              <a:rPr lang="en-US" dirty="0"/>
              <a:t>reactive controllers (fixed schedule + reactive controller recently designed and now existing in repo)</a:t>
            </a:r>
          </a:p>
          <a:p>
            <a:pPr marL="0" lvl="0" indent="0" algn="l" rtl="0">
              <a:lnSpc>
                <a:spcPct val="100000"/>
              </a:lnSpc>
              <a:spcBef>
                <a:spcPts val="0"/>
              </a:spcBef>
              <a:spcAft>
                <a:spcPts val="0"/>
              </a:spcAft>
              <a:buSzPts val="1100"/>
              <a:buNone/>
            </a:pPr>
            <a:endParaRPr dirty="0"/>
          </a:p>
        </p:txBody>
      </p:sp>
      <p:sp>
        <p:nvSpPr>
          <p:cNvPr id="223" name="Google Shape;223;p11:notes">
            <a:extLst>
              <a:ext uri="{FF2B5EF4-FFF2-40B4-BE49-F238E27FC236}">
                <a16:creationId xmlns:a16="http://schemas.microsoft.com/office/drawing/2014/main" id="{40F714BD-3032-F454-0D67-8B115FB183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449582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DC2E59E6-10C7-EC9F-70C9-CAEB6BB7D3BA}"/>
            </a:ext>
          </a:extLst>
        </p:cNvPr>
        <p:cNvGrpSpPr/>
        <p:nvPr/>
      </p:nvGrpSpPr>
      <p:grpSpPr>
        <a:xfrm>
          <a:off x="0" y="0"/>
          <a:ext cx="0" cy="0"/>
          <a:chOff x="0" y="0"/>
          <a:chExt cx="0" cy="0"/>
        </a:xfrm>
      </p:grpSpPr>
      <p:sp>
        <p:nvSpPr>
          <p:cNvPr id="222" name="Google Shape;222;p11:notes">
            <a:extLst>
              <a:ext uri="{FF2B5EF4-FFF2-40B4-BE49-F238E27FC236}">
                <a16:creationId xmlns:a16="http://schemas.microsoft.com/office/drawing/2014/main" id="{ECCD7350-BDE5-6EDC-C915-CBA08C2D619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controller overview (brief overview of all controllers designed)</a:t>
            </a:r>
          </a:p>
          <a:p>
            <a:r>
              <a:rPr lang="en-US" dirty="0"/>
              <a:t>reactive controllers (fixed schedule + reactive controller recently designed and now existing in repo)</a:t>
            </a:r>
          </a:p>
          <a:p>
            <a:pPr marL="0" lvl="0" indent="0" algn="l" rtl="0">
              <a:lnSpc>
                <a:spcPct val="100000"/>
              </a:lnSpc>
              <a:spcBef>
                <a:spcPts val="0"/>
              </a:spcBef>
              <a:spcAft>
                <a:spcPts val="0"/>
              </a:spcAft>
              <a:buSzPts val="1100"/>
              <a:buNone/>
            </a:pPr>
            <a:endParaRPr dirty="0"/>
          </a:p>
        </p:txBody>
      </p:sp>
      <p:sp>
        <p:nvSpPr>
          <p:cNvPr id="223" name="Google Shape;223;p11:notes">
            <a:extLst>
              <a:ext uri="{FF2B5EF4-FFF2-40B4-BE49-F238E27FC236}">
                <a16:creationId xmlns:a16="http://schemas.microsoft.com/office/drawing/2014/main" id="{1CF197DB-921B-4B96-9E85-F7A8F8A2CB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017424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A9541A6D-FF09-F9A7-8728-5131BFE238FB}"/>
            </a:ext>
          </a:extLst>
        </p:cNvPr>
        <p:cNvGrpSpPr/>
        <p:nvPr/>
      </p:nvGrpSpPr>
      <p:grpSpPr>
        <a:xfrm>
          <a:off x="0" y="0"/>
          <a:ext cx="0" cy="0"/>
          <a:chOff x="0" y="0"/>
          <a:chExt cx="0" cy="0"/>
        </a:xfrm>
      </p:grpSpPr>
      <p:sp>
        <p:nvSpPr>
          <p:cNvPr id="222" name="Google Shape;222;p11:notes">
            <a:extLst>
              <a:ext uri="{FF2B5EF4-FFF2-40B4-BE49-F238E27FC236}">
                <a16:creationId xmlns:a16="http://schemas.microsoft.com/office/drawing/2014/main" id="{931770B7-D591-ED5C-CEF5-E2E9FC2E4B9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controller overview (brief overview of all controllers designed)</a:t>
            </a:r>
          </a:p>
          <a:p>
            <a:r>
              <a:rPr lang="en-US" dirty="0"/>
              <a:t>reactive controllers (fixed schedule + reactive controller recently designed and now existing in repo)</a:t>
            </a:r>
          </a:p>
          <a:p>
            <a:pPr marL="0" lvl="0" indent="0" algn="l" rtl="0">
              <a:lnSpc>
                <a:spcPct val="100000"/>
              </a:lnSpc>
              <a:spcBef>
                <a:spcPts val="0"/>
              </a:spcBef>
              <a:spcAft>
                <a:spcPts val="0"/>
              </a:spcAft>
              <a:buSzPts val="1100"/>
              <a:buNone/>
            </a:pPr>
            <a:endParaRPr dirty="0"/>
          </a:p>
        </p:txBody>
      </p:sp>
      <p:sp>
        <p:nvSpPr>
          <p:cNvPr id="223" name="Google Shape;223;p11:notes">
            <a:extLst>
              <a:ext uri="{FF2B5EF4-FFF2-40B4-BE49-F238E27FC236}">
                <a16:creationId xmlns:a16="http://schemas.microsoft.com/office/drawing/2014/main" id="{44193F85-EDEB-107D-77E1-EF3A872EBC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564577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92C91CFB-9111-E835-6232-685F31A24507}"/>
            </a:ext>
          </a:extLst>
        </p:cNvPr>
        <p:cNvGrpSpPr/>
        <p:nvPr/>
      </p:nvGrpSpPr>
      <p:grpSpPr>
        <a:xfrm>
          <a:off x="0" y="0"/>
          <a:ext cx="0" cy="0"/>
          <a:chOff x="0" y="0"/>
          <a:chExt cx="0" cy="0"/>
        </a:xfrm>
      </p:grpSpPr>
      <p:sp>
        <p:nvSpPr>
          <p:cNvPr id="222" name="Google Shape;222;p11:notes">
            <a:extLst>
              <a:ext uri="{FF2B5EF4-FFF2-40B4-BE49-F238E27FC236}">
                <a16:creationId xmlns:a16="http://schemas.microsoft.com/office/drawing/2014/main" id="{B22FBD9B-ADBE-F312-5486-CA0AEB97634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 weights sweep, horizon analysis)</a:t>
            </a:r>
          </a:p>
        </p:txBody>
      </p:sp>
      <p:sp>
        <p:nvSpPr>
          <p:cNvPr id="223" name="Google Shape;223;p11:notes">
            <a:extLst>
              <a:ext uri="{FF2B5EF4-FFF2-40B4-BE49-F238E27FC236}">
                <a16:creationId xmlns:a16="http://schemas.microsoft.com/office/drawing/2014/main" id="{51A4AAD5-4857-8A56-D564-78BDB16BD5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183231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RL problem statement: cost function + network structure (for training and execution) 1. sac 2. td3</a:t>
            </a:r>
          </a:p>
          <a:p>
            <a:pPr marL="0" lvl="0" indent="0" algn="l" rtl="0">
              <a:lnSpc>
                <a:spcPct val="100000"/>
              </a:lnSpc>
              <a:spcBef>
                <a:spcPts val="0"/>
              </a:spcBef>
              <a:spcAft>
                <a:spcPts val="0"/>
              </a:spcAft>
              <a:buSzPts val="1100"/>
              <a:buNone/>
            </a:pPr>
            <a:endParaRPr dirty="0"/>
          </a:p>
        </p:txBody>
      </p:sp>
      <p:sp>
        <p:nvSpPr>
          <p:cNvPr id="230" name="Google Shape;23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E729EDF4-6A9C-9FBC-B2C2-D2BC5BFBDA96}"/>
            </a:ext>
          </a:extLst>
        </p:cNvPr>
        <p:cNvGrpSpPr/>
        <p:nvPr/>
      </p:nvGrpSpPr>
      <p:grpSpPr>
        <a:xfrm>
          <a:off x="0" y="0"/>
          <a:ext cx="0" cy="0"/>
          <a:chOff x="0" y="0"/>
          <a:chExt cx="0" cy="0"/>
        </a:xfrm>
      </p:grpSpPr>
      <p:sp>
        <p:nvSpPr>
          <p:cNvPr id="229" name="Google Shape;229;p12:notes">
            <a:extLst>
              <a:ext uri="{FF2B5EF4-FFF2-40B4-BE49-F238E27FC236}">
                <a16:creationId xmlns:a16="http://schemas.microsoft.com/office/drawing/2014/main" id="{2CA44349-B4FA-0E29-7F96-053860626F1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0" name="Google Shape;230;p12:notes">
            <a:extLst>
              <a:ext uri="{FF2B5EF4-FFF2-40B4-BE49-F238E27FC236}">
                <a16:creationId xmlns:a16="http://schemas.microsoft.com/office/drawing/2014/main" id="{E65B31E3-16EB-7C85-5578-0F76496A2B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808224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a:extLst>
            <a:ext uri="{FF2B5EF4-FFF2-40B4-BE49-F238E27FC236}">
              <a16:creationId xmlns:a16="http://schemas.microsoft.com/office/drawing/2014/main" id="{81B32F2A-C4F3-BE59-7724-5074C411B1B4}"/>
            </a:ext>
          </a:extLst>
        </p:cNvPr>
        <p:cNvGrpSpPr/>
        <p:nvPr/>
      </p:nvGrpSpPr>
      <p:grpSpPr>
        <a:xfrm>
          <a:off x="0" y="0"/>
          <a:ext cx="0" cy="0"/>
          <a:chOff x="0" y="0"/>
          <a:chExt cx="0" cy="0"/>
        </a:xfrm>
      </p:grpSpPr>
      <p:sp>
        <p:nvSpPr>
          <p:cNvPr id="235" name="Google Shape;235;p18:notes">
            <a:extLst>
              <a:ext uri="{FF2B5EF4-FFF2-40B4-BE49-F238E27FC236}">
                <a16:creationId xmlns:a16="http://schemas.microsoft.com/office/drawing/2014/main" id="{0764EC19-57CB-1E3F-8E7B-FF9CB87A7E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36" name="Google Shape;236;p18:notes">
            <a:extLst>
              <a:ext uri="{FF2B5EF4-FFF2-40B4-BE49-F238E27FC236}">
                <a16:creationId xmlns:a16="http://schemas.microsoft.com/office/drawing/2014/main" id="{BDF87114-07B5-87ED-64ED-0BF1A939109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results (maybe more than one slide): yield, water used, number of drought and waterlog days, soil moisture level plots, latency, mean delta u</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841206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a:extLst>
            <a:ext uri="{FF2B5EF4-FFF2-40B4-BE49-F238E27FC236}">
              <a16:creationId xmlns:a16="http://schemas.microsoft.com/office/drawing/2014/main" id="{2C271471-65B3-5337-ED97-412E804F2D6C}"/>
            </a:ext>
          </a:extLst>
        </p:cNvPr>
        <p:cNvGrpSpPr/>
        <p:nvPr/>
      </p:nvGrpSpPr>
      <p:grpSpPr>
        <a:xfrm>
          <a:off x="0" y="0"/>
          <a:ext cx="0" cy="0"/>
          <a:chOff x="0" y="0"/>
          <a:chExt cx="0" cy="0"/>
        </a:xfrm>
      </p:grpSpPr>
      <p:sp>
        <p:nvSpPr>
          <p:cNvPr id="235" name="Google Shape;235;p18:notes">
            <a:extLst>
              <a:ext uri="{FF2B5EF4-FFF2-40B4-BE49-F238E27FC236}">
                <a16:creationId xmlns:a16="http://schemas.microsoft.com/office/drawing/2014/main" id="{62CD60F3-5B65-6DB3-4D42-1086A7FB6B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36" name="Google Shape;236;p18:notes">
            <a:extLst>
              <a:ext uri="{FF2B5EF4-FFF2-40B4-BE49-F238E27FC236}">
                <a16:creationId xmlns:a16="http://schemas.microsoft.com/office/drawing/2014/main" id="{9FF27625-4D07-FE71-3F7B-6E080D1B5C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results (maybe more than one slide): yield, water used, number of drought and waterlog days, soil moisture level plots, latency, mean delta u</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594813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a:extLst>
            <a:ext uri="{FF2B5EF4-FFF2-40B4-BE49-F238E27FC236}">
              <a16:creationId xmlns:a16="http://schemas.microsoft.com/office/drawing/2014/main" id="{8995C441-9BCB-4DE9-3578-37B698BFD5A0}"/>
            </a:ext>
          </a:extLst>
        </p:cNvPr>
        <p:cNvGrpSpPr/>
        <p:nvPr/>
      </p:nvGrpSpPr>
      <p:grpSpPr>
        <a:xfrm>
          <a:off x="0" y="0"/>
          <a:ext cx="0" cy="0"/>
          <a:chOff x="0" y="0"/>
          <a:chExt cx="0" cy="0"/>
        </a:xfrm>
      </p:grpSpPr>
      <p:sp>
        <p:nvSpPr>
          <p:cNvPr id="235" name="Google Shape;235;p18:notes">
            <a:extLst>
              <a:ext uri="{FF2B5EF4-FFF2-40B4-BE49-F238E27FC236}">
                <a16:creationId xmlns:a16="http://schemas.microsoft.com/office/drawing/2014/main" id="{15512D3B-60BA-8C85-5616-6F9A38E282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36" name="Google Shape;236;p18:notes">
            <a:extLst>
              <a:ext uri="{FF2B5EF4-FFF2-40B4-BE49-F238E27FC236}">
                <a16:creationId xmlns:a16="http://schemas.microsoft.com/office/drawing/2014/main" id="{2FA34BBE-910C-E85C-C1A8-9A9103B1E88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861403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49" name="Google Shape;249;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a:extLst>
            <a:ext uri="{FF2B5EF4-FFF2-40B4-BE49-F238E27FC236}">
              <a16:creationId xmlns:a16="http://schemas.microsoft.com/office/drawing/2014/main" id="{36A9859D-4285-37C9-F81E-39F8F40CEF43}"/>
            </a:ext>
          </a:extLst>
        </p:cNvPr>
        <p:cNvGrpSpPr/>
        <p:nvPr/>
      </p:nvGrpSpPr>
      <p:grpSpPr>
        <a:xfrm>
          <a:off x="0" y="0"/>
          <a:ext cx="0" cy="0"/>
          <a:chOff x="0" y="0"/>
          <a:chExt cx="0" cy="0"/>
        </a:xfrm>
      </p:grpSpPr>
      <p:sp>
        <p:nvSpPr>
          <p:cNvPr id="248" name="Google Shape;248;p24:notes">
            <a:extLst>
              <a:ext uri="{FF2B5EF4-FFF2-40B4-BE49-F238E27FC236}">
                <a16:creationId xmlns:a16="http://schemas.microsoft.com/office/drawing/2014/main" id="{B9C90616-B851-3F0D-FEDC-C65D943B416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49" name="Google Shape;249;p24:notes">
            <a:extLst>
              <a:ext uri="{FF2B5EF4-FFF2-40B4-BE49-F238E27FC236}">
                <a16:creationId xmlns:a16="http://schemas.microsoft.com/office/drawing/2014/main" id="{CAA8358C-DBF4-1507-DB69-48D6E7CCB9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6452074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a:extLst>
            <a:ext uri="{FF2B5EF4-FFF2-40B4-BE49-F238E27FC236}">
              <a16:creationId xmlns:a16="http://schemas.microsoft.com/office/drawing/2014/main" id="{8B7C0749-3AB6-3ED6-5B3F-99F907294322}"/>
            </a:ext>
          </a:extLst>
        </p:cNvPr>
        <p:cNvGrpSpPr/>
        <p:nvPr/>
      </p:nvGrpSpPr>
      <p:grpSpPr>
        <a:xfrm>
          <a:off x="0" y="0"/>
          <a:ext cx="0" cy="0"/>
          <a:chOff x="0" y="0"/>
          <a:chExt cx="0" cy="0"/>
        </a:xfrm>
      </p:grpSpPr>
      <p:sp>
        <p:nvSpPr>
          <p:cNvPr id="248" name="Google Shape;248;p24:notes">
            <a:extLst>
              <a:ext uri="{FF2B5EF4-FFF2-40B4-BE49-F238E27FC236}">
                <a16:creationId xmlns:a16="http://schemas.microsoft.com/office/drawing/2014/main" id="{02AD2456-E395-1D5F-BD29-C4C044AD686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49" name="Google Shape;249;p24:notes">
            <a:extLst>
              <a:ext uri="{FF2B5EF4-FFF2-40B4-BE49-F238E27FC236}">
                <a16:creationId xmlns:a16="http://schemas.microsoft.com/office/drawing/2014/main" id="{15C0A533-C25B-897E-1A13-9104D0D823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294687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6" name="Google Shape;256;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2">
  <p:cSld name="CUSTOM_3">
    <p:spTree>
      <p:nvGrpSpPr>
        <p:cNvPr id="1" name="Shape 13"/>
        <p:cNvGrpSpPr/>
        <p:nvPr/>
      </p:nvGrpSpPr>
      <p:grpSpPr>
        <a:xfrm>
          <a:off x="0" y="0"/>
          <a:ext cx="0" cy="0"/>
          <a:chOff x="0" y="0"/>
          <a:chExt cx="0" cy="0"/>
        </a:xfrm>
      </p:grpSpPr>
      <p:sp>
        <p:nvSpPr>
          <p:cNvPr id="14" name="Google Shape;14;p36"/>
          <p:cNvSpPr txBox="1">
            <a:spLocks noGrp="1"/>
          </p:cNvSpPr>
          <p:nvPr>
            <p:ph type="title"/>
          </p:nvPr>
        </p:nvSpPr>
        <p:spPr>
          <a:xfrm>
            <a:off x="548175" y="340559"/>
            <a:ext cx="8229600" cy="620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5" name="Google Shape;15;p36"/>
          <p:cNvPicPr preferRelativeResize="0"/>
          <p:nvPr/>
        </p:nvPicPr>
        <p:blipFill rotWithShape="1">
          <a:blip r:embed="rId2">
            <a:alphaModFix/>
          </a:blip>
          <a:srcRect/>
          <a:stretch/>
        </p:blipFill>
        <p:spPr>
          <a:xfrm>
            <a:off x="2258" y="-3"/>
            <a:ext cx="9141742" cy="51435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1 2 1">
  <p:cSld name="CUSTOM_2_1">
    <p:bg>
      <p:bgPr>
        <a:noFill/>
        <a:effectLst/>
      </p:bgPr>
    </p:bg>
    <p:spTree>
      <p:nvGrpSpPr>
        <p:cNvPr id="1" name="Shape 20"/>
        <p:cNvGrpSpPr/>
        <p:nvPr/>
      </p:nvGrpSpPr>
      <p:grpSpPr>
        <a:xfrm>
          <a:off x="0" y="0"/>
          <a:ext cx="0" cy="0"/>
          <a:chOff x="0" y="0"/>
          <a:chExt cx="0" cy="0"/>
        </a:xfrm>
      </p:grpSpPr>
      <p:pic>
        <p:nvPicPr>
          <p:cNvPr id="21" name="Google Shape;21;p38"/>
          <p:cNvPicPr preferRelativeResize="0"/>
          <p:nvPr/>
        </p:nvPicPr>
        <p:blipFill rotWithShape="1">
          <a:blip r:embed="rId2">
            <a:alphaModFix amt="78000"/>
          </a:blip>
          <a:srcRect/>
          <a:stretch/>
        </p:blipFill>
        <p:spPr>
          <a:xfrm>
            <a:off x="0" y="-5700"/>
            <a:ext cx="9143999" cy="5154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1 2 2">
  <p:cSld name="CUSTOM_2_2">
    <p:bg>
      <p:bgPr>
        <a:solidFill>
          <a:srgbClr val="FFFFFF"/>
        </a:solidFill>
        <a:effectLst/>
      </p:bgPr>
    </p:bg>
    <p:spTree>
      <p:nvGrpSpPr>
        <p:cNvPr id="1" name="Shape 22"/>
        <p:cNvGrpSpPr/>
        <p:nvPr/>
      </p:nvGrpSpPr>
      <p:grpSpPr>
        <a:xfrm>
          <a:off x="0" y="0"/>
          <a:ext cx="0" cy="0"/>
          <a:chOff x="0" y="0"/>
          <a:chExt cx="0" cy="0"/>
        </a:xfrm>
      </p:grpSpPr>
      <p:pic>
        <p:nvPicPr>
          <p:cNvPr id="23" name="Google Shape;23;p39"/>
          <p:cNvPicPr preferRelativeResize="0"/>
          <p:nvPr/>
        </p:nvPicPr>
        <p:blipFill rotWithShape="1">
          <a:blip r:embed="rId2">
            <a:alphaModFix amt="41000"/>
          </a:blip>
          <a:srcRect/>
          <a:stretch/>
        </p:blipFill>
        <p:spPr>
          <a:xfrm>
            <a:off x="-20400" y="12"/>
            <a:ext cx="9184800" cy="514348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6_Пользовательский макет">
  <p:cSld name="6_Пользовательский макет">
    <p:bg>
      <p:bgPr>
        <a:solidFill>
          <a:srgbClr val="FFFFFF"/>
        </a:solidFill>
        <a:effectLst/>
      </p:bgPr>
    </p:bg>
    <p:spTree>
      <p:nvGrpSpPr>
        <p:cNvPr id="1" name="Shape 24"/>
        <p:cNvGrpSpPr/>
        <p:nvPr/>
      </p:nvGrpSpPr>
      <p:grpSpPr>
        <a:xfrm>
          <a:off x="0" y="0"/>
          <a:ext cx="0" cy="0"/>
          <a:chOff x="0" y="0"/>
          <a:chExt cx="0" cy="0"/>
        </a:xfrm>
      </p:grpSpPr>
      <p:sp>
        <p:nvSpPr>
          <p:cNvPr id="25" name="Google Shape;25;p41"/>
          <p:cNvSpPr txBox="1">
            <a:spLocks noGrp="1"/>
          </p:cNvSpPr>
          <p:nvPr>
            <p:ph type="title"/>
          </p:nvPr>
        </p:nvSpPr>
        <p:spPr>
          <a:xfrm>
            <a:off x="457200" y="306435"/>
            <a:ext cx="6824382" cy="52728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3200"/>
              <a:buFont typeface="Arial"/>
              <a:buNone/>
              <a:defRPr sz="3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1"/>
          <p:cNvSpPr txBox="1">
            <a:spLocks noGrp="1"/>
          </p:cNvSpPr>
          <p:nvPr>
            <p:ph type="body" idx="1"/>
          </p:nvPr>
        </p:nvSpPr>
        <p:spPr>
          <a:xfrm>
            <a:off x="457199" y="1040162"/>
            <a:ext cx="8389257" cy="373503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lt1"/>
              </a:buClr>
              <a:buSzPts val="1800"/>
              <a:buFont typeface="Arial"/>
              <a:buNone/>
              <a:defRPr sz="1800" b="0">
                <a:solidFill>
                  <a:schemeClr val="lt1"/>
                </a:solidFill>
              </a:defRPr>
            </a:lvl1pPr>
            <a:lvl2pPr marL="914400" lvl="1" indent="-228600" algn="l">
              <a:lnSpc>
                <a:spcPct val="100000"/>
              </a:lnSpc>
              <a:spcBef>
                <a:spcPts val="480"/>
              </a:spcBef>
              <a:spcAft>
                <a:spcPts val="0"/>
              </a:spcAft>
              <a:buClr>
                <a:schemeClr val="dk1"/>
              </a:buClr>
              <a:buSzPts val="2400"/>
              <a:buFont typeface="Arial"/>
              <a:buNone/>
              <a:defRPr sz="2400"/>
            </a:lvl2pPr>
            <a:lvl3pPr marL="1371600" lvl="2" indent="-228600" algn="l">
              <a:lnSpc>
                <a:spcPct val="100000"/>
              </a:lnSpc>
              <a:spcBef>
                <a:spcPts val="400"/>
              </a:spcBef>
              <a:spcAft>
                <a:spcPts val="0"/>
              </a:spcAft>
              <a:buClr>
                <a:schemeClr val="dk1"/>
              </a:buClr>
              <a:buSzPts val="2000"/>
              <a:buFont typeface="Arial"/>
              <a:buNone/>
              <a:defRPr sz="2000"/>
            </a:lvl3pPr>
            <a:lvl4pPr marL="1828800" lvl="3" indent="-228600" algn="l">
              <a:lnSpc>
                <a:spcPct val="100000"/>
              </a:lnSpc>
              <a:spcBef>
                <a:spcPts val="360"/>
              </a:spcBef>
              <a:spcAft>
                <a:spcPts val="0"/>
              </a:spcAft>
              <a:buClr>
                <a:schemeClr val="dk1"/>
              </a:buClr>
              <a:buSzPts val="1800"/>
              <a:buFont typeface="Arial"/>
              <a:buNone/>
              <a:defRPr sz="1800"/>
            </a:lvl4pPr>
            <a:lvl5pPr marL="2286000" lvl="4" indent="-228600" algn="l">
              <a:lnSpc>
                <a:spcPct val="100000"/>
              </a:lnSpc>
              <a:spcBef>
                <a:spcPts val="360"/>
              </a:spcBef>
              <a:spcAft>
                <a:spcPts val="0"/>
              </a:spcAft>
              <a:buClr>
                <a:schemeClr val="dk1"/>
              </a:buClr>
              <a:buSzPts val="1800"/>
              <a:buFont typeface="Arial"/>
              <a:buNone/>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pic>
        <p:nvPicPr>
          <p:cNvPr id="27" name="Google Shape;27;p41"/>
          <p:cNvPicPr preferRelativeResize="0"/>
          <p:nvPr/>
        </p:nvPicPr>
        <p:blipFill rotWithShape="1">
          <a:blip r:embed="rId2">
            <a:alphaModFix amt="66000"/>
          </a:blip>
          <a:srcRect/>
          <a:stretch/>
        </p:blipFill>
        <p:spPr>
          <a:xfrm>
            <a:off x="0" y="-16772"/>
            <a:ext cx="9144000" cy="517703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kfql">
  <p:cSld name="Ckfql">
    <p:bg>
      <p:bgPr>
        <a:blipFill>
          <a:blip r:embed="rId2">
            <a:alphaModFix/>
          </a:blip>
          <a:stretch>
            <a:fillRect/>
          </a:stretch>
        </a:blipFill>
        <a:effectLst/>
      </p:bgPr>
    </p:bg>
    <p:spTree>
      <p:nvGrpSpPr>
        <p:cNvPr id="1" name="Shape 28"/>
        <p:cNvGrpSpPr/>
        <p:nvPr/>
      </p:nvGrpSpPr>
      <p:grpSpPr>
        <a:xfrm>
          <a:off x="0" y="0"/>
          <a:ext cx="0" cy="0"/>
          <a:chOff x="0" y="0"/>
          <a:chExt cx="0" cy="0"/>
        </a:xfrm>
      </p:grpSpPr>
      <p:sp>
        <p:nvSpPr>
          <p:cNvPr id="29" name="Google Shape;29;p42"/>
          <p:cNvSpPr txBox="1">
            <a:spLocks noGrp="1"/>
          </p:cNvSpPr>
          <p:nvPr>
            <p:ph type="title"/>
          </p:nvPr>
        </p:nvSpPr>
        <p:spPr>
          <a:xfrm>
            <a:off x="457200" y="306435"/>
            <a:ext cx="6824382" cy="52728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3200"/>
              <a:buFont typeface="Arial"/>
              <a:buNone/>
              <a:defRPr sz="3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_page 1">
  <p:cSld name="8_Пользовательский макет_1">
    <p:bg>
      <p:bgPr>
        <a:noFill/>
        <a:effectLst/>
      </p:bgPr>
    </p:bg>
    <p:spTree>
      <p:nvGrpSpPr>
        <p:cNvPr id="1" name="Shape 30"/>
        <p:cNvGrpSpPr/>
        <p:nvPr/>
      </p:nvGrpSpPr>
      <p:grpSpPr>
        <a:xfrm>
          <a:off x="0" y="0"/>
          <a:ext cx="0" cy="0"/>
          <a:chOff x="0" y="0"/>
          <a:chExt cx="0" cy="0"/>
        </a:xfrm>
      </p:grpSpPr>
      <p:grpSp>
        <p:nvGrpSpPr>
          <p:cNvPr id="31" name="Google Shape;31;p44"/>
          <p:cNvGrpSpPr/>
          <p:nvPr/>
        </p:nvGrpSpPr>
        <p:grpSpPr>
          <a:xfrm>
            <a:off x="0" y="0"/>
            <a:ext cx="9144000" cy="5143705"/>
            <a:chOff x="0" y="0"/>
            <a:chExt cx="9144000" cy="4180175"/>
          </a:xfrm>
        </p:grpSpPr>
        <p:pic>
          <p:nvPicPr>
            <p:cNvPr id="32" name="Google Shape;32;p44"/>
            <p:cNvPicPr preferRelativeResize="0"/>
            <p:nvPr/>
          </p:nvPicPr>
          <p:blipFill rotWithShape="1">
            <a:blip r:embed="rId2">
              <a:alphaModFix/>
            </a:blip>
            <a:srcRect l="49367"/>
            <a:stretch/>
          </p:blipFill>
          <p:spPr>
            <a:xfrm>
              <a:off x="4514100" y="0"/>
              <a:ext cx="4629900" cy="2286000"/>
            </a:xfrm>
            <a:prstGeom prst="rect">
              <a:avLst/>
            </a:prstGeom>
            <a:noFill/>
            <a:ln>
              <a:noFill/>
            </a:ln>
          </p:spPr>
        </p:pic>
        <p:pic>
          <p:nvPicPr>
            <p:cNvPr id="33" name="Google Shape;33;p44"/>
            <p:cNvPicPr preferRelativeResize="0"/>
            <p:nvPr/>
          </p:nvPicPr>
          <p:blipFill rotWithShape="1">
            <a:blip r:embed="rId2">
              <a:alphaModFix/>
            </a:blip>
            <a:srcRect l="49859"/>
            <a:stretch/>
          </p:blipFill>
          <p:spPr>
            <a:xfrm rot="10800000" flipH="1">
              <a:off x="4559225" y="1894175"/>
              <a:ext cx="4584775" cy="2286000"/>
            </a:xfrm>
            <a:prstGeom prst="rect">
              <a:avLst/>
            </a:prstGeom>
            <a:noFill/>
            <a:ln>
              <a:noFill/>
            </a:ln>
          </p:spPr>
        </p:pic>
        <p:pic>
          <p:nvPicPr>
            <p:cNvPr id="34" name="Google Shape;34;p44"/>
            <p:cNvPicPr preferRelativeResize="0"/>
            <p:nvPr/>
          </p:nvPicPr>
          <p:blipFill rotWithShape="1">
            <a:blip r:embed="rId2">
              <a:alphaModFix/>
            </a:blip>
            <a:srcRect l="50000"/>
            <a:stretch/>
          </p:blipFill>
          <p:spPr>
            <a:xfrm flipH="1">
              <a:off x="0" y="0"/>
              <a:ext cx="4572000" cy="2286000"/>
            </a:xfrm>
            <a:prstGeom prst="rect">
              <a:avLst/>
            </a:prstGeom>
            <a:noFill/>
            <a:ln>
              <a:noFill/>
            </a:ln>
          </p:spPr>
        </p:pic>
        <p:pic>
          <p:nvPicPr>
            <p:cNvPr id="35" name="Google Shape;35;p44"/>
            <p:cNvPicPr preferRelativeResize="0"/>
            <p:nvPr/>
          </p:nvPicPr>
          <p:blipFill rotWithShape="1">
            <a:blip r:embed="rId2">
              <a:alphaModFix/>
            </a:blip>
            <a:srcRect l="50017"/>
            <a:stretch/>
          </p:blipFill>
          <p:spPr>
            <a:xfrm rot="10800000">
              <a:off x="0" y="1894175"/>
              <a:ext cx="4570500" cy="2286000"/>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_Custom Layout">
  <p:cSld name="3_Custom Layout">
    <p:bg>
      <p:bgPr>
        <a:blipFill>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40"/>
          <p:cNvSpPr txBox="1">
            <a:spLocks noGrp="1"/>
          </p:cNvSpPr>
          <p:nvPr>
            <p:ph type="title"/>
          </p:nvPr>
        </p:nvSpPr>
        <p:spPr>
          <a:xfrm>
            <a:off x="457200" y="306435"/>
            <a:ext cx="6824382" cy="52728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3200"/>
              <a:buFont typeface="Arial"/>
              <a:buNone/>
              <a:defRPr sz="3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ustom Layout 2 1">
  <p:cSld name="CUSTOM_3_1">
    <p:spTree>
      <p:nvGrpSpPr>
        <p:cNvPr id="1" name="Shape 38"/>
        <p:cNvGrpSpPr/>
        <p:nvPr/>
      </p:nvGrpSpPr>
      <p:grpSpPr>
        <a:xfrm>
          <a:off x="0" y="0"/>
          <a:ext cx="0" cy="0"/>
          <a:chOff x="0" y="0"/>
          <a:chExt cx="0" cy="0"/>
        </a:xfrm>
      </p:grpSpPr>
      <p:sp>
        <p:nvSpPr>
          <p:cNvPr id="39" name="Google Shape;39;p43"/>
          <p:cNvSpPr txBox="1">
            <a:spLocks noGrp="1"/>
          </p:cNvSpPr>
          <p:nvPr>
            <p:ph type="title"/>
          </p:nvPr>
        </p:nvSpPr>
        <p:spPr>
          <a:xfrm>
            <a:off x="548175" y="340559"/>
            <a:ext cx="8229600" cy="620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40" name="Google Shape;40;p43"/>
          <p:cNvPicPr preferRelativeResize="0"/>
          <p:nvPr/>
        </p:nvPicPr>
        <p:blipFill rotWithShape="1">
          <a:blip r:embed="rId2">
            <a:alphaModFix/>
          </a:blip>
          <a:srcRect/>
          <a:stretch/>
        </p:blipFill>
        <p:spPr>
          <a:xfrm>
            <a:off x="2258" y="-3"/>
            <a:ext cx="9141742" cy="51435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5_Пользовательский макет">
  <p:cSld name="5_Пользовательский макет">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45"/>
          <p:cNvSpPr>
            <a:spLocks noGrp="1"/>
          </p:cNvSpPr>
          <p:nvPr>
            <p:ph type="pic" idx="2"/>
          </p:nvPr>
        </p:nvSpPr>
        <p:spPr>
          <a:xfrm>
            <a:off x="457200" y="936852"/>
            <a:ext cx="4608513" cy="3842155"/>
          </a:xfrm>
          <a:prstGeom prst="roundRect">
            <a:avLst>
              <a:gd name="adj" fmla="val 7617"/>
            </a:avLst>
          </a:prstGeom>
          <a:noFill/>
          <a:ln>
            <a:noFill/>
          </a:ln>
        </p:spPr>
        <p:txBody>
          <a:bodyPr/>
          <a:lstStyle/>
          <a:p>
            <a:endParaRPr lang="en-US"/>
          </a:p>
        </p:txBody>
      </p:sp>
      <p:sp>
        <p:nvSpPr>
          <p:cNvPr id="43" name="Google Shape;43;p45"/>
          <p:cNvSpPr txBox="1">
            <a:spLocks noGrp="1"/>
          </p:cNvSpPr>
          <p:nvPr>
            <p:ph type="title"/>
          </p:nvPr>
        </p:nvSpPr>
        <p:spPr>
          <a:xfrm>
            <a:off x="457200" y="306435"/>
            <a:ext cx="6824382" cy="52728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3200"/>
              <a:buFont typeface="Arial"/>
              <a:buNone/>
              <a:defRPr sz="3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Custom Layout">
  <p:cSld name="1_Custom Layout">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46"/>
          <p:cNvSpPr txBox="1">
            <a:spLocks noGrp="1"/>
          </p:cNvSpPr>
          <p:nvPr>
            <p:ph type="title"/>
          </p:nvPr>
        </p:nvSpPr>
        <p:spPr>
          <a:xfrm>
            <a:off x="457200" y="306435"/>
            <a:ext cx="6824382" cy="52728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3200"/>
              <a:buFont typeface="Arial"/>
              <a:buNone/>
              <a:defRPr sz="3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kfql 1">
  <p:cSld name="Ckfql_1">
    <p:bg>
      <p:bgPr>
        <a:solidFill>
          <a:schemeClr val="accent1"/>
        </a:solidFill>
        <a:effectLst/>
      </p:bgPr>
    </p:bg>
    <p:spTree>
      <p:nvGrpSpPr>
        <p:cNvPr id="1" name="Shape 46"/>
        <p:cNvGrpSpPr/>
        <p:nvPr/>
      </p:nvGrpSpPr>
      <p:grpSpPr>
        <a:xfrm>
          <a:off x="0" y="0"/>
          <a:ext cx="0" cy="0"/>
          <a:chOff x="0" y="0"/>
          <a:chExt cx="0" cy="0"/>
        </a:xfrm>
      </p:grpSpPr>
      <p:pic>
        <p:nvPicPr>
          <p:cNvPr id="47" name="Google Shape;47;p47"/>
          <p:cNvPicPr preferRelativeResize="0"/>
          <p:nvPr/>
        </p:nvPicPr>
        <p:blipFill rotWithShape="1">
          <a:blip r:embed="rId2">
            <a:alphaModFix amt="65000"/>
          </a:blip>
          <a:srcRect l="1096" t="1613"/>
          <a:stretch/>
        </p:blipFill>
        <p:spPr>
          <a:xfrm>
            <a:off x="-45725" y="-11425"/>
            <a:ext cx="9235439" cy="516636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5_Custom Layout">
  <p:cSld name="5_Custom Layout">
    <p:bg>
      <p:bgPr>
        <a:blipFill>
          <a:blip r:embed="rId2">
            <a:alphaModFix/>
          </a:blip>
          <a:stretch>
            <a:fillRect/>
          </a:stretch>
        </a:blipFill>
        <a:effectLst/>
      </p:bgPr>
    </p:bg>
    <p:spTree>
      <p:nvGrpSpPr>
        <p:cNvPr id="1" name="Shape 48"/>
        <p:cNvGrpSpPr/>
        <p:nvPr/>
      </p:nvGrpSpPr>
      <p:grpSpPr>
        <a:xfrm>
          <a:off x="0" y="0"/>
          <a:ext cx="0" cy="0"/>
          <a:chOff x="0" y="0"/>
          <a:chExt cx="0" cy="0"/>
        </a:xfrm>
      </p:grpSpPr>
      <p:sp>
        <p:nvSpPr>
          <p:cNvPr id="49" name="Google Shape;49;p48"/>
          <p:cNvSpPr>
            <a:spLocks noGrp="1"/>
          </p:cNvSpPr>
          <p:nvPr>
            <p:ph type="pic" idx="2"/>
          </p:nvPr>
        </p:nvSpPr>
        <p:spPr>
          <a:xfrm>
            <a:off x="457200" y="936852"/>
            <a:ext cx="4608513" cy="3842155"/>
          </a:xfrm>
          <a:prstGeom prst="roundRect">
            <a:avLst>
              <a:gd name="adj" fmla="val 7784"/>
            </a:avLst>
          </a:prstGeom>
          <a:noFill/>
          <a:ln>
            <a:noFill/>
          </a:ln>
        </p:spPr>
        <p:txBody>
          <a:bodyPr/>
          <a:lstStyle/>
          <a:p>
            <a:endParaRPr lang="en-US"/>
          </a:p>
        </p:txBody>
      </p:sp>
      <p:sp>
        <p:nvSpPr>
          <p:cNvPr id="50" name="Google Shape;50;p48"/>
          <p:cNvSpPr txBox="1">
            <a:spLocks noGrp="1"/>
          </p:cNvSpPr>
          <p:nvPr>
            <p:ph type="title"/>
          </p:nvPr>
        </p:nvSpPr>
        <p:spPr>
          <a:xfrm>
            <a:off x="457200" y="306435"/>
            <a:ext cx="6291943" cy="52728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3200"/>
              <a:buFont typeface="Arial"/>
              <a:buNone/>
              <a:defRPr sz="3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_Custom Layout">
  <p:cSld name="4_Custom Layout">
    <p:bg>
      <p:bgPr>
        <a:blipFill>
          <a:blip r:embed="rId2">
            <a:alphaModFix/>
          </a:blip>
          <a:stretch>
            <a:fillRect/>
          </a:stretch>
        </a:blipFill>
        <a:effectLst/>
      </p:bgPr>
    </p:bg>
    <p:spTree>
      <p:nvGrpSpPr>
        <p:cNvPr id="1" name="Shape 51"/>
        <p:cNvGrpSpPr/>
        <p:nvPr/>
      </p:nvGrpSpPr>
      <p:grpSpPr>
        <a:xfrm>
          <a:off x="0" y="0"/>
          <a:ext cx="0" cy="0"/>
          <a:chOff x="0" y="0"/>
          <a:chExt cx="0" cy="0"/>
        </a:xfrm>
      </p:grpSpPr>
      <p:sp>
        <p:nvSpPr>
          <p:cNvPr id="52" name="Google Shape;52;p49"/>
          <p:cNvSpPr txBox="1">
            <a:spLocks noGrp="1"/>
          </p:cNvSpPr>
          <p:nvPr>
            <p:ph type="body" idx="1"/>
          </p:nvPr>
        </p:nvSpPr>
        <p:spPr>
          <a:xfrm>
            <a:off x="457201" y="2933902"/>
            <a:ext cx="2589213" cy="26908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40"/>
              </a:spcBef>
              <a:spcAft>
                <a:spcPts val="0"/>
              </a:spcAft>
              <a:buClr>
                <a:schemeClr val="dk1"/>
              </a:buClr>
              <a:buSzPts val="1200"/>
              <a:buFont typeface="Arial"/>
              <a:buNone/>
              <a:defRPr sz="1200" b="1" i="0"/>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228600" algn="l">
              <a:lnSpc>
                <a:spcPct val="100000"/>
              </a:lnSpc>
              <a:spcBef>
                <a:spcPts val="360"/>
              </a:spcBef>
              <a:spcAft>
                <a:spcPts val="0"/>
              </a:spcAft>
              <a:buClr>
                <a:schemeClr val="dk1"/>
              </a:buClr>
              <a:buSzPts val="1800"/>
              <a:buNon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3" name="Google Shape;53;p49"/>
          <p:cNvSpPr txBox="1">
            <a:spLocks noGrp="1"/>
          </p:cNvSpPr>
          <p:nvPr>
            <p:ph type="body" idx="2"/>
          </p:nvPr>
        </p:nvSpPr>
        <p:spPr>
          <a:xfrm>
            <a:off x="3209454" y="2933902"/>
            <a:ext cx="2589213" cy="26908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40"/>
              </a:spcBef>
              <a:spcAft>
                <a:spcPts val="0"/>
              </a:spcAft>
              <a:buClr>
                <a:schemeClr val="dk1"/>
              </a:buClr>
              <a:buSzPts val="1200"/>
              <a:buFont typeface="Arial"/>
              <a:buNone/>
              <a:defRPr sz="1200" b="1" i="0"/>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228600" algn="l">
              <a:lnSpc>
                <a:spcPct val="100000"/>
              </a:lnSpc>
              <a:spcBef>
                <a:spcPts val="360"/>
              </a:spcBef>
              <a:spcAft>
                <a:spcPts val="0"/>
              </a:spcAft>
              <a:buClr>
                <a:schemeClr val="dk1"/>
              </a:buClr>
              <a:buSzPts val="1800"/>
              <a:buNon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4" name="Google Shape;54;p49"/>
          <p:cNvSpPr txBox="1">
            <a:spLocks noGrp="1"/>
          </p:cNvSpPr>
          <p:nvPr>
            <p:ph type="body" idx="3"/>
          </p:nvPr>
        </p:nvSpPr>
        <p:spPr>
          <a:xfrm>
            <a:off x="5969804" y="2933902"/>
            <a:ext cx="2589213" cy="26908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40"/>
              </a:spcBef>
              <a:spcAft>
                <a:spcPts val="0"/>
              </a:spcAft>
              <a:buClr>
                <a:schemeClr val="dk1"/>
              </a:buClr>
              <a:buSzPts val="1200"/>
              <a:buFont typeface="Arial"/>
              <a:buNone/>
              <a:defRPr sz="1200" b="1" i="0"/>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228600" algn="l">
              <a:lnSpc>
                <a:spcPct val="100000"/>
              </a:lnSpc>
              <a:spcBef>
                <a:spcPts val="360"/>
              </a:spcBef>
              <a:spcAft>
                <a:spcPts val="0"/>
              </a:spcAft>
              <a:buClr>
                <a:schemeClr val="dk1"/>
              </a:buClr>
              <a:buSzPts val="1800"/>
              <a:buNon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5" name="Google Shape;55;p49"/>
          <p:cNvSpPr txBox="1">
            <a:spLocks noGrp="1"/>
          </p:cNvSpPr>
          <p:nvPr>
            <p:ph type="body" idx="4"/>
          </p:nvPr>
        </p:nvSpPr>
        <p:spPr>
          <a:xfrm>
            <a:off x="457200" y="3287828"/>
            <a:ext cx="2588883" cy="139554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40"/>
              </a:spcBef>
              <a:spcAft>
                <a:spcPts val="0"/>
              </a:spcAft>
              <a:buClr>
                <a:schemeClr val="dk1"/>
              </a:buClr>
              <a:buSzPts val="1200"/>
              <a:buNone/>
              <a:defRPr sz="1200"/>
            </a:lvl1pPr>
            <a:lvl2pPr marL="914400" lvl="1" indent="-330200" algn="l">
              <a:lnSpc>
                <a:spcPct val="100000"/>
              </a:lnSpc>
              <a:spcBef>
                <a:spcPts val="320"/>
              </a:spcBef>
              <a:spcAft>
                <a:spcPts val="0"/>
              </a:spcAft>
              <a:buClr>
                <a:schemeClr val="dk1"/>
              </a:buClr>
              <a:buSzPts val="1600"/>
              <a:buChar char="•"/>
              <a:defRPr sz="1600"/>
            </a:lvl2pPr>
            <a:lvl3pPr marL="1371600" lvl="2" indent="-330200" algn="l">
              <a:lnSpc>
                <a:spcPct val="100000"/>
              </a:lnSpc>
              <a:spcBef>
                <a:spcPts val="320"/>
              </a:spcBef>
              <a:spcAft>
                <a:spcPts val="0"/>
              </a:spcAft>
              <a:buClr>
                <a:schemeClr val="dk1"/>
              </a:buClr>
              <a:buSzPts val="1600"/>
              <a:buChar char="•"/>
              <a:defRPr sz="1600"/>
            </a:lvl3pPr>
            <a:lvl4pPr marL="1828800" lvl="3" indent="-330200" algn="l">
              <a:lnSpc>
                <a:spcPct val="100000"/>
              </a:lnSpc>
              <a:spcBef>
                <a:spcPts val="320"/>
              </a:spcBef>
              <a:spcAft>
                <a:spcPts val="0"/>
              </a:spcAft>
              <a:buClr>
                <a:schemeClr val="dk1"/>
              </a:buClr>
              <a:buSzPts val="1600"/>
              <a:buChar char="•"/>
              <a:defRPr sz="1600"/>
            </a:lvl4pPr>
            <a:lvl5pPr marL="2286000" lvl="4" indent="-228600" algn="l">
              <a:lnSpc>
                <a:spcPct val="100000"/>
              </a:lnSpc>
              <a:spcBef>
                <a:spcPts val="320"/>
              </a:spcBef>
              <a:spcAft>
                <a:spcPts val="0"/>
              </a:spcAft>
              <a:buClr>
                <a:schemeClr val="dk1"/>
              </a:buClr>
              <a:buSzPts val="1600"/>
              <a:buNone/>
              <a:defRPr sz="16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56" name="Google Shape;56;p49"/>
          <p:cNvSpPr txBox="1">
            <a:spLocks noGrp="1"/>
          </p:cNvSpPr>
          <p:nvPr>
            <p:ph type="body" idx="5"/>
          </p:nvPr>
        </p:nvSpPr>
        <p:spPr>
          <a:xfrm>
            <a:off x="3207251" y="3299578"/>
            <a:ext cx="2591416" cy="139554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40"/>
              </a:spcBef>
              <a:spcAft>
                <a:spcPts val="0"/>
              </a:spcAft>
              <a:buClr>
                <a:schemeClr val="dk1"/>
              </a:buClr>
              <a:buSzPts val="1200"/>
              <a:buNone/>
              <a:defRPr sz="1200"/>
            </a:lvl1pPr>
            <a:lvl2pPr marL="914400" lvl="1" indent="-304800" algn="l">
              <a:lnSpc>
                <a:spcPct val="100000"/>
              </a:lnSpc>
              <a:spcBef>
                <a:spcPts val="240"/>
              </a:spcBef>
              <a:spcAft>
                <a:spcPts val="0"/>
              </a:spcAft>
              <a:buClr>
                <a:schemeClr val="dk1"/>
              </a:buClr>
              <a:buSzPts val="1200"/>
              <a:buChar char="•"/>
              <a:defRPr sz="1200"/>
            </a:lvl2pPr>
            <a:lvl3pPr marL="1371600" lvl="2" indent="-304800" algn="l">
              <a:lnSpc>
                <a:spcPct val="100000"/>
              </a:lnSpc>
              <a:spcBef>
                <a:spcPts val="240"/>
              </a:spcBef>
              <a:spcAft>
                <a:spcPts val="0"/>
              </a:spcAft>
              <a:buClr>
                <a:schemeClr val="dk1"/>
              </a:buClr>
              <a:buSzPts val="1200"/>
              <a:buChar char="•"/>
              <a:defRPr sz="1200"/>
            </a:lvl3pPr>
            <a:lvl4pPr marL="1828800" lvl="3" indent="-304800" algn="l">
              <a:lnSpc>
                <a:spcPct val="100000"/>
              </a:lnSpc>
              <a:spcBef>
                <a:spcPts val="240"/>
              </a:spcBef>
              <a:spcAft>
                <a:spcPts val="0"/>
              </a:spcAft>
              <a:buClr>
                <a:schemeClr val="dk1"/>
              </a:buClr>
              <a:buSzPts val="1200"/>
              <a:buChar char="•"/>
              <a:defRPr sz="1200"/>
            </a:lvl4pPr>
            <a:lvl5pPr marL="2286000" lvl="4" indent="-228600" algn="l">
              <a:lnSpc>
                <a:spcPct val="100000"/>
              </a:lnSpc>
              <a:spcBef>
                <a:spcPts val="240"/>
              </a:spcBef>
              <a:spcAft>
                <a:spcPts val="0"/>
              </a:spcAft>
              <a:buClr>
                <a:schemeClr val="dk1"/>
              </a:buClr>
              <a:buSzPts val="1200"/>
              <a:buNone/>
              <a:defRPr sz="12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57" name="Google Shape;57;p49"/>
          <p:cNvSpPr txBox="1">
            <a:spLocks noGrp="1"/>
          </p:cNvSpPr>
          <p:nvPr>
            <p:ph type="title"/>
          </p:nvPr>
        </p:nvSpPr>
        <p:spPr>
          <a:xfrm>
            <a:off x="457200" y="306435"/>
            <a:ext cx="6291943" cy="52728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3200"/>
              <a:buFont typeface="Arial"/>
              <a:buNone/>
              <a:defRPr sz="3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49"/>
          <p:cNvSpPr txBox="1">
            <a:spLocks noGrp="1"/>
          </p:cNvSpPr>
          <p:nvPr>
            <p:ph type="body" idx="6"/>
          </p:nvPr>
        </p:nvSpPr>
        <p:spPr>
          <a:xfrm>
            <a:off x="5967600" y="3299578"/>
            <a:ext cx="2591416" cy="139554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40"/>
              </a:spcBef>
              <a:spcAft>
                <a:spcPts val="0"/>
              </a:spcAft>
              <a:buClr>
                <a:schemeClr val="dk1"/>
              </a:buClr>
              <a:buSzPts val="1200"/>
              <a:buNone/>
              <a:defRPr sz="1200"/>
            </a:lvl1pPr>
            <a:lvl2pPr marL="914400" lvl="1" indent="-304800" algn="l">
              <a:lnSpc>
                <a:spcPct val="100000"/>
              </a:lnSpc>
              <a:spcBef>
                <a:spcPts val="240"/>
              </a:spcBef>
              <a:spcAft>
                <a:spcPts val="0"/>
              </a:spcAft>
              <a:buClr>
                <a:schemeClr val="dk1"/>
              </a:buClr>
              <a:buSzPts val="1200"/>
              <a:buChar char="•"/>
              <a:defRPr sz="1200"/>
            </a:lvl2pPr>
            <a:lvl3pPr marL="1371600" lvl="2" indent="-304800" algn="l">
              <a:lnSpc>
                <a:spcPct val="100000"/>
              </a:lnSpc>
              <a:spcBef>
                <a:spcPts val="240"/>
              </a:spcBef>
              <a:spcAft>
                <a:spcPts val="0"/>
              </a:spcAft>
              <a:buClr>
                <a:schemeClr val="dk1"/>
              </a:buClr>
              <a:buSzPts val="1200"/>
              <a:buChar char="•"/>
              <a:defRPr sz="1200"/>
            </a:lvl3pPr>
            <a:lvl4pPr marL="1828800" lvl="3" indent="-304800" algn="l">
              <a:lnSpc>
                <a:spcPct val="100000"/>
              </a:lnSpc>
              <a:spcBef>
                <a:spcPts val="240"/>
              </a:spcBef>
              <a:spcAft>
                <a:spcPts val="0"/>
              </a:spcAft>
              <a:buClr>
                <a:schemeClr val="dk1"/>
              </a:buClr>
              <a:buSzPts val="1200"/>
              <a:buChar char="•"/>
              <a:defRPr sz="1200"/>
            </a:lvl4pPr>
            <a:lvl5pPr marL="2286000" lvl="4" indent="-228600" algn="l">
              <a:lnSpc>
                <a:spcPct val="100000"/>
              </a:lnSpc>
              <a:spcBef>
                <a:spcPts val="240"/>
              </a:spcBef>
              <a:spcAft>
                <a:spcPts val="0"/>
              </a:spcAft>
              <a:buClr>
                <a:schemeClr val="dk1"/>
              </a:buClr>
              <a:buSzPts val="1200"/>
              <a:buNone/>
              <a:defRPr sz="12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59" name="Google Shape;59;p49"/>
          <p:cNvSpPr>
            <a:spLocks noGrp="1"/>
          </p:cNvSpPr>
          <p:nvPr>
            <p:ph type="pic" idx="7"/>
          </p:nvPr>
        </p:nvSpPr>
        <p:spPr>
          <a:xfrm>
            <a:off x="469081" y="944463"/>
            <a:ext cx="2577001" cy="1883023"/>
          </a:xfrm>
          <a:prstGeom prst="roundRect">
            <a:avLst>
              <a:gd name="adj" fmla="val 11537"/>
            </a:avLst>
          </a:prstGeom>
          <a:noFill/>
          <a:ln>
            <a:noFill/>
          </a:ln>
        </p:spPr>
        <p:txBody>
          <a:bodyPr/>
          <a:lstStyle/>
          <a:p>
            <a:endParaRPr lang="en-US"/>
          </a:p>
        </p:txBody>
      </p:sp>
      <p:sp>
        <p:nvSpPr>
          <p:cNvPr id="60" name="Google Shape;60;p49"/>
          <p:cNvSpPr>
            <a:spLocks noGrp="1"/>
          </p:cNvSpPr>
          <p:nvPr>
            <p:ph type="pic" idx="8"/>
          </p:nvPr>
        </p:nvSpPr>
        <p:spPr>
          <a:xfrm>
            <a:off x="3221666" y="944462"/>
            <a:ext cx="2577001" cy="1883023"/>
          </a:xfrm>
          <a:prstGeom prst="roundRect">
            <a:avLst>
              <a:gd name="adj" fmla="val 12905"/>
            </a:avLst>
          </a:prstGeom>
          <a:noFill/>
          <a:ln>
            <a:noFill/>
          </a:ln>
        </p:spPr>
        <p:txBody>
          <a:bodyPr/>
          <a:lstStyle/>
          <a:p>
            <a:endParaRPr lang="en-US"/>
          </a:p>
        </p:txBody>
      </p:sp>
      <p:sp>
        <p:nvSpPr>
          <p:cNvPr id="61" name="Google Shape;61;p49"/>
          <p:cNvSpPr>
            <a:spLocks noGrp="1"/>
          </p:cNvSpPr>
          <p:nvPr>
            <p:ph type="pic" idx="9"/>
          </p:nvPr>
        </p:nvSpPr>
        <p:spPr>
          <a:xfrm>
            <a:off x="5980690" y="944463"/>
            <a:ext cx="2577001" cy="1883023"/>
          </a:xfrm>
          <a:prstGeom prst="roundRect">
            <a:avLst>
              <a:gd name="adj" fmla="val 10512"/>
            </a:avLst>
          </a:prstGeom>
          <a:noFill/>
          <a:ln>
            <a:noFill/>
          </a:ln>
        </p:spPr>
        <p:txBody>
          <a:bodyPr/>
          <a:lstStyle/>
          <a:p>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8_Custom Layout">
  <p:cSld name="8_Custom Layout">
    <p:bg>
      <p:bgPr>
        <a:blipFill>
          <a:blip r:embed="rId2">
            <a:alphaModFix/>
          </a:blip>
          <a:stretch>
            <a:fillRect/>
          </a:stretch>
        </a:blipFill>
        <a:effectLst/>
      </p:bgPr>
    </p:bg>
    <p:spTree>
      <p:nvGrpSpPr>
        <p:cNvPr id="1" name="Shape 62"/>
        <p:cNvGrpSpPr/>
        <p:nvPr/>
      </p:nvGrpSpPr>
      <p:grpSpPr>
        <a:xfrm>
          <a:off x="0" y="0"/>
          <a:ext cx="0" cy="0"/>
          <a:chOff x="0" y="0"/>
          <a:chExt cx="0" cy="0"/>
        </a:xfrm>
      </p:grpSpPr>
      <p:sp>
        <p:nvSpPr>
          <p:cNvPr id="63" name="Google Shape;63;p50"/>
          <p:cNvSpPr txBox="1">
            <a:spLocks noGrp="1"/>
          </p:cNvSpPr>
          <p:nvPr>
            <p:ph type="title"/>
          </p:nvPr>
        </p:nvSpPr>
        <p:spPr>
          <a:xfrm>
            <a:off x="457200" y="306435"/>
            <a:ext cx="6291943" cy="52728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3200"/>
              <a:buFont typeface="Arial"/>
              <a:buNone/>
              <a:defRPr sz="3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50"/>
          <p:cNvSpPr txBox="1">
            <a:spLocks noGrp="1"/>
          </p:cNvSpPr>
          <p:nvPr>
            <p:ph type="body" idx="1"/>
          </p:nvPr>
        </p:nvSpPr>
        <p:spPr>
          <a:xfrm>
            <a:off x="457201" y="963397"/>
            <a:ext cx="2532744" cy="188302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dk1"/>
              </a:buClr>
              <a:buSzPts val="1800"/>
              <a:buNone/>
              <a:defRPr sz="1800" b="1" i="0"/>
            </a:lvl1pPr>
            <a:lvl2pPr marL="914400" lvl="1" indent="-228600" algn="l">
              <a:lnSpc>
                <a:spcPct val="100000"/>
              </a:lnSpc>
              <a:spcBef>
                <a:spcPts val="280"/>
              </a:spcBef>
              <a:spcAft>
                <a:spcPts val="0"/>
              </a:spcAft>
              <a:buClr>
                <a:schemeClr val="dk1"/>
              </a:buClr>
              <a:buSzPts val="1400"/>
              <a:buNone/>
              <a:defRPr sz="1400"/>
            </a:lvl2pPr>
            <a:lvl3pPr marL="1371600" lvl="2" indent="-228600" algn="l">
              <a:lnSpc>
                <a:spcPct val="100000"/>
              </a:lnSpc>
              <a:spcBef>
                <a:spcPts val="280"/>
              </a:spcBef>
              <a:spcAft>
                <a:spcPts val="0"/>
              </a:spcAft>
              <a:buClr>
                <a:schemeClr val="dk1"/>
              </a:buClr>
              <a:buSzPts val="1400"/>
              <a:buNone/>
              <a:defRPr sz="1400"/>
            </a:lvl3pPr>
            <a:lvl4pPr marL="1828800" lvl="3" indent="-228600" algn="l">
              <a:lnSpc>
                <a:spcPct val="100000"/>
              </a:lnSpc>
              <a:spcBef>
                <a:spcPts val="280"/>
              </a:spcBef>
              <a:spcAft>
                <a:spcPts val="0"/>
              </a:spcAft>
              <a:buClr>
                <a:schemeClr val="dk1"/>
              </a:buClr>
              <a:buSzPts val="1400"/>
              <a:buNone/>
              <a:defRPr sz="1400"/>
            </a:lvl4pPr>
            <a:lvl5pPr marL="2286000" lvl="4" indent="-228600" algn="l">
              <a:lnSpc>
                <a:spcPct val="100000"/>
              </a:lnSpc>
              <a:spcBef>
                <a:spcPts val="280"/>
              </a:spcBef>
              <a:spcAft>
                <a:spcPts val="0"/>
              </a:spcAft>
              <a:buClr>
                <a:schemeClr val="dk1"/>
              </a:buClr>
              <a:buSzPts val="1400"/>
              <a:buFont typeface="Arial"/>
              <a:buNone/>
              <a:defRPr sz="14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5" name="Google Shape;65;p50"/>
          <p:cNvSpPr>
            <a:spLocks noGrp="1"/>
          </p:cNvSpPr>
          <p:nvPr>
            <p:ph type="pic" idx="2"/>
          </p:nvPr>
        </p:nvSpPr>
        <p:spPr>
          <a:xfrm>
            <a:off x="3095171" y="963397"/>
            <a:ext cx="2532744" cy="1883023"/>
          </a:xfrm>
          <a:prstGeom prst="roundRect">
            <a:avLst>
              <a:gd name="adj" fmla="val 11537"/>
            </a:avLst>
          </a:prstGeom>
          <a:noFill/>
          <a:ln>
            <a:noFill/>
          </a:ln>
        </p:spPr>
        <p:txBody>
          <a:bodyPr/>
          <a:lstStyle/>
          <a:p>
            <a:endParaRPr lang="en-US"/>
          </a:p>
        </p:txBody>
      </p:sp>
      <p:sp>
        <p:nvSpPr>
          <p:cNvPr id="66" name="Google Shape;66;p50"/>
          <p:cNvSpPr>
            <a:spLocks noGrp="1"/>
          </p:cNvSpPr>
          <p:nvPr>
            <p:ph type="pic" idx="3"/>
          </p:nvPr>
        </p:nvSpPr>
        <p:spPr>
          <a:xfrm>
            <a:off x="5733141" y="966928"/>
            <a:ext cx="2532744" cy="1883023"/>
          </a:xfrm>
          <a:prstGeom prst="roundRect">
            <a:avLst>
              <a:gd name="adj" fmla="val 11196"/>
            </a:avLst>
          </a:prstGeom>
          <a:noFill/>
          <a:ln>
            <a:noFill/>
          </a:ln>
        </p:spPr>
        <p:txBody>
          <a:bodyPr/>
          <a:lstStyle/>
          <a:p>
            <a:endParaRPr lang="en-US"/>
          </a:p>
        </p:txBody>
      </p:sp>
      <p:sp>
        <p:nvSpPr>
          <p:cNvPr id="67" name="Google Shape;67;p50"/>
          <p:cNvSpPr>
            <a:spLocks noGrp="1"/>
          </p:cNvSpPr>
          <p:nvPr>
            <p:ph type="pic" idx="4"/>
          </p:nvPr>
        </p:nvSpPr>
        <p:spPr>
          <a:xfrm>
            <a:off x="5733141" y="2954042"/>
            <a:ext cx="2532744" cy="1883023"/>
          </a:xfrm>
          <a:prstGeom prst="roundRect">
            <a:avLst>
              <a:gd name="adj" fmla="val 8802"/>
            </a:avLst>
          </a:prstGeom>
          <a:noFill/>
          <a:ln>
            <a:noFill/>
          </a:ln>
        </p:spPr>
        <p:txBody>
          <a:bodyPr/>
          <a:lstStyle/>
          <a:p>
            <a:endParaRPr lang="en-US"/>
          </a:p>
        </p:txBody>
      </p:sp>
      <p:sp>
        <p:nvSpPr>
          <p:cNvPr id="68" name="Google Shape;68;p50"/>
          <p:cNvSpPr>
            <a:spLocks noGrp="1"/>
          </p:cNvSpPr>
          <p:nvPr>
            <p:ph type="pic" idx="5"/>
          </p:nvPr>
        </p:nvSpPr>
        <p:spPr>
          <a:xfrm>
            <a:off x="3095171" y="2960314"/>
            <a:ext cx="2532744" cy="1883023"/>
          </a:xfrm>
          <a:prstGeom prst="roundRect">
            <a:avLst>
              <a:gd name="adj" fmla="val 8459"/>
            </a:avLst>
          </a:prstGeom>
          <a:noFill/>
          <a:ln>
            <a:noFill/>
          </a:ln>
        </p:spPr>
        <p:txBody>
          <a:bodyPr/>
          <a:lstStyle/>
          <a:p>
            <a:endParaRPr lang="en-US"/>
          </a:p>
        </p:txBody>
      </p:sp>
      <p:sp>
        <p:nvSpPr>
          <p:cNvPr id="69" name="Google Shape;69;p50"/>
          <p:cNvSpPr>
            <a:spLocks noGrp="1"/>
          </p:cNvSpPr>
          <p:nvPr>
            <p:ph type="pic" idx="6"/>
          </p:nvPr>
        </p:nvSpPr>
        <p:spPr>
          <a:xfrm>
            <a:off x="457200" y="2960314"/>
            <a:ext cx="2532744" cy="1883023"/>
          </a:xfrm>
          <a:prstGeom prst="roundRect">
            <a:avLst>
              <a:gd name="adj" fmla="val 10169"/>
            </a:avLst>
          </a:prstGeom>
          <a:noFill/>
          <a:ln>
            <a:noFill/>
          </a:ln>
        </p:spPr>
        <p:txBody>
          <a:bodyPr/>
          <a:lstStyle/>
          <a:p>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0_Custom Layout">
  <p:cSld name="10_Custom Layout">
    <p:bg>
      <p:bgPr>
        <a:blipFill>
          <a:blip r:embed="rId2">
            <a:alphaModFix/>
          </a:blip>
          <a:stretch>
            <a:fillRect/>
          </a:stretch>
        </a:blipFill>
        <a:effectLst/>
      </p:bgPr>
    </p:bg>
    <p:spTree>
      <p:nvGrpSpPr>
        <p:cNvPr id="1" name="Shape 70"/>
        <p:cNvGrpSpPr/>
        <p:nvPr/>
      </p:nvGrpSpPr>
      <p:grpSpPr>
        <a:xfrm>
          <a:off x="0" y="0"/>
          <a:ext cx="0" cy="0"/>
          <a:chOff x="0" y="0"/>
          <a:chExt cx="0" cy="0"/>
        </a:xfrm>
      </p:grpSpPr>
      <p:sp>
        <p:nvSpPr>
          <p:cNvPr id="71" name="Google Shape;71;p51"/>
          <p:cNvSpPr txBox="1">
            <a:spLocks noGrp="1"/>
          </p:cNvSpPr>
          <p:nvPr>
            <p:ph type="body" idx="1"/>
          </p:nvPr>
        </p:nvSpPr>
        <p:spPr>
          <a:xfrm>
            <a:off x="457201" y="2367645"/>
            <a:ext cx="2589213" cy="26908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40"/>
              </a:spcBef>
              <a:spcAft>
                <a:spcPts val="0"/>
              </a:spcAft>
              <a:buClr>
                <a:schemeClr val="dk1"/>
              </a:buClr>
              <a:buSzPts val="1200"/>
              <a:buFont typeface="Arial"/>
              <a:buNone/>
              <a:defRPr sz="1200" b="1" i="0"/>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228600" algn="l">
              <a:lnSpc>
                <a:spcPct val="100000"/>
              </a:lnSpc>
              <a:spcBef>
                <a:spcPts val="360"/>
              </a:spcBef>
              <a:spcAft>
                <a:spcPts val="0"/>
              </a:spcAft>
              <a:buClr>
                <a:schemeClr val="dk1"/>
              </a:buClr>
              <a:buSzPts val="1800"/>
              <a:buNon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2" name="Google Shape;72;p51"/>
          <p:cNvSpPr txBox="1">
            <a:spLocks noGrp="1"/>
          </p:cNvSpPr>
          <p:nvPr>
            <p:ph type="body" idx="2"/>
          </p:nvPr>
        </p:nvSpPr>
        <p:spPr>
          <a:xfrm>
            <a:off x="3275819" y="2367645"/>
            <a:ext cx="2589213" cy="26908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40"/>
              </a:spcBef>
              <a:spcAft>
                <a:spcPts val="0"/>
              </a:spcAft>
              <a:buClr>
                <a:schemeClr val="dk1"/>
              </a:buClr>
              <a:buSzPts val="1200"/>
              <a:buFont typeface="Arial"/>
              <a:buNone/>
              <a:defRPr sz="1200" b="1" i="0"/>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228600" algn="l">
              <a:lnSpc>
                <a:spcPct val="100000"/>
              </a:lnSpc>
              <a:spcBef>
                <a:spcPts val="360"/>
              </a:spcBef>
              <a:spcAft>
                <a:spcPts val="0"/>
              </a:spcAft>
              <a:buClr>
                <a:schemeClr val="dk1"/>
              </a:buClr>
              <a:buSzPts val="1800"/>
              <a:buNon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3" name="Google Shape;73;p51"/>
          <p:cNvSpPr txBox="1">
            <a:spLocks noGrp="1"/>
          </p:cNvSpPr>
          <p:nvPr>
            <p:ph type="body" idx="3"/>
          </p:nvPr>
        </p:nvSpPr>
        <p:spPr>
          <a:xfrm>
            <a:off x="6085706" y="2367645"/>
            <a:ext cx="2589213" cy="26908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40"/>
              </a:spcBef>
              <a:spcAft>
                <a:spcPts val="0"/>
              </a:spcAft>
              <a:buClr>
                <a:schemeClr val="dk1"/>
              </a:buClr>
              <a:buSzPts val="1200"/>
              <a:buFont typeface="Arial"/>
              <a:buNone/>
              <a:defRPr sz="1200" b="1" i="0"/>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228600" algn="l">
              <a:lnSpc>
                <a:spcPct val="100000"/>
              </a:lnSpc>
              <a:spcBef>
                <a:spcPts val="360"/>
              </a:spcBef>
              <a:spcAft>
                <a:spcPts val="0"/>
              </a:spcAft>
              <a:buClr>
                <a:schemeClr val="dk1"/>
              </a:buClr>
              <a:buSzPts val="1800"/>
              <a:buNon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4" name="Google Shape;74;p51"/>
          <p:cNvSpPr txBox="1">
            <a:spLocks noGrp="1"/>
          </p:cNvSpPr>
          <p:nvPr>
            <p:ph type="title"/>
          </p:nvPr>
        </p:nvSpPr>
        <p:spPr>
          <a:xfrm>
            <a:off x="457200" y="306435"/>
            <a:ext cx="6291943" cy="52728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3200"/>
              <a:buFont typeface="Arial"/>
              <a:buNone/>
              <a:defRPr sz="3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51"/>
          <p:cNvSpPr>
            <a:spLocks noGrp="1"/>
          </p:cNvSpPr>
          <p:nvPr>
            <p:ph type="pic" idx="4"/>
          </p:nvPr>
        </p:nvSpPr>
        <p:spPr>
          <a:xfrm>
            <a:off x="454050" y="952607"/>
            <a:ext cx="2589213" cy="1304294"/>
          </a:xfrm>
          <a:prstGeom prst="roundRect">
            <a:avLst>
              <a:gd name="adj" fmla="val 9261"/>
            </a:avLst>
          </a:prstGeom>
          <a:noFill/>
          <a:ln>
            <a:noFill/>
          </a:ln>
        </p:spPr>
        <p:txBody>
          <a:bodyPr/>
          <a:lstStyle/>
          <a:p>
            <a:endParaRPr lang="en-US"/>
          </a:p>
        </p:txBody>
      </p:sp>
      <p:sp>
        <p:nvSpPr>
          <p:cNvPr id="76" name="Google Shape;76;p51"/>
          <p:cNvSpPr>
            <a:spLocks noGrp="1"/>
          </p:cNvSpPr>
          <p:nvPr>
            <p:ph type="pic" idx="5"/>
          </p:nvPr>
        </p:nvSpPr>
        <p:spPr>
          <a:xfrm>
            <a:off x="3275818" y="952607"/>
            <a:ext cx="2589213" cy="1304294"/>
          </a:xfrm>
          <a:prstGeom prst="roundRect">
            <a:avLst>
              <a:gd name="adj" fmla="val 11730"/>
            </a:avLst>
          </a:prstGeom>
          <a:noFill/>
          <a:ln>
            <a:noFill/>
          </a:ln>
        </p:spPr>
        <p:txBody>
          <a:bodyPr/>
          <a:lstStyle/>
          <a:p>
            <a:endParaRPr lang="en-US"/>
          </a:p>
        </p:txBody>
      </p:sp>
      <p:sp>
        <p:nvSpPr>
          <p:cNvPr id="77" name="Google Shape;77;p51"/>
          <p:cNvSpPr>
            <a:spLocks noGrp="1"/>
          </p:cNvSpPr>
          <p:nvPr>
            <p:ph type="pic" idx="6"/>
          </p:nvPr>
        </p:nvSpPr>
        <p:spPr>
          <a:xfrm>
            <a:off x="6089789" y="952607"/>
            <a:ext cx="2589213" cy="1304294"/>
          </a:xfrm>
          <a:prstGeom prst="roundRect">
            <a:avLst>
              <a:gd name="adj" fmla="val 10249"/>
            </a:avLst>
          </a:prstGeom>
          <a:noFill/>
          <a:ln>
            <a:noFill/>
          </a:ln>
        </p:spPr>
        <p:txBody>
          <a:bodyPr/>
          <a:lstStyle/>
          <a:p>
            <a:endParaRPr lang="en-US"/>
          </a:p>
        </p:txBody>
      </p:sp>
      <p:sp>
        <p:nvSpPr>
          <p:cNvPr id="78" name="Google Shape;78;p51"/>
          <p:cNvSpPr txBox="1">
            <a:spLocks noGrp="1"/>
          </p:cNvSpPr>
          <p:nvPr>
            <p:ph type="body" idx="7"/>
          </p:nvPr>
        </p:nvSpPr>
        <p:spPr>
          <a:xfrm>
            <a:off x="460352" y="4281396"/>
            <a:ext cx="2589213" cy="26908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40"/>
              </a:spcBef>
              <a:spcAft>
                <a:spcPts val="0"/>
              </a:spcAft>
              <a:buClr>
                <a:schemeClr val="dk1"/>
              </a:buClr>
              <a:buSzPts val="1200"/>
              <a:buFont typeface="Arial"/>
              <a:buNone/>
              <a:defRPr sz="1200" b="1" i="0"/>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228600" algn="l">
              <a:lnSpc>
                <a:spcPct val="100000"/>
              </a:lnSpc>
              <a:spcBef>
                <a:spcPts val="360"/>
              </a:spcBef>
              <a:spcAft>
                <a:spcPts val="0"/>
              </a:spcAft>
              <a:buClr>
                <a:schemeClr val="dk1"/>
              </a:buClr>
              <a:buSzPts val="1800"/>
              <a:buNon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9" name="Google Shape;79;p51"/>
          <p:cNvSpPr txBox="1">
            <a:spLocks noGrp="1"/>
          </p:cNvSpPr>
          <p:nvPr>
            <p:ph type="body" idx="8"/>
          </p:nvPr>
        </p:nvSpPr>
        <p:spPr>
          <a:xfrm>
            <a:off x="3278970" y="4281396"/>
            <a:ext cx="2589213" cy="26908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40"/>
              </a:spcBef>
              <a:spcAft>
                <a:spcPts val="0"/>
              </a:spcAft>
              <a:buClr>
                <a:schemeClr val="dk1"/>
              </a:buClr>
              <a:buSzPts val="1200"/>
              <a:buFont typeface="Arial"/>
              <a:buNone/>
              <a:defRPr sz="1200" b="1" i="0"/>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228600" algn="l">
              <a:lnSpc>
                <a:spcPct val="100000"/>
              </a:lnSpc>
              <a:spcBef>
                <a:spcPts val="360"/>
              </a:spcBef>
              <a:spcAft>
                <a:spcPts val="0"/>
              </a:spcAft>
              <a:buClr>
                <a:schemeClr val="dk1"/>
              </a:buClr>
              <a:buSzPts val="1800"/>
              <a:buNon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0" name="Google Shape;80;p51"/>
          <p:cNvSpPr txBox="1">
            <a:spLocks noGrp="1"/>
          </p:cNvSpPr>
          <p:nvPr>
            <p:ph type="body" idx="9"/>
          </p:nvPr>
        </p:nvSpPr>
        <p:spPr>
          <a:xfrm>
            <a:off x="6088857" y="4281396"/>
            <a:ext cx="2589213" cy="26908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40"/>
              </a:spcBef>
              <a:spcAft>
                <a:spcPts val="0"/>
              </a:spcAft>
              <a:buClr>
                <a:schemeClr val="dk1"/>
              </a:buClr>
              <a:buSzPts val="1200"/>
              <a:buFont typeface="Arial"/>
              <a:buNone/>
              <a:defRPr sz="1200" b="1" i="0"/>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228600" algn="l">
              <a:lnSpc>
                <a:spcPct val="100000"/>
              </a:lnSpc>
              <a:spcBef>
                <a:spcPts val="360"/>
              </a:spcBef>
              <a:spcAft>
                <a:spcPts val="0"/>
              </a:spcAft>
              <a:buClr>
                <a:schemeClr val="dk1"/>
              </a:buClr>
              <a:buSzPts val="1800"/>
              <a:buNon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51"/>
          <p:cNvSpPr>
            <a:spLocks noGrp="1"/>
          </p:cNvSpPr>
          <p:nvPr>
            <p:ph type="pic" idx="13"/>
          </p:nvPr>
        </p:nvSpPr>
        <p:spPr>
          <a:xfrm>
            <a:off x="457201" y="2866358"/>
            <a:ext cx="2589213" cy="1304294"/>
          </a:xfrm>
          <a:prstGeom prst="roundRect">
            <a:avLst>
              <a:gd name="adj" fmla="val 12224"/>
            </a:avLst>
          </a:prstGeom>
          <a:noFill/>
          <a:ln>
            <a:noFill/>
          </a:ln>
        </p:spPr>
        <p:txBody>
          <a:bodyPr/>
          <a:lstStyle/>
          <a:p>
            <a:endParaRPr lang="en-US"/>
          </a:p>
        </p:txBody>
      </p:sp>
      <p:sp>
        <p:nvSpPr>
          <p:cNvPr id="82" name="Google Shape;82;p51"/>
          <p:cNvSpPr>
            <a:spLocks noGrp="1"/>
          </p:cNvSpPr>
          <p:nvPr>
            <p:ph type="pic" idx="14"/>
          </p:nvPr>
        </p:nvSpPr>
        <p:spPr>
          <a:xfrm>
            <a:off x="3278969" y="2866358"/>
            <a:ext cx="2589213" cy="1304294"/>
          </a:xfrm>
          <a:prstGeom prst="roundRect">
            <a:avLst>
              <a:gd name="adj" fmla="val 11236"/>
            </a:avLst>
          </a:prstGeom>
          <a:noFill/>
          <a:ln>
            <a:noFill/>
          </a:ln>
        </p:spPr>
        <p:txBody>
          <a:bodyPr/>
          <a:lstStyle/>
          <a:p>
            <a:endParaRPr lang="en-US"/>
          </a:p>
        </p:txBody>
      </p:sp>
      <p:sp>
        <p:nvSpPr>
          <p:cNvPr id="83" name="Google Shape;83;p51"/>
          <p:cNvSpPr>
            <a:spLocks noGrp="1"/>
          </p:cNvSpPr>
          <p:nvPr>
            <p:ph type="pic" idx="15"/>
          </p:nvPr>
        </p:nvSpPr>
        <p:spPr>
          <a:xfrm>
            <a:off x="6092940" y="2866358"/>
            <a:ext cx="2589213" cy="1304294"/>
          </a:xfrm>
          <a:prstGeom prst="roundRect">
            <a:avLst>
              <a:gd name="adj" fmla="val 9755"/>
            </a:avLst>
          </a:prstGeom>
          <a:noFill/>
          <a:ln>
            <a:noFill/>
          </a:ln>
        </p:spPr>
        <p:txBody>
          <a:bodyPr/>
          <a:lstStyle/>
          <a:p>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Финал">
  <p:cSld name="Финал">
    <p:bg>
      <p:bgPr>
        <a:blipFill>
          <a:blip r:embed="rId2">
            <a:alphaModFix/>
          </a:blip>
          <a:stretch>
            <a:fillRect/>
          </a:stretch>
        </a:blipFill>
        <a:effectLst/>
      </p:bgPr>
    </p:bg>
    <p:spTree>
      <p:nvGrpSpPr>
        <p:cNvPr id="1" name="Shape 84"/>
        <p:cNvGrpSpPr/>
        <p:nvPr/>
      </p:nvGrpSpPr>
      <p:grpSpPr>
        <a:xfrm>
          <a:off x="0" y="0"/>
          <a:ext cx="0" cy="0"/>
          <a:chOff x="0" y="0"/>
          <a:chExt cx="0" cy="0"/>
        </a:xfrm>
      </p:grpSpPr>
      <p:sp>
        <p:nvSpPr>
          <p:cNvPr id="85" name="Google Shape;85;p52"/>
          <p:cNvSpPr txBox="1">
            <a:spLocks noGrp="1"/>
          </p:cNvSpPr>
          <p:nvPr>
            <p:ph type="title"/>
          </p:nvPr>
        </p:nvSpPr>
        <p:spPr>
          <a:xfrm>
            <a:off x="457200" y="306435"/>
            <a:ext cx="6824382" cy="52728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3200"/>
              <a:buFont typeface="Arial"/>
              <a:buNone/>
              <a:defRPr sz="3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Пользовательский макет">
  <p:cSld name="Пользовательский макет">
    <p:bg>
      <p:bgPr>
        <a:solidFill>
          <a:srgbClr val="FFFFFF"/>
        </a:solidFill>
        <a:effectLst/>
      </p:bgPr>
    </p:bg>
    <p:spTree>
      <p:nvGrpSpPr>
        <p:cNvPr id="1" name="Shape 86"/>
        <p:cNvGrpSpPr/>
        <p:nvPr/>
      </p:nvGrpSpPr>
      <p:grpSpPr>
        <a:xfrm>
          <a:off x="0" y="0"/>
          <a:ext cx="0" cy="0"/>
          <a:chOff x="0" y="0"/>
          <a:chExt cx="0" cy="0"/>
        </a:xfrm>
      </p:grpSpPr>
      <p:sp>
        <p:nvSpPr>
          <p:cNvPr id="87" name="Google Shape;87;p53"/>
          <p:cNvSpPr txBox="1">
            <a:spLocks noGrp="1"/>
          </p:cNvSpPr>
          <p:nvPr>
            <p:ph type="body" idx="1"/>
          </p:nvPr>
        </p:nvSpPr>
        <p:spPr>
          <a:xfrm>
            <a:off x="507999" y="1792286"/>
            <a:ext cx="3635830" cy="157367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20"/>
              </a:spcBef>
              <a:spcAft>
                <a:spcPts val="0"/>
              </a:spcAft>
              <a:buClr>
                <a:schemeClr val="dk1"/>
              </a:buClr>
              <a:buSzPts val="1600"/>
              <a:buNone/>
              <a:defRPr sz="1600"/>
            </a:lvl1pPr>
            <a:lvl2pPr marL="914400" lvl="1" indent="-228600" algn="l">
              <a:lnSpc>
                <a:spcPct val="100000"/>
              </a:lnSpc>
              <a:spcBef>
                <a:spcPts val="400"/>
              </a:spcBef>
              <a:spcAft>
                <a:spcPts val="0"/>
              </a:spcAft>
              <a:buClr>
                <a:schemeClr val="dk1"/>
              </a:buClr>
              <a:buSzPts val="2000"/>
              <a:buNone/>
              <a:defRPr/>
            </a:lvl2pPr>
            <a:lvl3pPr marL="1371600" lvl="2" indent="-228600" algn="l">
              <a:lnSpc>
                <a:spcPct val="100000"/>
              </a:lnSpc>
              <a:spcBef>
                <a:spcPts val="320"/>
              </a:spcBef>
              <a:spcAft>
                <a:spcPts val="0"/>
              </a:spcAft>
              <a:buClr>
                <a:schemeClr val="dk1"/>
              </a:buClr>
              <a:buSzPts val="1600"/>
              <a:buNone/>
              <a:defRPr/>
            </a:lvl3pPr>
            <a:lvl4pPr marL="1828800" lvl="3" indent="-228600" algn="l">
              <a:lnSpc>
                <a:spcPct val="100000"/>
              </a:lnSpc>
              <a:spcBef>
                <a:spcPts val="320"/>
              </a:spcBef>
              <a:spcAft>
                <a:spcPts val="0"/>
              </a:spcAft>
              <a:buClr>
                <a:schemeClr val="dk1"/>
              </a:buClr>
              <a:buSzPts val="1600"/>
              <a:buNone/>
              <a:defRPr/>
            </a:lvl4pPr>
            <a:lvl5pPr marL="2286000" lvl="4" indent="-228600" algn="l">
              <a:lnSpc>
                <a:spcPct val="100000"/>
              </a:lnSpc>
              <a:spcBef>
                <a:spcPts val="320"/>
              </a:spcBef>
              <a:spcAft>
                <a:spcPts val="0"/>
              </a:spcAft>
              <a:buClr>
                <a:schemeClr val="dk1"/>
              </a:buClr>
              <a:buSzPts val="1600"/>
              <a:buFont typeface="Arial"/>
              <a:buNon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8" name="Google Shape;88;p53"/>
          <p:cNvSpPr txBox="1">
            <a:spLocks noGrp="1"/>
          </p:cNvSpPr>
          <p:nvPr>
            <p:ph type="body" idx="2"/>
          </p:nvPr>
        </p:nvSpPr>
        <p:spPr>
          <a:xfrm>
            <a:off x="507999" y="1182459"/>
            <a:ext cx="2960913" cy="59508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20"/>
              </a:spcBef>
              <a:spcAft>
                <a:spcPts val="0"/>
              </a:spcAft>
              <a:buClr>
                <a:schemeClr val="dk1"/>
              </a:buClr>
              <a:buSzPts val="1600"/>
              <a:buNone/>
              <a:defRPr sz="1600" u="sng">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228600" algn="l">
              <a:lnSpc>
                <a:spcPct val="100000"/>
              </a:lnSpc>
              <a:spcBef>
                <a:spcPts val="360"/>
              </a:spcBef>
              <a:spcAft>
                <a:spcPts val="0"/>
              </a:spcAft>
              <a:buClr>
                <a:schemeClr val="dk1"/>
              </a:buClr>
              <a:buSzPts val="1800"/>
              <a:buNon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9" name="Google Shape;89;p53"/>
          <p:cNvSpPr txBox="1">
            <a:spLocks noGrp="1"/>
          </p:cNvSpPr>
          <p:nvPr>
            <p:ph type="body" idx="3"/>
          </p:nvPr>
        </p:nvSpPr>
        <p:spPr>
          <a:xfrm>
            <a:off x="5000171" y="3011486"/>
            <a:ext cx="3635830" cy="157367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400"/>
              </a:spcBef>
              <a:spcAft>
                <a:spcPts val="0"/>
              </a:spcAft>
              <a:buClr>
                <a:schemeClr val="dk1"/>
              </a:buClr>
              <a:buSzPts val="2000"/>
              <a:buNone/>
              <a:defRPr/>
            </a:lvl2pPr>
            <a:lvl3pPr marL="1371600" lvl="2" indent="-228600" algn="l">
              <a:lnSpc>
                <a:spcPct val="100000"/>
              </a:lnSpc>
              <a:spcBef>
                <a:spcPts val="320"/>
              </a:spcBef>
              <a:spcAft>
                <a:spcPts val="0"/>
              </a:spcAft>
              <a:buClr>
                <a:schemeClr val="dk1"/>
              </a:buClr>
              <a:buSzPts val="1600"/>
              <a:buNone/>
              <a:defRPr/>
            </a:lvl3pPr>
            <a:lvl4pPr marL="1828800" lvl="3" indent="-228600" algn="l">
              <a:lnSpc>
                <a:spcPct val="100000"/>
              </a:lnSpc>
              <a:spcBef>
                <a:spcPts val="320"/>
              </a:spcBef>
              <a:spcAft>
                <a:spcPts val="0"/>
              </a:spcAft>
              <a:buClr>
                <a:schemeClr val="dk1"/>
              </a:buClr>
              <a:buSzPts val="1600"/>
              <a:buNone/>
              <a:defRPr/>
            </a:lvl4pPr>
            <a:lvl5pPr marL="2286000" lvl="4" indent="-228600" algn="l">
              <a:lnSpc>
                <a:spcPct val="100000"/>
              </a:lnSpc>
              <a:spcBef>
                <a:spcPts val="320"/>
              </a:spcBef>
              <a:spcAft>
                <a:spcPts val="0"/>
              </a:spcAft>
              <a:buClr>
                <a:schemeClr val="dk1"/>
              </a:buClr>
              <a:buSzPts val="1600"/>
              <a:buFont typeface="Arial"/>
              <a:buNon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90" name="Google Shape;90;p53"/>
          <p:cNvSpPr txBox="1">
            <a:spLocks noGrp="1"/>
          </p:cNvSpPr>
          <p:nvPr>
            <p:ph type="body" idx="4"/>
          </p:nvPr>
        </p:nvSpPr>
        <p:spPr>
          <a:xfrm>
            <a:off x="5000171" y="2401659"/>
            <a:ext cx="2960913" cy="59508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20"/>
              </a:spcBef>
              <a:spcAft>
                <a:spcPts val="0"/>
              </a:spcAft>
              <a:buClr>
                <a:schemeClr val="dk1"/>
              </a:buClr>
              <a:buSzPts val="1600"/>
              <a:buNone/>
              <a:defRPr sz="1600" u="sng">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228600" algn="l">
              <a:lnSpc>
                <a:spcPct val="100000"/>
              </a:lnSpc>
              <a:spcBef>
                <a:spcPts val="360"/>
              </a:spcBef>
              <a:spcAft>
                <a:spcPts val="0"/>
              </a:spcAft>
              <a:buClr>
                <a:schemeClr val="dk1"/>
              </a:buClr>
              <a:buSzPts val="1800"/>
              <a:buNon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91" name="Google Shape;91;p53"/>
          <p:cNvSpPr txBox="1">
            <a:spLocks noGrp="1"/>
          </p:cNvSpPr>
          <p:nvPr>
            <p:ph type="title"/>
          </p:nvPr>
        </p:nvSpPr>
        <p:spPr>
          <a:xfrm>
            <a:off x="457200" y="306435"/>
            <a:ext cx="6824382" cy="52728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3200"/>
              <a:buFont typeface="Arial"/>
              <a:buNone/>
              <a:defRPr sz="3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ustom Layout 2 1 2">
  <p:cSld name="CUSTOM_3_1_2">
    <p:spTree>
      <p:nvGrpSpPr>
        <p:cNvPr id="1" name="Shape 92"/>
        <p:cNvGrpSpPr/>
        <p:nvPr/>
      </p:nvGrpSpPr>
      <p:grpSpPr>
        <a:xfrm>
          <a:off x="0" y="0"/>
          <a:ext cx="0" cy="0"/>
          <a:chOff x="0" y="0"/>
          <a:chExt cx="0" cy="0"/>
        </a:xfrm>
      </p:grpSpPr>
      <p:sp>
        <p:nvSpPr>
          <p:cNvPr id="93" name="Google Shape;93;p54"/>
          <p:cNvSpPr txBox="1">
            <a:spLocks noGrp="1"/>
          </p:cNvSpPr>
          <p:nvPr>
            <p:ph type="title"/>
          </p:nvPr>
        </p:nvSpPr>
        <p:spPr>
          <a:xfrm>
            <a:off x="548175" y="340559"/>
            <a:ext cx="8229600" cy="620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94" name="Google Shape;94;p54"/>
          <p:cNvPicPr preferRelativeResize="0"/>
          <p:nvPr/>
        </p:nvPicPr>
        <p:blipFill rotWithShape="1">
          <a:blip r:embed="rId2">
            <a:alphaModFix/>
          </a:blip>
          <a:srcRect/>
          <a:stretch/>
        </p:blipFill>
        <p:spPr>
          <a:xfrm>
            <a:off x="2258" y="-3"/>
            <a:ext cx="9141742" cy="51435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ustom Layout 2 1 2 1">
  <p:cSld name="CUSTOM_3_1_2_1">
    <p:spTree>
      <p:nvGrpSpPr>
        <p:cNvPr id="1" name="Shape 95"/>
        <p:cNvGrpSpPr/>
        <p:nvPr/>
      </p:nvGrpSpPr>
      <p:grpSpPr>
        <a:xfrm>
          <a:off x="0" y="0"/>
          <a:ext cx="0" cy="0"/>
          <a:chOff x="0" y="0"/>
          <a:chExt cx="0" cy="0"/>
        </a:xfrm>
      </p:grpSpPr>
      <p:sp>
        <p:nvSpPr>
          <p:cNvPr id="96" name="Google Shape;96;p55"/>
          <p:cNvSpPr txBox="1">
            <a:spLocks noGrp="1"/>
          </p:cNvSpPr>
          <p:nvPr>
            <p:ph type="title"/>
          </p:nvPr>
        </p:nvSpPr>
        <p:spPr>
          <a:xfrm>
            <a:off x="548175" y="340559"/>
            <a:ext cx="8229600" cy="620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97" name="Google Shape;97;p55"/>
          <p:cNvPicPr preferRelativeResize="0"/>
          <p:nvPr/>
        </p:nvPicPr>
        <p:blipFill rotWithShape="1">
          <a:blip r:embed="rId2">
            <a:alphaModFix/>
          </a:blip>
          <a:srcRect/>
          <a:stretch/>
        </p:blipFill>
        <p:spPr>
          <a:xfrm>
            <a:off x="2258" y="-3"/>
            <a:ext cx="9141742" cy="51435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ustom Layout 2 1 2 1 1">
  <p:cSld name="CUSTOM_3_1_2_1_1">
    <p:spTree>
      <p:nvGrpSpPr>
        <p:cNvPr id="1" name="Shape 98"/>
        <p:cNvGrpSpPr/>
        <p:nvPr/>
      </p:nvGrpSpPr>
      <p:grpSpPr>
        <a:xfrm>
          <a:off x="0" y="0"/>
          <a:ext cx="0" cy="0"/>
          <a:chOff x="0" y="0"/>
          <a:chExt cx="0" cy="0"/>
        </a:xfrm>
      </p:grpSpPr>
      <p:sp>
        <p:nvSpPr>
          <p:cNvPr id="99" name="Google Shape;99;p56"/>
          <p:cNvSpPr txBox="1">
            <a:spLocks noGrp="1"/>
          </p:cNvSpPr>
          <p:nvPr>
            <p:ph type="title"/>
          </p:nvPr>
        </p:nvSpPr>
        <p:spPr>
          <a:xfrm>
            <a:off x="548175" y="340559"/>
            <a:ext cx="8229600" cy="620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00" name="Google Shape;100;p56"/>
          <p:cNvPicPr preferRelativeResize="0"/>
          <p:nvPr/>
        </p:nvPicPr>
        <p:blipFill rotWithShape="1">
          <a:blip r:embed="rId2">
            <a:alphaModFix/>
          </a:blip>
          <a:srcRect/>
          <a:stretch/>
        </p:blipFill>
        <p:spPr>
          <a:xfrm>
            <a:off x="2258" y="-3"/>
            <a:ext cx="9141742" cy="51435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ustom Layout 2 1 1">
  <p:cSld name="CUSTOM_3_1_1">
    <p:spTree>
      <p:nvGrpSpPr>
        <p:cNvPr id="1" name="Shape 101"/>
        <p:cNvGrpSpPr/>
        <p:nvPr/>
      </p:nvGrpSpPr>
      <p:grpSpPr>
        <a:xfrm>
          <a:off x="0" y="0"/>
          <a:ext cx="0" cy="0"/>
          <a:chOff x="0" y="0"/>
          <a:chExt cx="0" cy="0"/>
        </a:xfrm>
      </p:grpSpPr>
      <p:sp>
        <p:nvSpPr>
          <p:cNvPr id="102" name="Google Shape;102;p57"/>
          <p:cNvSpPr txBox="1">
            <a:spLocks noGrp="1"/>
          </p:cNvSpPr>
          <p:nvPr>
            <p:ph type="title"/>
          </p:nvPr>
        </p:nvSpPr>
        <p:spPr>
          <a:xfrm>
            <a:off x="548175" y="340559"/>
            <a:ext cx="8229600" cy="620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03" name="Google Shape;103;p57"/>
          <p:cNvPicPr preferRelativeResize="0"/>
          <p:nvPr/>
        </p:nvPicPr>
        <p:blipFill rotWithShape="1">
          <a:blip r:embed="rId2">
            <a:alphaModFix/>
          </a:blip>
          <a:srcRect/>
          <a:stretch/>
        </p:blipFill>
        <p:spPr>
          <a:xfrm>
            <a:off x="1133" y="-3"/>
            <a:ext cx="9141742" cy="51435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ustom Layout 1">
  <p:cSld name="CUSTOM">
    <p:bg>
      <p:bgPr>
        <a:blipFill>
          <a:blip r:embed="rId2">
            <a:alphaModFix/>
          </a:blip>
          <a:stretch>
            <a:fillRect/>
          </a:stretch>
        </a:blipFill>
        <a:effectLst/>
      </p:bgPr>
    </p:bg>
    <p:spTree>
      <p:nvGrpSpPr>
        <p:cNvPr id="1" name="Shape 104"/>
        <p:cNvGrpSpPr/>
        <p:nvPr/>
      </p:nvGrpSpPr>
      <p:grpSpPr>
        <a:xfrm>
          <a:off x="0" y="0"/>
          <a:ext cx="0" cy="0"/>
          <a:chOff x="0" y="0"/>
          <a:chExt cx="0" cy="0"/>
        </a:xfrm>
      </p:grpSpPr>
      <p:sp>
        <p:nvSpPr>
          <p:cNvPr id="105" name="Google Shape;105;p58"/>
          <p:cNvSpPr txBox="1">
            <a:spLocks noGrp="1"/>
          </p:cNvSpPr>
          <p:nvPr>
            <p:ph type="title"/>
          </p:nvPr>
        </p:nvSpPr>
        <p:spPr>
          <a:xfrm>
            <a:off x="457200" y="238384"/>
            <a:ext cx="8229600" cy="620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000000"/>
              </a:buClr>
              <a:buSzPts val="3600"/>
              <a:buNone/>
              <a:defRPr>
                <a:solidFill>
                  <a:srgbClr val="0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ustom Layout 1 2">
  <p:cSld name="CUSTOM_2">
    <p:bg>
      <p:bgPr>
        <a:solidFill>
          <a:srgbClr val="FFFFFF"/>
        </a:solidFill>
        <a:effectLst/>
      </p:bgPr>
    </p:bg>
    <p:spTree>
      <p:nvGrpSpPr>
        <p:cNvPr id="1" name="Shape 106"/>
        <p:cNvGrpSpPr/>
        <p:nvPr/>
      </p:nvGrpSpPr>
      <p:grpSpPr>
        <a:xfrm>
          <a:off x="0" y="0"/>
          <a:ext cx="0" cy="0"/>
          <a:chOff x="0" y="0"/>
          <a:chExt cx="0" cy="0"/>
        </a:xfrm>
      </p:grpSpPr>
      <p:pic>
        <p:nvPicPr>
          <p:cNvPr id="107" name="Google Shape;107;p59"/>
          <p:cNvPicPr preferRelativeResize="0"/>
          <p:nvPr/>
        </p:nvPicPr>
        <p:blipFill rotWithShape="1">
          <a:blip r:embed="rId2">
            <a:alphaModFix amt="65000"/>
          </a:blip>
          <a:srcRect/>
          <a:stretch/>
        </p:blipFill>
        <p:spPr>
          <a:xfrm>
            <a:off x="-20400" y="13"/>
            <a:ext cx="9184800" cy="5143488"/>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ustom Layout 1 2 2 1">
  <p:cSld name="CUSTOM_2_2_1">
    <p:bg>
      <p:bgPr>
        <a:solidFill>
          <a:srgbClr val="FFFFFF"/>
        </a:solidFill>
        <a:effectLst/>
      </p:bgPr>
    </p:bg>
    <p:spTree>
      <p:nvGrpSpPr>
        <p:cNvPr id="1" name="Shape 108"/>
        <p:cNvGrpSpPr/>
        <p:nvPr/>
      </p:nvGrpSpPr>
      <p:grpSpPr>
        <a:xfrm>
          <a:off x="0" y="0"/>
          <a:ext cx="0" cy="0"/>
          <a:chOff x="0" y="0"/>
          <a:chExt cx="0" cy="0"/>
        </a:xfrm>
      </p:grpSpPr>
      <p:pic>
        <p:nvPicPr>
          <p:cNvPr id="109" name="Google Shape;109;p60"/>
          <p:cNvPicPr preferRelativeResize="0"/>
          <p:nvPr/>
        </p:nvPicPr>
        <p:blipFill rotWithShape="1">
          <a:blip r:embed="rId2">
            <a:alphaModFix amt="20000"/>
          </a:blip>
          <a:srcRect/>
          <a:stretch/>
        </p:blipFill>
        <p:spPr>
          <a:xfrm>
            <a:off x="-20400" y="12"/>
            <a:ext cx="9184800" cy="5143488"/>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ustom Layout 1 1">
  <p:cSld name="CUSTOM_1">
    <p:bg>
      <p:bgPr>
        <a:blipFill>
          <a:blip r:embed="rId2">
            <a:alphaModFix/>
          </a:blip>
          <a:stretch>
            <a:fillRect/>
          </a:stretch>
        </a:blipFill>
        <a:effectLst/>
      </p:bgPr>
    </p:bg>
    <p:spTree>
      <p:nvGrpSpPr>
        <p:cNvPr id="1" name="Shape 110"/>
        <p:cNvGrpSpPr/>
        <p:nvPr/>
      </p:nvGrpSpPr>
      <p:grpSpPr>
        <a:xfrm>
          <a:off x="0" y="0"/>
          <a:ext cx="0" cy="0"/>
          <a:chOff x="0" y="0"/>
          <a:chExt cx="0" cy="0"/>
        </a:xfrm>
      </p:grpSpPr>
      <p:sp>
        <p:nvSpPr>
          <p:cNvPr id="111" name="Google Shape;111;p61"/>
          <p:cNvSpPr txBox="1">
            <a:spLocks noGrp="1"/>
          </p:cNvSpPr>
          <p:nvPr>
            <p:ph type="title"/>
          </p:nvPr>
        </p:nvSpPr>
        <p:spPr>
          <a:xfrm>
            <a:off x="457200" y="238384"/>
            <a:ext cx="8229600" cy="620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FFFFFF"/>
              </a:buClr>
              <a:buSzPts val="36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6_Пользовательский макет 1 1">
  <p:cSld name="6_Пользовательский макет_1_1">
    <p:bg>
      <p:bgPr>
        <a:solidFill>
          <a:srgbClr val="FFFFFF"/>
        </a:solidFill>
        <a:effectLst/>
      </p:bgPr>
    </p:bg>
    <p:spTree>
      <p:nvGrpSpPr>
        <p:cNvPr id="1" name="Shape 112"/>
        <p:cNvGrpSpPr/>
        <p:nvPr/>
      </p:nvGrpSpPr>
      <p:grpSpPr>
        <a:xfrm>
          <a:off x="0" y="0"/>
          <a:ext cx="0" cy="0"/>
          <a:chOff x="0" y="0"/>
          <a:chExt cx="0" cy="0"/>
        </a:xfrm>
      </p:grpSpPr>
      <p:sp>
        <p:nvSpPr>
          <p:cNvPr id="113" name="Google Shape;113;p62"/>
          <p:cNvSpPr txBox="1">
            <a:spLocks noGrp="1"/>
          </p:cNvSpPr>
          <p:nvPr>
            <p:ph type="title"/>
          </p:nvPr>
        </p:nvSpPr>
        <p:spPr>
          <a:xfrm>
            <a:off x="457200" y="306435"/>
            <a:ext cx="6824400" cy="5274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3200"/>
              <a:buFont typeface="Arial"/>
              <a:buNone/>
              <a:defRPr sz="3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62"/>
          <p:cNvSpPr txBox="1">
            <a:spLocks noGrp="1"/>
          </p:cNvSpPr>
          <p:nvPr>
            <p:ph type="body" idx="1"/>
          </p:nvPr>
        </p:nvSpPr>
        <p:spPr>
          <a:xfrm>
            <a:off x="457199" y="1040162"/>
            <a:ext cx="8389200" cy="37350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lt1"/>
              </a:buClr>
              <a:buSzPts val="1800"/>
              <a:buFont typeface="Arial"/>
              <a:buNone/>
              <a:defRPr sz="1800" b="0">
                <a:solidFill>
                  <a:schemeClr val="lt1"/>
                </a:solidFill>
              </a:defRPr>
            </a:lvl1pPr>
            <a:lvl2pPr marL="914400" lvl="1" indent="-228600" algn="l">
              <a:lnSpc>
                <a:spcPct val="100000"/>
              </a:lnSpc>
              <a:spcBef>
                <a:spcPts val="480"/>
              </a:spcBef>
              <a:spcAft>
                <a:spcPts val="0"/>
              </a:spcAft>
              <a:buClr>
                <a:schemeClr val="dk1"/>
              </a:buClr>
              <a:buSzPts val="2400"/>
              <a:buFont typeface="Arial"/>
              <a:buNone/>
              <a:defRPr sz="2400"/>
            </a:lvl2pPr>
            <a:lvl3pPr marL="1371600" lvl="2" indent="-228600" algn="l">
              <a:lnSpc>
                <a:spcPct val="100000"/>
              </a:lnSpc>
              <a:spcBef>
                <a:spcPts val="400"/>
              </a:spcBef>
              <a:spcAft>
                <a:spcPts val="0"/>
              </a:spcAft>
              <a:buClr>
                <a:schemeClr val="dk1"/>
              </a:buClr>
              <a:buSzPts val="2000"/>
              <a:buFont typeface="Arial"/>
              <a:buNone/>
              <a:defRPr sz="2000"/>
            </a:lvl3pPr>
            <a:lvl4pPr marL="1828800" lvl="3" indent="-228600" algn="l">
              <a:lnSpc>
                <a:spcPct val="100000"/>
              </a:lnSpc>
              <a:spcBef>
                <a:spcPts val="360"/>
              </a:spcBef>
              <a:spcAft>
                <a:spcPts val="0"/>
              </a:spcAft>
              <a:buClr>
                <a:schemeClr val="dk1"/>
              </a:buClr>
              <a:buSzPts val="1800"/>
              <a:buFont typeface="Arial"/>
              <a:buNone/>
              <a:defRPr sz="1800"/>
            </a:lvl4pPr>
            <a:lvl5pPr marL="2286000" lvl="4" indent="-228600" algn="l">
              <a:lnSpc>
                <a:spcPct val="100000"/>
              </a:lnSpc>
              <a:spcBef>
                <a:spcPts val="360"/>
              </a:spcBef>
              <a:spcAft>
                <a:spcPts val="0"/>
              </a:spcAft>
              <a:buClr>
                <a:schemeClr val="dk1"/>
              </a:buClr>
              <a:buSzPts val="1800"/>
              <a:buFont typeface="Arial"/>
              <a:buNone/>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pic>
        <p:nvPicPr>
          <p:cNvPr id="115" name="Google Shape;115;p62"/>
          <p:cNvPicPr preferRelativeResize="0"/>
          <p:nvPr/>
        </p:nvPicPr>
        <p:blipFill rotWithShape="1">
          <a:blip r:embed="rId2">
            <a:alphaModFix amt="86000"/>
          </a:blip>
          <a:srcRect/>
          <a:stretch/>
        </p:blipFill>
        <p:spPr>
          <a:xfrm>
            <a:off x="0" y="-16759"/>
            <a:ext cx="9144000" cy="5177034"/>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3_Пользовательский макет">
  <p:cSld name="3_Пользовательский макет">
    <p:bg>
      <p:bgPr>
        <a:solidFill>
          <a:srgbClr val="FFFFFF"/>
        </a:solidFill>
        <a:effectLst/>
      </p:bgPr>
    </p:bg>
    <p:spTree>
      <p:nvGrpSpPr>
        <p:cNvPr id="1" name="Shape 116"/>
        <p:cNvGrpSpPr/>
        <p:nvPr/>
      </p:nvGrpSpPr>
      <p:grpSpPr>
        <a:xfrm>
          <a:off x="0" y="0"/>
          <a:ext cx="0" cy="0"/>
          <a:chOff x="0" y="0"/>
          <a:chExt cx="0" cy="0"/>
        </a:xfrm>
      </p:grpSpPr>
      <p:sp>
        <p:nvSpPr>
          <p:cNvPr id="117" name="Google Shape;117;p63"/>
          <p:cNvSpPr txBox="1">
            <a:spLocks noGrp="1"/>
          </p:cNvSpPr>
          <p:nvPr>
            <p:ph type="title"/>
          </p:nvPr>
        </p:nvSpPr>
        <p:spPr>
          <a:xfrm>
            <a:off x="457200" y="306435"/>
            <a:ext cx="6824382" cy="52728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3200"/>
              <a:buFont typeface="Arial"/>
              <a:buNone/>
              <a:defRPr sz="3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63"/>
          <p:cNvSpPr>
            <a:spLocks noGrp="1"/>
          </p:cNvSpPr>
          <p:nvPr>
            <p:ph type="pic" idx="2"/>
          </p:nvPr>
        </p:nvSpPr>
        <p:spPr>
          <a:xfrm>
            <a:off x="457200" y="936852"/>
            <a:ext cx="4608513" cy="3842155"/>
          </a:xfrm>
          <a:prstGeom prst="roundRect">
            <a:avLst>
              <a:gd name="adj" fmla="val 7952"/>
            </a:avLst>
          </a:prstGeom>
          <a:noFill/>
          <a:ln>
            <a:noFill/>
          </a:ln>
        </p:spPr>
        <p:txBody>
          <a:bodyPr/>
          <a:lstStyle/>
          <a:p>
            <a:endParaRPr lang="en-US"/>
          </a:p>
        </p:txBody>
      </p:sp>
      <p:sp>
        <p:nvSpPr>
          <p:cNvPr id="119" name="Google Shape;119;p63"/>
          <p:cNvSpPr txBox="1">
            <a:spLocks noGrp="1"/>
          </p:cNvSpPr>
          <p:nvPr>
            <p:ph type="body" idx="1"/>
          </p:nvPr>
        </p:nvSpPr>
        <p:spPr>
          <a:xfrm>
            <a:off x="5508171" y="1153886"/>
            <a:ext cx="2532743" cy="342537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80"/>
              </a:spcBef>
              <a:spcAft>
                <a:spcPts val="0"/>
              </a:spcAft>
              <a:buClr>
                <a:schemeClr val="dk1"/>
              </a:buClr>
              <a:buSzPts val="1400"/>
              <a:buNone/>
              <a:defRPr sz="1400"/>
            </a:lvl2pPr>
            <a:lvl3pPr marL="1371600" lvl="2" indent="-228600" algn="l">
              <a:lnSpc>
                <a:spcPct val="100000"/>
              </a:lnSpc>
              <a:spcBef>
                <a:spcPts val="280"/>
              </a:spcBef>
              <a:spcAft>
                <a:spcPts val="0"/>
              </a:spcAft>
              <a:buClr>
                <a:schemeClr val="dk1"/>
              </a:buClr>
              <a:buSzPts val="1400"/>
              <a:buNone/>
              <a:defRPr sz="1400"/>
            </a:lvl3pPr>
            <a:lvl4pPr marL="1828800" lvl="3" indent="-228600" algn="l">
              <a:lnSpc>
                <a:spcPct val="100000"/>
              </a:lnSpc>
              <a:spcBef>
                <a:spcPts val="280"/>
              </a:spcBef>
              <a:spcAft>
                <a:spcPts val="0"/>
              </a:spcAft>
              <a:buClr>
                <a:schemeClr val="dk1"/>
              </a:buClr>
              <a:buSzPts val="1400"/>
              <a:buNone/>
              <a:defRPr sz="1400"/>
            </a:lvl4pPr>
            <a:lvl5pPr marL="2286000" lvl="4" indent="-228600" algn="l">
              <a:lnSpc>
                <a:spcPct val="100000"/>
              </a:lnSpc>
              <a:spcBef>
                <a:spcPts val="280"/>
              </a:spcBef>
              <a:spcAft>
                <a:spcPts val="0"/>
              </a:spcAft>
              <a:buClr>
                <a:schemeClr val="dk1"/>
              </a:buClr>
              <a:buSzPts val="1400"/>
              <a:buFont typeface="Arial"/>
              <a:buNone/>
              <a:defRPr sz="14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_page">
  <p:cSld name="8_Пользовательский макет">
    <p:bg>
      <p:bgPr>
        <a:blipFill>
          <a:blip r:embed="rId2">
            <a:alphaModFix/>
          </a:blip>
          <a:stretch>
            <a:fillRect/>
          </a:stretch>
        </a:blipFill>
        <a:effectLst/>
      </p:bgPr>
    </p:bg>
    <p:spTree>
      <p:nvGrpSpPr>
        <p:cNvPr id="1" name="Shape 120"/>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_page 2">
  <p:cSld name="8_Пользовательский макет_2">
    <p:spTree>
      <p:nvGrpSpPr>
        <p:cNvPr id="1" name="Shape 121"/>
        <p:cNvGrpSpPr/>
        <p:nvPr/>
      </p:nvGrpSpPr>
      <p:grpSpPr>
        <a:xfrm>
          <a:off x="0" y="0"/>
          <a:ext cx="0" cy="0"/>
          <a:chOff x="0" y="0"/>
          <a:chExt cx="0" cy="0"/>
        </a:xfrm>
      </p:grpSpPr>
      <p:grpSp>
        <p:nvGrpSpPr>
          <p:cNvPr id="122" name="Google Shape;122;p65"/>
          <p:cNvGrpSpPr/>
          <p:nvPr/>
        </p:nvGrpSpPr>
        <p:grpSpPr>
          <a:xfrm>
            <a:off x="0" y="0"/>
            <a:ext cx="9144002" cy="5143381"/>
            <a:chOff x="0" y="0"/>
            <a:chExt cx="9144002" cy="4973775"/>
          </a:xfrm>
        </p:grpSpPr>
        <p:pic>
          <p:nvPicPr>
            <p:cNvPr id="123" name="Google Shape;123;p65"/>
            <p:cNvPicPr preferRelativeResize="0"/>
            <p:nvPr/>
          </p:nvPicPr>
          <p:blipFill rotWithShape="1">
            <a:blip r:embed="rId2">
              <a:alphaModFix/>
            </a:blip>
            <a:srcRect/>
            <a:stretch/>
          </p:blipFill>
          <p:spPr>
            <a:xfrm>
              <a:off x="0" y="0"/>
              <a:ext cx="9144002" cy="3602850"/>
            </a:xfrm>
            <a:prstGeom prst="rect">
              <a:avLst/>
            </a:prstGeom>
            <a:noFill/>
            <a:ln>
              <a:noFill/>
            </a:ln>
          </p:spPr>
        </p:pic>
        <p:pic>
          <p:nvPicPr>
            <p:cNvPr id="124" name="Google Shape;124;p65"/>
            <p:cNvPicPr preferRelativeResize="0"/>
            <p:nvPr/>
          </p:nvPicPr>
          <p:blipFill rotWithShape="1">
            <a:blip r:embed="rId2">
              <a:alphaModFix/>
            </a:blip>
            <a:srcRect b="30790"/>
            <a:stretch/>
          </p:blipFill>
          <p:spPr>
            <a:xfrm rot="10800000" flipH="1">
              <a:off x="0" y="2480350"/>
              <a:ext cx="9144002" cy="2493425"/>
            </a:xfrm>
            <a:prstGeom prst="rect">
              <a:avLst/>
            </a:prstGeom>
            <a:noFill/>
            <a:ln>
              <a:noFill/>
            </a:ln>
          </p:spPr>
        </p:pic>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_page 2 1">
  <p:cSld name="8_Пользовательский макет_2_1">
    <p:spTree>
      <p:nvGrpSpPr>
        <p:cNvPr id="1" name="Shape 125"/>
        <p:cNvGrpSpPr/>
        <p:nvPr/>
      </p:nvGrpSpPr>
      <p:grpSpPr>
        <a:xfrm>
          <a:off x="0" y="0"/>
          <a:ext cx="0" cy="0"/>
          <a:chOff x="0" y="0"/>
          <a:chExt cx="0" cy="0"/>
        </a:xfrm>
      </p:grpSpPr>
      <p:grpSp>
        <p:nvGrpSpPr>
          <p:cNvPr id="126" name="Google Shape;126;p66"/>
          <p:cNvGrpSpPr/>
          <p:nvPr/>
        </p:nvGrpSpPr>
        <p:grpSpPr>
          <a:xfrm>
            <a:off x="0" y="0"/>
            <a:ext cx="9144002" cy="5143381"/>
            <a:chOff x="0" y="0"/>
            <a:chExt cx="9144002" cy="4973775"/>
          </a:xfrm>
        </p:grpSpPr>
        <p:pic>
          <p:nvPicPr>
            <p:cNvPr id="127" name="Google Shape;127;p66"/>
            <p:cNvPicPr preferRelativeResize="0"/>
            <p:nvPr/>
          </p:nvPicPr>
          <p:blipFill rotWithShape="1">
            <a:blip r:embed="rId2">
              <a:alphaModFix/>
            </a:blip>
            <a:srcRect/>
            <a:stretch/>
          </p:blipFill>
          <p:spPr>
            <a:xfrm>
              <a:off x="0" y="0"/>
              <a:ext cx="9144002" cy="3602850"/>
            </a:xfrm>
            <a:prstGeom prst="rect">
              <a:avLst/>
            </a:prstGeom>
            <a:noFill/>
            <a:ln>
              <a:noFill/>
            </a:ln>
          </p:spPr>
        </p:pic>
        <p:pic>
          <p:nvPicPr>
            <p:cNvPr id="128" name="Google Shape;128;p66"/>
            <p:cNvPicPr preferRelativeResize="0"/>
            <p:nvPr/>
          </p:nvPicPr>
          <p:blipFill rotWithShape="1">
            <a:blip r:embed="rId2">
              <a:alphaModFix/>
            </a:blip>
            <a:srcRect b="30790"/>
            <a:stretch/>
          </p:blipFill>
          <p:spPr>
            <a:xfrm rot="10800000" flipH="1">
              <a:off x="0" y="2480350"/>
              <a:ext cx="9144002" cy="2493425"/>
            </a:xfrm>
            <a:prstGeom prst="rect">
              <a:avLst/>
            </a:prstGeom>
            <a:noFill/>
            <a:ln>
              <a:noFill/>
            </a:ln>
          </p:spPr>
        </p:pic>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ustom Layout 3">
  <p:cSld name="CUSTOM_4">
    <p:spTree>
      <p:nvGrpSpPr>
        <p:cNvPr id="1" name="Shape 129"/>
        <p:cNvGrpSpPr/>
        <p:nvPr/>
      </p:nvGrpSpPr>
      <p:grpSpPr>
        <a:xfrm>
          <a:off x="0" y="0"/>
          <a:ext cx="0" cy="0"/>
          <a:chOff x="0" y="0"/>
          <a:chExt cx="0" cy="0"/>
        </a:xfrm>
      </p:grpSpPr>
      <p:sp>
        <p:nvSpPr>
          <p:cNvPr id="130" name="Google Shape;130;p67"/>
          <p:cNvSpPr txBox="1">
            <a:spLocks noGrp="1"/>
          </p:cNvSpPr>
          <p:nvPr>
            <p:ph type="title"/>
          </p:nvPr>
        </p:nvSpPr>
        <p:spPr>
          <a:xfrm>
            <a:off x="457200" y="306434"/>
            <a:ext cx="8229600" cy="620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31" name="Google Shape;131;p67"/>
          <p:cNvPicPr preferRelativeResize="0"/>
          <p:nvPr/>
        </p:nvPicPr>
        <p:blipFill rotWithShape="1">
          <a:blip r:embed="rId2">
            <a:alphaModFix/>
          </a:blip>
          <a:srcRect/>
          <a:stretch/>
        </p:blipFill>
        <p:spPr>
          <a:xfrm>
            <a:off x="0" y="0"/>
            <a:ext cx="9144002" cy="51435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ustom Layout 3 2">
  <p:cSld name="CUSTOM_4_2">
    <p:spTree>
      <p:nvGrpSpPr>
        <p:cNvPr id="1" name="Shape 132"/>
        <p:cNvGrpSpPr/>
        <p:nvPr/>
      </p:nvGrpSpPr>
      <p:grpSpPr>
        <a:xfrm>
          <a:off x="0" y="0"/>
          <a:ext cx="0" cy="0"/>
          <a:chOff x="0" y="0"/>
          <a:chExt cx="0" cy="0"/>
        </a:xfrm>
      </p:grpSpPr>
      <p:sp>
        <p:nvSpPr>
          <p:cNvPr id="133" name="Google Shape;133;p68"/>
          <p:cNvSpPr txBox="1">
            <a:spLocks noGrp="1"/>
          </p:cNvSpPr>
          <p:nvPr>
            <p:ph type="title"/>
          </p:nvPr>
        </p:nvSpPr>
        <p:spPr>
          <a:xfrm>
            <a:off x="457200" y="306434"/>
            <a:ext cx="8229600" cy="620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34" name="Google Shape;134;p68"/>
          <p:cNvPicPr preferRelativeResize="0"/>
          <p:nvPr/>
        </p:nvPicPr>
        <p:blipFill rotWithShape="1">
          <a:blip r:embed="rId2">
            <a:alphaModFix/>
          </a:blip>
          <a:srcRect/>
          <a:stretch/>
        </p:blipFill>
        <p:spPr>
          <a:xfrm>
            <a:off x="0" y="0"/>
            <a:ext cx="9144002" cy="51435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ustom Layout 3 1">
  <p:cSld name="CUSTOM_4_1">
    <p:spTree>
      <p:nvGrpSpPr>
        <p:cNvPr id="1" name="Shape 135"/>
        <p:cNvGrpSpPr/>
        <p:nvPr/>
      </p:nvGrpSpPr>
      <p:grpSpPr>
        <a:xfrm>
          <a:off x="0" y="0"/>
          <a:ext cx="0" cy="0"/>
          <a:chOff x="0" y="0"/>
          <a:chExt cx="0" cy="0"/>
        </a:xfrm>
      </p:grpSpPr>
      <p:sp>
        <p:nvSpPr>
          <p:cNvPr id="136" name="Google Shape;136;p69"/>
          <p:cNvSpPr txBox="1">
            <a:spLocks noGrp="1"/>
          </p:cNvSpPr>
          <p:nvPr>
            <p:ph type="title"/>
          </p:nvPr>
        </p:nvSpPr>
        <p:spPr>
          <a:xfrm>
            <a:off x="457200" y="306434"/>
            <a:ext cx="8229600" cy="620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37" name="Google Shape;137;p69"/>
          <p:cNvPicPr preferRelativeResize="0"/>
          <p:nvPr/>
        </p:nvPicPr>
        <p:blipFill rotWithShape="1">
          <a:blip r:embed="rId2">
            <a:alphaModFix/>
          </a:blip>
          <a:srcRect/>
          <a:stretch/>
        </p:blipFill>
        <p:spPr>
          <a:xfrm>
            <a:off x="0" y="0"/>
            <a:ext cx="9144002" cy="51435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ustom Layout 3 1 1">
  <p:cSld name="CUSTOM_4_1_1">
    <p:spTree>
      <p:nvGrpSpPr>
        <p:cNvPr id="1" name="Shape 138"/>
        <p:cNvGrpSpPr/>
        <p:nvPr/>
      </p:nvGrpSpPr>
      <p:grpSpPr>
        <a:xfrm>
          <a:off x="0" y="0"/>
          <a:ext cx="0" cy="0"/>
          <a:chOff x="0" y="0"/>
          <a:chExt cx="0" cy="0"/>
        </a:xfrm>
      </p:grpSpPr>
      <p:sp>
        <p:nvSpPr>
          <p:cNvPr id="139" name="Google Shape;139;p70"/>
          <p:cNvSpPr txBox="1">
            <a:spLocks noGrp="1"/>
          </p:cNvSpPr>
          <p:nvPr>
            <p:ph type="title"/>
          </p:nvPr>
        </p:nvSpPr>
        <p:spPr>
          <a:xfrm>
            <a:off x="457200" y="306434"/>
            <a:ext cx="8229600" cy="620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40" name="Google Shape;140;p70"/>
          <p:cNvPicPr preferRelativeResize="0"/>
          <p:nvPr/>
        </p:nvPicPr>
        <p:blipFill rotWithShape="1">
          <a:blip r:embed="rId2">
            <a:alphaModFix/>
          </a:blip>
          <a:srcRect/>
          <a:stretch/>
        </p:blipFill>
        <p:spPr>
          <a:xfrm>
            <a:off x="0" y="0"/>
            <a:ext cx="9144002" cy="514350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6_Custom Layout">
  <p:cSld name="6_Custom Layout">
    <p:bg>
      <p:bgPr>
        <a:blipFill>
          <a:blip r:embed="rId2">
            <a:alphaModFix/>
          </a:blip>
          <a:stretch>
            <a:fillRect/>
          </a:stretch>
        </a:blipFill>
        <a:effectLst/>
      </p:bgPr>
    </p:bg>
    <p:spTree>
      <p:nvGrpSpPr>
        <p:cNvPr id="1" name="Shape 141"/>
        <p:cNvGrpSpPr/>
        <p:nvPr/>
      </p:nvGrpSpPr>
      <p:grpSpPr>
        <a:xfrm>
          <a:off x="0" y="0"/>
          <a:ext cx="0" cy="0"/>
          <a:chOff x="0" y="0"/>
          <a:chExt cx="0" cy="0"/>
        </a:xfrm>
      </p:grpSpPr>
      <p:sp>
        <p:nvSpPr>
          <p:cNvPr id="142" name="Google Shape;142;p71"/>
          <p:cNvSpPr txBox="1">
            <a:spLocks noGrp="1"/>
          </p:cNvSpPr>
          <p:nvPr>
            <p:ph type="title"/>
          </p:nvPr>
        </p:nvSpPr>
        <p:spPr>
          <a:xfrm>
            <a:off x="457200" y="306435"/>
            <a:ext cx="6291943" cy="52728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3200"/>
              <a:buFont typeface="Arial"/>
              <a:buNone/>
              <a:defRPr sz="3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p71"/>
          <p:cNvSpPr txBox="1">
            <a:spLocks noGrp="1"/>
          </p:cNvSpPr>
          <p:nvPr>
            <p:ph type="body" idx="1"/>
          </p:nvPr>
        </p:nvSpPr>
        <p:spPr>
          <a:xfrm>
            <a:off x="3102428" y="943208"/>
            <a:ext cx="5526315" cy="387553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80"/>
              </a:spcBef>
              <a:spcAft>
                <a:spcPts val="0"/>
              </a:spcAft>
              <a:buClr>
                <a:schemeClr val="dk1"/>
              </a:buClr>
              <a:buSzPts val="1400"/>
              <a:buNone/>
              <a:defRPr sz="1400"/>
            </a:lvl2pPr>
            <a:lvl3pPr marL="1371600" lvl="2" indent="-228600" algn="l">
              <a:lnSpc>
                <a:spcPct val="100000"/>
              </a:lnSpc>
              <a:spcBef>
                <a:spcPts val="280"/>
              </a:spcBef>
              <a:spcAft>
                <a:spcPts val="0"/>
              </a:spcAft>
              <a:buClr>
                <a:schemeClr val="dk1"/>
              </a:buClr>
              <a:buSzPts val="1400"/>
              <a:buNone/>
              <a:defRPr sz="1400"/>
            </a:lvl3pPr>
            <a:lvl4pPr marL="1828800" lvl="3" indent="-228600" algn="l">
              <a:lnSpc>
                <a:spcPct val="100000"/>
              </a:lnSpc>
              <a:spcBef>
                <a:spcPts val="280"/>
              </a:spcBef>
              <a:spcAft>
                <a:spcPts val="0"/>
              </a:spcAft>
              <a:buClr>
                <a:schemeClr val="dk1"/>
              </a:buClr>
              <a:buSzPts val="1400"/>
              <a:buNone/>
              <a:defRPr sz="1400"/>
            </a:lvl4pPr>
            <a:lvl5pPr marL="2286000" lvl="4" indent="-228600" algn="l">
              <a:lnSpc>
                <a:spcPct val="100000"/>
              </a:lnSpc>
              <a:spcBef>
                <a:spcPts val="280"/>
              </a:spcBef>
              <a:spcAft>
                <a:spcPts val="0"/>
              </a:spcAft>
              <a:buClr>
                <a:schemeClr val="dk1"/>
              </a:buClr>
              <a:buSzPts val="1400"/>
              <a:buFont typeface="Arial"/>
              <a:buNone/>
              <a:defRPr sz="14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44" name="Google Shape;144;p71"/>
          <p:cNvSpPr>
            <a:spLocks noGrp="1"/>
          </p:cNvSpPr>
          <p:nvPr>
            <p:ph type="pic" idx="2"/>
          </p:nvPr>
        </p:nvSpPr>
        <p:spPr>
          <a:xfrm>
            <a:off x="457200" y="943208"/>
            <a:ext cx="2532744" cy="1883023"/>
          </a:xfrm>
          <a:prstGeom prst="roundRect">
            <a:avLst>
              <a:gd name="adj" fmla="val 11537"/>
            </a:avLst>
          </a:prstGeom>
          <a:noFill/>
          <a:ln>
            <a:noFill/>
          </a:ln>
        </p:spPr>
        <p:txBody>
          <a:bodyPr/>
          <a:lstStyle/>
          <a:p>
            <a:endParaRPr lang="en-US"/>
          </a:p>
        </p:txBody>
      </p:sp>
      <p:sp>
        <p:nvSpPr>
          <p:cNvPr id="145" name="Google Shape;145;p71"/>
          <p:cNvSpPr>
            <a:spLocks noGrp="1"/>
          </p:cNvSpPr>
          <p:nvPr>
            <p:ph type="pic" idx="3"/>
          </p:nvPr>
        </p:nvSpPr>
        <p:spPr>
          <a:xfrm>
            <a:off x="457200" y="2935720"/>
            <a:ext cx="2532744" cy="1883023"/>
          </a:xfrm>
          <a:prstGeom prst="roundRect">
            <a:avLst>
              <a:gd name="adj" fmla="val 11537"/>
            </a:avLst>
          </a:prstGeom>
          <a:noFill/>
          <a:ln>
            <a:noFill/>
          </a:ln>
        </p:spPr>
        <p:txBody>
          <a:bodyPr/>
          <a:lstStyle/>
          <a:p>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9-blank">
  <p:cSld name="9_Пользовательский макет">
    <p:bg>
      <p:bgPr>
        <a:solidFill>
          <a:srgbClr val="FFFFFF"/>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9-blank 1 1">
  <p:cSld name="9_Пользовательский макет_1_1">
    <p:bg>
      <p:bgPr>
        <a:solidFill>
          <a:srgbClr val="FFFFFF"/>
        </a:solidFill>
        <a:effectLst/>
      </p:bgPr>
    </p:bg>
    <p:spTree>
      <p:nvGrpSpPr>
        <p:cNvPr id="1" name="Shape 147"/>
        <p:cNvGrpSpPr/>
        <p:nvPr/>
      </p:nvGrpSpPr>
      <p:grpSpPr>
        <a:xfrm>
          <a:off x="0" y="0"/>
          <a:ext cx="0" cy="0"/>
          <a:chOff x="0" y="0"/>
          <a:chExt cx="0" cy="0"/>
        </a:xfrm>
      </p:grpSpPr>
      <p:pic>
        <p:nvPicPr>
          <p:cNvPr id="148" name="Google Shape;148;p73"/>
          <p:cNvPicPr preferRelativeResize="0"/>
          <p:nvPr/>
        </p:nvPicPr>
        <p:blipFill rotWithShape="1">
          <a:blip r:embed="rId2">
            <a:alphaModFix/>
          </a:blip>
          <a:srcRect/>
          <a:stretch/>
        </p:blipFill>
        <p:spPr>
          <a:xfrm>
            <a:off x="0" y="0"/>
            <a:ext cx="9144001" cy="5143501"/>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7_Custom Layout">
  <p:cSld name="7_Custom Layout">
    <p:bg>
      <p:bgPr>
        <a:blipFill>
          <a:blip r:embed="rId2">
            <a:alphaModFix/>
          </a:blip>
          <a:stretch>
            <a:fillRect/>
          </a:stretch>
        </a:blipFill>
        <a:effectLst/>
      </p:bgPr>
    </p:bg>
    <p:spTree>
      <p:nvGrpSpPr>
        <p:cNvPr id="1" name="Shape 149"/>
        <p:cNvGrpSpPr/>
        <p:nvPr/>
      </p:nvGrpSpPr>
      <p:grpSpPr>
        <a:xfrm>
          <a:off x="0" y="0"/>
          <a:ext cx="0" cy="0"/>
          <a:chOff x="0" y="0"/>
          <a:chExt cx="0" cy="0"/>
        </a:xfrm>
      </p:grpSpPr>
      <p:sp>
        <p:nvSpPr>
          <p:cNvPr id="150" name="Google Shape;150;p74"/>
          <p:cNvSpPr txBox="1">
            <a:spLocks noGrp="1"/>
          </p:cNvSpPr>
          <p:nvPr>
            <p:ph type="title"/>
          </p:nvPr>
        </p:nvSpPr>
        <p:spPr>
          <a:xfrm>
            <a:off x="457200" y="306435"/>
            <a:ext cx="6291943" cy="52728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3200"/>
              <a:buFont typeface="Arial"/>
              <a:buNone/>
              <a:defRPr sz="3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74"/>
          <p:cNvSpPr txBox="1">
            <a:spLocks noGrp="1"/>
          </p:cNvSpPr>
          <p:nvPr>
            <p:ph type="body" idx="1"/>
          </p:nvPr>
        </p:nvSpPr>
        <p:spPr>
          <a:xfrm>
            <a:off x="5733143" y="949330"/>
            <a:ext cx="2895600" cy="3895724"/>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b="0" i="0"/>
            </a:lvl1pPr>
            <a:lvl2pPr marL="914400" lvl="1" indent="-228600" algn="l">
              <a:lnSpc>
                <a:spcPct val="100000"/>
              </a:lnSpc>
              <a:spcBef>
                <a:spcPts val="280"/>
              </a:spcBef>
              <a:spcAft>
                <a:spcPts val="0"/>
              </a:spcAft>
              <a:buClr>
                <a:schemeClr val="dk1"/>
              </a:buClr>
              <a:buSzPts val="1400"/>
              <a:buNone/>
              <a:defRPr sz="1400"/>
            </a:lvl2pPr>
            <a:lvl3pPr marL="1371600" lvl="2" indent="-228600" algn="l">
              <a:lnSpc>
                <a:spcPct val="100000"/>
              </a:lnSpc>
              <a:spcBef>
                <a:spcPts val="280"/>
              </a:spcBef>
              <a:spcAft>
                <a:spcPts val="0"/>
              </a:spcAft>
              <a:buClr>
                <a:schemeClr val="dk1"/>
              </a:buClr>
              <a:buSzPts val="1400"/>
              <a:buNone/>
              <a:defRPr sz="1400"/>
            </a:lvl3pPr>
            <a:lvl4pPr marL="1828800" lvl="3" indent="-228600" algn="l">
              <a:lnSpc>
                <a:spcPct val="100000"/>
              </a:lnSpc>
              <a:spcBef>
                <a:spcPts val="280"/>
              </a:spcBef>
              <a:spcAft>
                <a:spcPts val="0"/>
              </a:spcAft>
              <a:buClr>
                <a:schemeClr val="dk1"/>
              </a:buClr>
              <a:buSzPts val="1400"/>
              <a:buNone/>
              <a:defRPr sz="1400"/>
            </a:lvl4pPr>
            <a:lvl5pPr marL="2286000" lvl="4" indent="-228600" algn="l">
              <a:lnSpc>
                <a:spcPct val="100000"/>
              </a:lnSpc>
              <a:spcBef>
                <a:spcPts val="280"/>
              </a:spcBef>
              <a:spcAft>
                <a:spcPts val="0"/>
              </a:spcAft>
              <a:buClr>
                <a:schemeClr val="dk1"/>
              </a:buClr>
              <a:buSzPts val="1400"/>
              <a:buFont typeface="Arial"/>
              <a:buNone/>
              <a:defRPr sz="14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52" name="Google Shape;152;p74"/>
          <p:cNvSpPr>
            <a:spLocks noGrp="1"/>
          </p:cNvSpPr>
          <p:nvPr>
            <p:ph type="pic" idx="2"/>
          </p:nvPr>
        </p:nvSpPr>
        <p:spPr>
          <a:xfrm>
            <a:off x="457200" y="949329"/>
            <a:ext cx="2532744" cy="1883023"/>
          </a:xfrm>
          <a:prstGeom prst="roundRect">
            <a:avLst>
              <a:gd name="adj" fmla="val 11537"/>
            </a:avLst>
          </a:prstGeom>
          <a:noFill/>
          <a:ln>
            <a:noFill/>
          </a:ln>
        </p:spPr>
        <p:txBody>
          <a:bodyPr/>
          <a:lstStyle/>
          <a:p>
            <a:endParaRPr lang="en-US"/>
          </a:p>
        </p:txBody>
      </p:sp>
      <p:sp>
        <p:nvSpPr>
          <p:cNvPr id="153" name="Google Shape;153;p74"/>
          <p:cNvSpPr>
            <a:spLocks noGrp="1"/>
          </p:cNvSpPr>
          <p:nvPr>
            <p:ph type="pic" idx="3"/>
          </p:nvPr>
        </p:nvSpPr>
        <p:spPr>
          <a:xfrm>
            <a:off x="3095171" y="949328"/>
            <a:ext cx="2532744" cy="1883023"/>
          </a:xfrm>
          <a:prstGeom prst="roundRect">
            <a:avLst>
              <a:gd name="adj" fmla="val 11879"/>
            </a:avLst>
          </a:prstGeom>
          <a:noFill/>
          <a:ln>
            <a:noFill/>
          </a:ln>
        </p:spPr>
        <p:txBody>
          <a:bodyPr/>
          <a:lstStyle/>
          <a:p>
            <a:endParaRPr lang="en-US"/>
          </a:p>
        </p:txBody>
      </p:sp>
      <p:sp>
        <p:nvSpPr>
          <p:cNvPr id="154" name="Google Shape;154;p74"/>
          <p:cNvSpPr>
            <a:spLocks noGrp="1"/>
          </p:cNvSpPr>
          <p:nvPr>
            <p:ph type="pic" idx="4"/>
          </p:nvPr>
        </p:nvSpPr>
        <p:spPr>
          <a:xfrm>
            <a:off x="3095171" y="2962031"/>
            <a:ext cx="2532744" cy="1883023"/>
          </a:xfrm>
          <a:prstGeom prst="roundRect">
            <a:avLst>
              <a:gd name="adj" fmla="val 11537"/>
            </a:avLst>
          </a:prstGeom>
          <a:noFill/>
          <a:ln>
            <a:noFill/>
          </a:ln>
        </p:spPr>
        <p:txBody>
          <a:bodyPr/>
          <a:lstStyle/>
          <a:p>
            <a:endParaRPr lang="en-US"/>
          </a:p>
        </p:txBody>
      </p:sp>
      <p:sp>
        <p:nvSpPr>
          <p:cNvPr id="155" name="Google Shape;155;p74"/>
          <p:cNvSpPr>
            <a:spLocks noGrp="1"/>
          </p:cNvSpPr>
          <p:nvPr>
            <p:ph type="pic" idx="5"/>
          </p:nvPr>
        </p:nvSpPr>
        <p:spPr>
          <a:xfrm>
            <a:off x="457199" y="2962031"/>
            <a:ext cx="2532744" cy="1883023"/>
          </a:xfrm>
          <a:prstGeom prst="roundRect">
            <a:avLst>
              <a:gd name="adj" fmla="val 11537"/>
            </a:avLst>
          </a:prstGeom>
          <a:noFill/>
          <a:ln>
            <a:noFill/>
          </a:ln>
        </p:spPr>
        <p:txBody>
          <a:bodyPr/>
          <a:lstStyle/>
          <a:p>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98A67AB-EB23-4436-8E76-D6813BCCE0E6}"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107A55-DA88-411F-B888-A479120C59DA}" type="slidenum">
              <a:rPr lang="en-US" smtClean="0"/>
              <a:t>‹#›</a:t>
            </a:fld>
            <a:endParaRPr lang="en-US"/>
          </a:p>
        </p:txBody>
      </p:sp>
    </p:spTree>
    <p:extLst>
      <p:ext uri="{BB962C8B-B14F-4D97-AF65-F5344CB8AC3E}">
        <p14:creationId xmlns:p14="http://schemas.microsoft.com/office/powerpoint/2010/main" val="3370514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4"/>
          <p:cNvSpPr txBox="1">
            <a:spLocks noGrp="1"/>
          </p:cNvSpPr>
          <p:nvPr>
            <p:ph type="title"/>
          </p:nvPr>
        </p:nvSpPr>
        <p:spPr>
          <a:xfrm>
            <a:off x="457200" y="306434"/>
            <a:ext cx="8229600" cy="620483"/>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34"/>
          <p:cNvSpPr txBox="1">
            <a:spLocks noGrp="1"/>
          </p:cNvSpPr>
          <p:nvPr>
            <p:ph type="body" idx="1"/>
          </p:nvPr>
        </p:nvSpPr>
        <p:spPr>
          <a:xfrm>
            <a:off x="457200" y="1121912"/>
            <a:ext cx="8229600" cy="2899675"/>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228600" algn="l" rtl="0">
              <a:lnSpc>
                <a:spcPct val="100000"/>
              </a:lnSpc>
              <a:spcBef>
                <a:spcPts val="32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8" name="Google Shape;8;p34"/>
          <p:cNvSpPr txBox="1"/>
          <p:nvPr/>
        </p:nvSpPr>
        <p:spPr>
          <a:xfrm>
            <a:off x="-865051" y="4134125"/>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 name="Google Shape;9;p34"/>
          <p:cNvSpPr txBox="1"/>
          <p:nvPr/>
        </p:nvSpPr>
        <p:spPr>
          <a:xfrm>
            <a:off x="-865051" y="4134125"/>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10.xml"/><Relationship Id="rId5" Type="http://schemas.openxmlformats.org/officeDocument/2006/relationships/image" Target="../media/image31.png"/><Relationship Id="rId4" Type="http://schemas.openxmlformats.org/officeDocument/2006/relationships/image" Target="../media/image30.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32.png"/><Relationship Id="rId5" Type="http://schemas.openxmlformats.org/officeDocument/2006/relationships/image" Target="../media/image35.png"/><Relationship Id="rId4" Type="http://schemas.openxmlformats.org/officeDocument/2006/relationships/image" Target="../media/image34.png"/></Relationships>
</file>

<file path=ppt/slides/_rels/slide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44.png"/></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7.png"/></Relationships>
</file>

<file path=ppt/slides/_rels/slide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9" Type="http://schemas.openxmlformats.org/officeDocument/2006/relationships/image" Target="../media/image56.png"/></Relationships>
</file>

<file path=ppt/slides/_rels/slide1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60.png"/><Relationship Id="rId4" Type="http://schemas.openxmlformats.org/officeDocument/2006/relationships/image" Target="../media/image59.png"/></Relationships>
</file>

<file path=ppt/slides/_rels/slide1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63.png"/><Relationship Id="rId4" Type="http://schemas.openxmlformats.org/officeDocument/2006/relationships/image" Target="../media/image6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66.png"/></Relationships>
</file>

<file path=ppt/slides/_rels/slide1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Premium Photo | Optimizing water usage in agricultural practices ...">
            <a:extLst>
              <a:ext uri="{FF2B5EF4-FFF2-40B4-BE49-F238E27FC236}">
                <a16:creationId xmlns:a16="http://schemas.microsoft.com/office/drawing/2014/main" id="{1B96E19F-B08E-D84A-1C1F-B9BA7A396D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5349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04063ACA-CF2A-713D-B7D6-35984CC32C3E}"/>
              </a:ext>
            </a:extLst>
          </p:cNvPr>
          <p:cNvSpPr/>
          <p:nvPr/>
        </p:nvSpPr>
        <p:spPr>
          <a:xfrm>
            <a:off x="0" y="0"/>
            <a:ext cx="9186863" cy="5143500"/>
          </a:xfrm>
          <a:prstGeom prst="rect">
            <a:avLst/>
          </a:prstGeom>
          <a:solidFill>
            <a:schemeClr val="bg2">
              <a:lumMod val="10000"/>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 name="Google Shape;161;p1">
            <a:extLst>
              <a:ext uri="{FF2B5EF4-FFF2-40B4-BE49-F238E27FC236}">
                <a16:creationId xmlns:a16="http://schemas.microsoft.com/office/drawing/2014/main" id="{87C8DA29-BD28-1A50-8F73-2BFD6FA7C4A9}"/>
              </a:ext>
            </a:extLst>
          </p:cNvPr>
          <p:cNvSpPr txBox="1">
            <a:spLocks/>
          </p:cNvSpPr>
          <p:nvPr/>
        </p:nvSpPr>
        <p:spPr>
          <a:xfrm>
            <a:off x="1545430" y="1718524"/>
            <a:ext cx="6053138" cy="1627338"/>
          </a:xfrm>
          <a:prstGeom prst="rect">
            <a:avLst/>
          </a:prstGeom>
          <a:noFill/>
          <a:ln>
            <a:noFill/>
          </a:ln>
          <a:effectLst>
            <a:outerShdw algn="bl" rotWithShape="0">
              <a:srgbClr val="000000">
                <a:alpha val="57254"/>
              </a:srgbClr>
            </a:outerShdw>
          </a:effectLst>
        </p:spPr>
        <p:txBody>
          <a:bodyPr spcFirstLastPara="1" vert="horz" wrap="square" lIns="68569" tIns="34275" rIns="68569" bIns="34275" rtlCol="0" anchor="t" anchorCtr="0">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spcBef>
                <a:spcPts val="0"/>
              </a:spcBef>
              <a:buSzPts val="3600"/>
            </a:pPr>
            <a:r>
              <a:rPr lang="en-US" sz="3375" dirty="0">
                <a:solidFill>
                  <a:srgbClr val="FFFFFF"/>
                </a:solidFill>
                <a:latin typeface="Times New Roman"/>
                <a:ea typeface="Times New Roman"/>
                <a:cs typeface="Times New Roman"/>
                <a:sym typeface="Times New Roman"/>
              </a:rPr>
              <a:t>Study of Modern Control Methods for Agricultural Irrigation Systems</a:t>
            </a:r>
          </a:p>
        </p:txBody>
      </p:sp>
      <p:sp>
        <p:nvSpPr>
          <p:cNvPr id="6" name="Google Shape;162;p1">
            <a:extLst>
              <a:ext uri="{FF2B5EF4-FFF2-40B4-BE49-F238E27FC236}">
                <a16:creationId xmlns:a16="http://schemas.microsoft.com/office/drawing/2014/main" id="{88E9525F-8BD7-0E52-C937-7D3B906201BD}"/>
              </a:ext>
            </a:extLst>
          </p:cNvPr>
          <p:cNvSpPr txBox="1">
            <a:spLocks/>
          </p:cNvSpPr>
          <p:nvPr/>
        </p:nvSpPr>
        <p:spPr>
          <a:xfrm>
            <a:off x="2517509" y="3774160"/>
            <a:ext cx="4108980" cy="1328751"/>
          </a:xfrm>
          <a:prstGeom prst="rect">
            <a:avLst/>
          </a:prstGeom>
          <a:noFill/>
          <a:ln>
            <a:noFill/>
          </a:ln>
        </p:spPr>
        <p:txBody>
          <a:bodyPr spcFirstLastPara="1" vert="horz" wrap="square" lIns="68569" tIns="34275" rIns="68569" bIns="3427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5000"/>
              </a:lnSpc>
              <a:spcBef>
                <a:spcPts val="300"/>
              </a:spcBef>
              <a:buClr>
                <a:schemeClr val="dk1"/>
              </a:buClr>
              <a:buSzPts val="358"/>
              <a:buNone/>
            </a:pPr>
            <a:r>
              <a:rPr lang="en-US" sz="1500" b="1" dirty="0">
                <a:solidFill>
                  <a:srgbClr val="FFFFFF"/>
                </a:solidFill>
                <a:latin typeface="Times New Roman"/>
                <a:ea typeface="Times New Roman"/>
                <a:cs typeface="Times New Roman"/>
                <a:sym typeface="Times New Roman"/>
              </a:rPr>
              <a:t>Student: Tara Torbati, gr. R4237c</a:t>
            </a:r>
          </a:p>
          <a:p>
            <a:pPr marL="0" indent="0" algn="ctr">
              <a:lnSpc>
                <a:spcPct val="105000"/>
              </a:lnSpc>
              <a:spcBef>
                <a:spcPts val="300"/>
              </a:spcBef>
              <a:buClr>
                <a:schemeClr val="dk1"/>
              </a:buClr>
              <a:buSzPts val="358"/>
              <a:buNone/>
            </a:pPr>
            <a:r>
              <a:rPr lang="en-US" sz="1500" b="1" dirty="0">
                <a:solidFill>
                  <a:srgbClr val="FFFFFF"/>
                </a:solidFill>
                <a:latin typeface="Times New Roman"/>
                <a:ea typeface="Times New Roman"/>
                <a:cs typeface="Times New Roman"/>
                <a:sym typeface="Times New Roman"/>
              </a:rPr>
              <a:t>Supervisor: Alexey A. </a:t>
            </a:r>
            <a:r>
              <a:rPr lang="en-US" sz="1500" b="1" dirty="0" err="1">
                <a:solidFill>
                  <a:srgbClr val="FFFFFF"/>
                </a:solidFill>
                <a:latin typeface="Times New Roman"/>
                <a:ea typeface="Times New Roman"/>
                <a:cs typeface="Times New Roman"/>
                <a:sym typeface="Times New Roman"/>
              </a:rPr>
              <a:t>Peregudin</a:t>
            </a:r>
            <a:endParaRPr lang="en-US" sz="1500" b="1" dirty="0">
              <a:solidFill>
                <a:srgbClr val="FFFFFF"/>
              </a:solidFill>
              <a:latin typeface="Times New Roman"/>
              <a:ea typeface="Times New Roman"/>
              <a:cs typeface="Times New Roman"/>
              <a:sym typeface="Times New Roman"/>
            </a:endParaRPr>
          </a:p>
          <a:p>
            <a:pPr marL="0" indent="0">
              <a:lnSpc>
                <a:spcPct val="105000"/>
              </a:lnSpc>
              <a:spcBef>
                <a:spcPts val="300"/>
              </a:spcBef>
              <a:buClr>
                <a:schemeClr val="dk1"/>
              </a:buClr>
              <a:buSzPts val="358"/>
              <a:buNone/>
            </a:pPr>
            <a:endParaRPr lang="en-US" sz="1500" b="1" dirty="0">
              <a:solidFill>
                <a:srgbClr val="FFFFFF"/>
              </a:solidFill>
              <a:latin typeface="Times New Roman"/>
              <a:ea typeface="Times New Roman"/>
              <a:cs typeface="Times New Roman"/>
              <a:sym typeface="Times New Roman"/>
            </a:endParaRPr>
          </a:p>
          <a:p>
            <a:pPr marL="0" indent="0" algn="ctr">
              <a:lnSpc>
                <a:spcPct val="105000"/>
              </a:lnSpc>
              <a:spcBef>
                <a:spcPts val="300"/>
              </a:spcBef>
              <a:buClr>
                <a:schemeClr val="dk1"/>
              </a:buClr>
              <a:buSzPts val="358"/>
              <a:buNone/>
            </a:pPr>
            <a:r>
              <a:rPr lang="en-US" sz="1500" b="1" dirty="0">
                <a:solidFill>
                  <a:srgbClr val="FFFFFF"/>
                </a:solidFill>
                <a:latin typeface="Times New Roman"/>
                <a:ea typeface="Times New Roman"/>
                <a:cs typeface="Times New Roman"/>
                <a:sym typeface="Times New Roman"/>
              </a:rPr>
              <a:t>Saint Petersburg 2026</a:t>
            </a:r>
          </a:p>
        </p:txBody>
      </p:sp>
      <p:sp>
        <p:nvSpPr>
          <p:cNvPr id="7" name="Google Shape;163;p1">
            <a:extLst>
              <a:ext uri="{FF2B5EF4-FFF2-40B4-BE49-F238E27FC236}">
                <a16:creationId xmlns:a16="http://schemas.microsoft.com/office/drawing/2014/main" id="{2C3AAE25-EEE8-686A-A232-56396DD3A54B}"/>
              </a:ext>
            </a:extLst>
          </p:cNvPr>
          <p:cNvSpPr txBox="1"/>
          <p:nvPr/>
        </p:nvSpPr>
        <p:spPr>
          <a:xfrm>
            <a:off x="3199962" y="311285"/>
            <a:ext cx="2744077" cy="427018"/>
          </a:xfrm>
          <a:prstGeom prst="rect">
            <a:avLst/>
          </a:prstGeom>
          <a:noFill/>
          <a:ln>
            <a:noFill/>
          </a:ln>
        </p:spPr>
        <p:txBody>
          <a:bodyPr spcFirstLastPara="1" wrap="square" lIns="68569" tIns="68569" rIns="68569" bIns="68569" anchor="t" anchorCtr="0">
            <a:spAutoFit/>
          </a:bodyPr>
          <a:lstStyle/>
          <a:p>
            <a:pPr algn="ctr">
              <a:buSzPts val="2000"/>
            </a:pPr>
            <a:r>
              <a:rPr lang="en-US" sz="1875" b="1" dirty="0">
                <a:solidFill>
                  <a:srgbClr val="FFFFFF"/>
                </a:solidFill>
                <a:latin typeface="Times New Roman"/>
                <a:ea typeface="Times New Roman"/>
                <a:cs typeface="Times New Roman"/>
                <a:sym typeface="Times New Roman"/>
              </a:rPr>
              <a:t>ITMO University</a:t>
            </a:r>
            <a:endParaRPr sz="1875" dirty="0">
              <a:latin typeface="Times New Roman"/>
              <a:ea typeface="Times New Roman"/>
              <a:cs typeface="Times New Roman"/>
              <a:sym typeface="Times New Roman"/>
            </a:endParaRPr>
          </a:p>
        </p:txBody>
      </p:sp>
      <p:sp>
        <p:nvSpPr>
          <p:cNvPr id="8" name="AutoShape 2" descr="Premium Photo | Optimizing water usage in agricultural practices ...">
            <a:extLst>
              <a:ext uri="{FF2B5EF4-FFF2-40B4-BE49-F238E27FC236}">
                <a16:creationId xmlns:a16="http://schemas.microsoft.com/office/drawing/2014/main" id="{7B7395BC-07DD-C3E0-CFFC-D9203EB92D77}"/>
              </a:ext>
            </a:extLst>
          </p:cNvPr>
          <p:cNvSpPr>
            <a:spLocks noChangeAspect="1" noChangeArrowheads="1"/>
          </p:cNvSpPr>
          <p:nvPr/>
        </p:nvSpPr>
        <p:spPr bwMode="auto">
          <a:xfrm>
            <a:off x="5853693" y="1718332"/>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50"/>
          </a:p>
        </p:txBody>
      </p:sp>
    </p:spTree>
    <p:extLst>
      <p:ext uri="{BB962C8B-B14F-4D97-AF65-F5344CB8AC3E}">
        <p14:creationId xmlns:p14="http://schemas.microsoft.com/office/powerpoint/2010/main" val="4199579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AD4D5"/>
        </a:solidFill>
        <a:effectLst/>
      </p:bgPr>
    </p:bg>
    <p:spTree>
      <p:nvGrpSpPr>
        <p:cNvPr id="1" name="Shape 167"/>
        <p:cNvGrpSpPr/>
        <p:nvPr/>
      </p:nvGrpSpPr>
      <p:grpSpPr>
        <a:xfrm>
          <a:off x="0" y="0"/>
          <a:ext cx="0" cy="0"/>
          <a:chOff x="0" y="0"/>
          <a:chExt cx="0" cy="0"/>
        </a:xfrm>
      </p:grpSpPr>
      <p:pic>
        <p:nvPicPr>
          <p:cNvPr id="17" name="Picture 16">
            <a:extLst>
              <a:ext uri="{FF2B5EF4-FFF2-40B4-BE49-F238E27FC236}">
                <a16:creationId xmlns:a16="http://schemas.microsoft.com/office/drawing/2014/main" id="{B04447CE-1250-A717-2766-8A06446669DE}"/>
              </a:ext>
            </a:extLst>
          </p:cNvPr>
          <p:cNvPicPr>
            <a:picLocks noChangeAspect="1"/>
          </p:cNvPicPr>
          <p:nvPr/>
        </p:nvPicPr>
        <p:blipFill>
          <a:blip r:embed="rId3"/>
          <a:stretch>
            <a:fillRect/>
          </a:stretch>
        </p:blipFill>
        <p:spPr>
          <a:xfrm>
            <a:off x="0" y="-1"/>
            <a:ext cx="9144000" cy="5143501"/>
          </a:xfrm>
          <a:prstGeom prst="rect">
            <a:avLst/>
          </a:prstGeom>
        </p:spPr>
      </p:pic>
      <p:pic>
        <p:nvPicPr>
          <p:cNvPr id="19" name="Picture 18">
            <a:extLst>
              <a:ext uri="{FF2B5EF4-FFF2-40B4-BE49-F238E27FC236}">
                <a16:creationId xmlns:a16="http://schemas.microsoft.com/office/drawing/2014/main" id="{85D96375-7D37-C831-526C-0439772B0FA0}"/>
              </a:ext>
            </a:extLst>
          </p:cNvPr>
          <p:cNvPicPr>
            <a:picLocks noChangeAspect="1"/>
          </p:cNvPicPr>
          <p:nvPr/>
        </p:nvPicPr>
        <p:blipFill>
          <a:blip r:embed="rId4"/>
          <a:stretch>
            <a:fillRect/>
          </a:stretch>
        </p:blipFill>
        <p:spPr>
          <a:xfrm>
            <a:off x="5656764" y="2085252"/>
            <a:ext cx="3182636" cy="2467973"/>
          </a:xfrm>
          <a:prstGeom prst="rect">
            <a:avLst/>
          </a:prstGeom>
        </p:spPr>
      </p:pic>
      <p:pic>
        <p:nvPicPr>
          <p:cNvPr id="21" name="Picture 20">
            <a:extLst>
              <a:ext uri="{FF2B5EF4-FFF2-40B4-BE49-F238E27FC236}">
                <a16:creationId xmlns:a16="http://schemas.microsoft.com/office/drawing/2014/main" id="{6151798B-32AD-648E-B98F-6ED84998A1E4}"/>
              </a:ext>
            </a:extLst>
          </p:cNvPr>
          <p:cNvPicPr>
            <a:picLocks noChangeAspect="1"/>
          </p:cNvPicPr>
          <p:nvPr/>
        </p:nvPicPr>
        <p:blipFill>
          <a:blip r:embed="rId5"/>
          <a:stretch>
            <a:fillRect/>
          </a:stretch>
        </p:blipFill>
        <p:spPr>
          <a:xfrm>
            <a:off x="250388" y="1522281"/>
            <a:ext cx="5101776" cy="2467972"/>
          </a:xfrm>
          <a:prstGeom prst="rect">
            <a:avLst/>
          </a:prstGeom>
        </p:spPr>
      </p:pic>
      <p:sp>
        <p:nvSpPr>
          <p:cNvPr id="29" name="Google Shape;178;p3">
            <a:extLst>
              <a:ext uri="{FF2B5EF4-FFF2-40B4-BE49-F238E27FC236}">
                <a16:creationId xmlns:a16="http://schemas.microsoft.com/office/drawing/2014/main" id="{070F9C57-2194-7B43-7F9A-52CC337AFA72}"/>
              </a:ext>
            </a:extLst>
          </p:cNvPr>
          <p:cNvSpPr txBox="1"/>
          <p:nvPr/>
        </p:nvSpPr>
        <p:spPr>
          <a:xfrm>
            <a:off x="8633460" y="4800600"/>
            <a:ext cx="24384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dirty="0">
                <a:solidFill>
                  <a:schemeClr val="lt2"/>
                </a:solidFill>
              </a:rPr>
              <a:t>2</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815226A-C650-6871-1C8E-5AF706833388}"/>
            </a:ext>
          </a:extLst>
        </p:cNvPr>
        <p:cNvGrpSpPr/>
        <p:nvPr/>
      </p:nvGrpSpPr>
      <p:grpSpPr>
        <a:xfrm>
          <a:off x="0" y="0"/>
          <a:ext cx="0" cy="0"/>
          <a:chOff x="0" y="0"/>
          <a:chExt cx="0" cy="0"/>
        </a:xfrm>
      </p:grpSpPr>
      <p:sp>
        <p:nvSpPr>
          <p:cNvPr id="174" name="Google Shape;174;p3">
            <a:extLst>
              <a:ext uri="{FF2B5EF4-FFF2-40B4-BE49-F238E27FC236}">
                <a16:creationId xmlns:a16="http://schemas.microsoft.com/office/drawing/2014/main" id="{7A033B4D-02DE-AB49-60A7-3813C2E7BCAA}"/>
              </a:ext>
            </a:extLst>
          </p:cNvPr>
          <p:cNvSpPr/>
          <p:nvPr/>
        </p:nvSpPr>
        <p:spPr>
          <a:xfrm>
            <a:off x="368100" y="280625"/>
            <a:ext cx="6870900" cy="6495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dirty="0">
                <a:solidFill>
                  <a:srgbClr val="FFFFFF"/>
                </a:solidFill>
                <a:latin typeface="Times New Roman"/>
                <a:ea typeface="Times New Roman"/>
                <a:cs typeface="Times New Roman"/>
                <a:sym typeface="Times New Roman"/>
              </a:rPr>
              <a:t>Research Goal</a:t>
            </a:r>
            <a:endParaRPr sz="1800" b="0" i="0" u="none" strike="noStrike" cap="none" dirty="0">
              <a:solidFill>
                <a:srgbClr val="FFFFFF"/>
              </a:solidFill>
              <a:latin typeface="Times New Roman"/>
              <a:ea typeface="Times New Roman"/>
              <a:cs typeface="Times New Roman"/>
              <a:sym typeface="Times New Roman"/>
            </a:endParaRPr>
          </a:p>
        </p:txBody>
      </p:sp>
      <p:sp>
        <p:nvSpPr>
          <p:cNvPr id="175" name="Google Shape;175;p3">
            <a:extLst>
              <a:ext uri="{FF2B5EF4-FFF2-40B4-BE49-F238E27FC236}">
                <a16:creationId xmlns:a16="http://schemas.microsoft.com/office/drawing/2014/main" id="{294B99FC-163D-25CE-6F54-5F36B3CE8FF1}"/>
              </a:ext>
            </a:extLst>
          </p:cNvPr>
          <p:cNvSpPr txBox="1"/>
          <p:nvPr/>
        </p:nvSpPr>
        <p:spPr>
          <a:xfrm>
            <a:off x="364200" y="1159563"/>
            <a:ext cx="8415600" cy="80531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1000"/>
              </a:spcAft>
              <a:buClr>
                <a:srgbClr val="000000"/>
              </a:buClr>
              <a:buSzPts val="1600"/>
              <a:buFont typeface="Arial"/>
              <a:buNone/>
            </a:pPr>
            <a:r>
              <a:rPr lang="en-US" sz="1600" b="0" i="0" u="none" strike="noStrike" cap="none" dirty="0">
                <a:solidFill>
                  <a:srgbClr val="FFFFFF"/>
                </a:solidFill>
                <a:latin typeface="Times New Roman"/>
                <a:ea typeface="Times New Roman"/>
                <a:cs typeface="Times New Roman"/>
                <a:sym typeface="Times New Roman"/>
              </a:rPr>
              <a:t>The aim was to study the applications of</a:t>
            </a:r>
            <a:r>
              <a:rPr lang="en-US" sz="1600" dirty="0">
                <a:solidFill>
                  <a:srgbClr val="FFFFFF"/>
                </a:solidFill>
                <a:latin typeface="Times New Roman"/>
                <a:ea typeface="Times New Roman"/>
                <a:cs typeface="Times New Roman"/>
                <a:sym typeface="Times New Roman"/>
              </a:rPr>
              <a:t> Modern Control Methods</a:t>
            </a:r>
            <a:r>
              <a:rPr lang="en-US" sz="1600" b="0" i="0" u="none" strike="noStrike" cap="none" dirty="0">
                <a:solidFill>
                  <a:srgbClr val="FFFFFF"/>
                </a:solidFill>
                <a:latin typeface="Times New Roman"/>
                <a:ea typeface="Times New Roman"/>
                <a:cs typeface="Times New Roman"/>
                <a:sym typeface="Times New Roman"/>
              </a:rPr>
              <a:t> in </a:t>
            </a:r>
            <a:r>
              <a:rPr lang="en-US" sz="1600" dirty="0">
                <a:solidFill>
                  <a:srgbClr val="FFFFFF"/>
                </a:solidFill>
                <a:latin typeface="Times New Roman"/>
                <a:ea typeface="Times New Roman"/>
                <a:cs typeface="Times New Roman"/>
                <a:sym typeface="Times New Roman"/>
              </a:rPr>
              <a:t>Agricultural Irrigation of a field in Talish mountains, Gilan province Iran under water scarcity</a:t>
            </a:r>
            <a:endParaRPr sz="1600" b="0" i="0" u="none" strike="noStrike" cap="none" dirty="0">
              <a:solidFill>
                <a:srgbClr val="FFFFFF"/>
              </a:solidFill>
              <a:latin typeface="Times New Roman"/>
              <a:ea typeface="Times New Roman"/>
              <a:cs typeface="Times New Roman"/>
              <a:sym typeface="Times New Roman"/>
            </a:endParaRPr>
          </a:p>
        </p:txBody>
      </p:sp>
      <p:sp>
        <p:nvSpPr>
          <p:cNvPr id="176" name="Google Shape;176;p3">
            <a:extLst>
              <a:ext uri="{FF2B5EF4-FFF2-40B4-BE49-F238E27FC236}">
                <a16:creationId xmlns:a16="http://schemas.microsoft.com/office/drawing/2014/main" id="{78850121-2B10-97E7-02FD-4183951D2B8E}"/>
              </a:ext>
            </a:extLst>
          </p:cNvPr>
          <p:cNvSpPr txBox="1"/>
          <p:nvPr/>
        </p:nvSpPr>
        <p:spPr>
          <a:xfrm>
            <a:off x="897500" y="2170950"/>
            <a:ext cx="6761100" cy="212362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2"/>
              </a:buClr>
              <a:buSzPts val="1800"/>
              <a:buFont typeface="Arial"/>
              <a:buNone/>
            </a:pPr>
            <a:r>
              <a:rPr lang="en-US" sz="1800" dirty="0">
                <a:solidFill>
                  <a:srgbClr val="FFFFFF"/>
                </a:solidFill>
                <a:latin typeface="Times New Roman"/>
                <a:ea typeface="Times New Roman"/>
                <a:cs typeface="Times New Roman"/>
                <a:sym typeface="Times New Roman"/>
              </a:rPr>
              <a:t>Field and data selection and preprocessing </a:t>
            </a:r>
          </a:p>
          <a:p>
            <a:pPr marL="0" lvl="0" indent="0" algn="l" rtl="0">
              <a:spcBef>
                <a:spcPts val="0"/>
              </a:spcBef>
              <a:spcAft>
                <a:spcPts val="0"/>
              </a:spcAft>
              <a:buClr>
                <a:schemeClr val="dk2"/>
              </a:buClr>
              <a:buSzPts val="1800"/>
              <a:buFont typeface="Arial"/>
              <a:buNone/>
            </a:pPr>
            <a:endParaRPr lang="en-US" sz="1800" b="0" i="0" u="none" strike="noStrike" cap="none" dirty="0">
              <a:solidFill>
                <a:srgbClr val="FFFFFF"/>
              </a:solidFill>
              <a:latin typeface="Times New Roman"/>
              <a:ea typeface="Times New Roman"/>
              <a:cs typeface="Times New Roman"/>
              <a:sym typeface="Times New Roman"/>
            </a:endParaRPr>
          </a:p>
          <a:p>
            <a:pPr marL="0" lvl="0" indent="0" algn="l" rtl="0">
              <a:spcBef>
                <a:spcPts val="0"/>
              </a:spcBef>
              <a:spcAft>
                <a:spcPts val="0"/>
              </a:spcAft>
              <a:buClr>
                <a:schemeClr val="dk2"/>
              </a:buClr>
              <a:buSzPts val="1800"/>
              <a:buFont typeface="Arial"/>
              <a:buNone/>
            </a:pPr>
            <a:r>
              <a:rPr lang="en-US" sz="1800" b="0" i="0" u="none" strike="noStrike" cap="none" dirty="0">
                <a:solidFill>
                  <a:srgbClr val="FFFFFF"/>
                </a:solidFill>
                <a:latin typeface="Times New Roman"/>
                <a:ea typeface="Times New Roman"/>
                <a:cs typeface="Times New Roman"/>
                <a:sym typeface="Times New Roman"/>
              </a:rPr>
              <a:t>Mathematical Modeling of </a:t>
            </a:r>
            <a:r>
              <a:rPr lang="en-US" sz="1800" dirty="0">
                <a:solidFill>
                  <a:srgbClr val="FFFFFF"/>
                </a:solidFill>
                <a:latin typeface="Times New Roman"/>
                <a:ea typeface="Times New Roman"/>
                <a:cs typeface="Times New Roman"/>
                <a:sym typeface="Times New Roman"/>
              </a:rPr>
              <a:t>the agricultural system</a:t>
            </a:r>
          </a:p>
          <a:p>
            <a:pPr marL="0" lvl="0" indent="0" algn="l" rtl="0">
              <a:spcBef>
                <a:spcPts val="0"/>
              </a:spcBef>
              <a:spcAft>
                <a:spcPts val="0"/>
              </a:spcAft>
              <a:buClr>
                <a:schemeClr val="dk2"/>
              </a:buClr>
              <a:buSzPts val="1800"/>
              <a:buFont typeface="Arial"/>
              <a:buNone/>
            </a:pPr>
            <a:endParaRPr lang="en-US" sz="1800" b="0" i="0" u="none" strike="noStrike" cap="none" dirty="0">
              <a:solidFill>
                <a:srgbClr val="FFFFFF"/>
              </a:solidFill>
              <a:latin typeface="Times New Roman"/>
              <a:ea typeface="Times New Roman"/>
              <a:cs typeface="Times New Roman"/>
              <a:sym typeface="Times New Roman"/>
            </a:endParaRPr>
          </a:p>
          <a:p>
            <a:pPr marL="0" lvl="0" indent="0" algn="l" rtl="0">
              <a:spcBef>
                <a:spcPts val="0"/>
              </a:spcBef>
              <a:spcAft>
                <a:spcPts val="0"/>
              </a:spcAft>
              <a:buClr>
                <a:schemeClr val="dk2"/>
              </a:buClr>
              <a:buSzPts val="1800"/>
              <a:buFont typeface="Arial"/>
              <a:buNone/>
            </a:pPr>
            <a:r>
              <a:rPr lang="en-US" sz="1800" b="0" i="0" u="none" strike="noStrike" cap="none" dirty="0">
                <a:solidFill>
                  <a:srgbClr val="FFFFFF"/>
                </a:solidFill>
                <a:latin typeface="Times New Roman"/>
                <a:ea typeface="Times New Roman"/>
                <a:cs typeface="Times New Roman"/>
                <a:sym typeface="Times New Roman"/>
              </a:rPr>
              <a:t>Controller Design and Simulation (MPC vs RL)</a:t>
            </a:r>
          </a:p>
          <a:p>
            <a:pPr marL="0" lvl="0" indent="0" algn="l" rtl="0">
              <a:spcBef>
                <a:spcPts val="0"/>
              </a:spcBef>
              <a:spcAft>
                <a:spcPts val="0"/>
              </a:spcAft>
              <a:buClr>
                <a:schemeClr val="dk2"/>
              </a:buClr>
              <a:buSzPts val="1800"/>
              <a:buFont typeface="Arial"/>
              <a:buNone/>
            </a:pPr>
            <a:endParaRPr lang="en-US" sz="1800" dirty="0">
              <a:solidFill>
                <a:srgbClr val="FFFFFF"/>
              </a:solidFill>
              <a:latin typeface="Times New Roman"/>
              <a:ea typeface="Times New Roman"/>
              <a:cs typeface="Times New Roman"/>
              <a:sym typeface="Times New Roman"/>
            </a:endParaRPr>
          </a:p>
          <a:p>
            <a:pPr marL="0" lvl="0" indent="0" algn="l" rtl="0">
              <a:spcBef>
                <a:spcPts val="0"/>
              </a:spcBef>
              <a:spcAft>
                <a:spcPts val="0"/>
              </a:spcAft>
              <a:buClr>
                <a:schemeClr val="dk2"/>
              </a:buClr>
              <a:buSzPts val="1800"/>
              <a:buFont typeface="Arial"/>
              <a:buNone/>
            </a:pPr>
            <a:r>
              <a:rPr lang="en-US" sz="1800" dirty="0">
                <a:solidFill>
                  <a:srgbClr val="FFFFFF"/>
                </a:solidFill>
                <a:latin typeface="Times New Roman"/>
                <a:ea typeface="Times New Roman"/>
                <a:cs typeface="Times New Roman"/>
                <a:sym typeface="Times New Roman"/>
              </a:rPr>
              <a:t>Performance Analysis and Comparison of Results</a:t>
            </a:r>
            <a:endParaRPr sz="1800" b="0" i="0" u="none" strike="noStrike" cap="none" dirty="0">
              <a:solidFill>
                <a:srgbClr val="FFFFFF"/>
              </a:solidFill>
              <a:latin typeface="Times New Roman"/>
              <a:ea typeface="Times New Roman"/>
              <a:cs typeface="Times New Roman"/>
              <a:sym typeface="Times New Roman"/>
            </a:endParaRPr>
          </a:p>
        </p:txBody>
      </p:sp>
      <p:sp>
        <p:nvSpPr>
          <p:cNvPr id="178" name="Google Shape;178;p3">
            <a:extLst>
              <a:ext uri="{FF2B5EF4-FFF2-40B4-BE49-F238E27FC236}">
                <a16:creationId xmlns:a16="http://schemas.microsoft.com/office/drawing/2014/main" id="{7C7C0104-C1A8-C57C-027C-84E287954CA1}"/>
              </a:ext>
            </a:extLst>
          </p:cNvPr>
          <p:cNvSpPr txBox="1"/>
          <p:nvPr/>
        </p:nvSpPr>
        <p:spPr>
          <a:xfrm>
            <a:off x="8633460" y="4800600"/>
            <a:ext cx="24384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chemeClr val="lt2"/>
                </a:solidFill>
                <a:latin typeface="Arial"/>
                <a:ea typeface="Arial"/>
                <a:cs typeface="Arial"/>
                <a:sym typeface="Arial"/>
              </a:rPr>
              <a:t>3</a:t>
            </a:r>
            <a:endParaRPr sz="1400" b="0" i="0" u="none" strike="noStrike" cap="none" dirty="0">
              <a:solidFill>
                <a:srgbClr val="000000"/>
              </a:solidFill>
              <a:latin typeface="Arial"/>
              <a:ea typeface="Arial"/>
              <a:cs typeface="Arial"/>
              <a:sym typeface="Arial"/>
            </a:endParaRPr>
          </a:p>
        </p:txBody>
      </p:sp>
      <p:sp>
        <p:nvSpPr>
          <p:cNvPr id="179" name="Google Shape;179;p3">
            <a:extLst>
              <a:ext uri="{FF2B5EF4-FFF2-40B4-BE49-F238E27FC236}">
                <a16:creationId xmlns:a16="http://schemas.microsoft.com/office/drawing/2014/main" id="{40AB496D-D689-C673-7230-204031CA0F7C}"/>
              </a:ext>
            </a:extLst>
          </p:cNvPr>
          <p:cNvSpPr/>
          <p:nvPr/>
        </p:nvSpPr>
        <p:spPr>
          <a:xfrm rot="5400000">
            <a:off x="407575" y="3718500"/>
            <a:ext cx="552300" cy="3018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3">
            <a:extLst>
              <a:ext uri="{FF2B5EF4-FFF2-40B4-BE49-F238E27FC236}">
                <a16:creationId xmlns:a16="http://schemas.microsoft.com/office/drawing/2014/main" id="{DA7D7ED5-562F-8BB1-733B-11AF19ED9246}"/>
              </a:ext>
            </a:extLst>
          </p:cNvPr>
          <p:cNvSpPr/>
          <p:nvPr/>
        </p:nvSpPr>
        <p:spPr>
          <a:xfrm rot="5400000">
            <a:off x="407575" y="3166200"/>
            <a:ext cx="552300" cy="3018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3">
            <a:extLst>
              <a:ext uri="{FF2B5EF4-FFF2-40B4-BE49-F238E27FC236}">
                <a16:creationId xmlns:a16="http://schemas.microsoft.com/office/drawing/2014/main" id="{281CF7A8-EBB9-626B-6A0E-5BD1CF1C4CFA}"/>
              </a:ext>
            </a:extLst>
          </p:cNvPr>
          <p:cNvSpPr/>
          <p:nvPr/>
        </p:nvSpPr>
        <p:spPr>
          <a:xfrm rot="5400000">
            <a:off x="407575" y="2613900"/>
            <a:ext cx="552300" cy="3018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3">
            <a:extLst>
              <a:ext uri="{FF2B5EF4-FFF2-40B4-BE49-F238E27FC236}">
                <a16:creationId xmlns:a16="http://schemas.microsoft.com/office/drawing/2014/main" id="{094AD32E-9812-52D4-41B0-189053AB69F9}"/>
              </a:ext>
            </a:extLst>
          </p:cNvPr>
          <p:cNvSpPr/>
          <p:nvPr/>
        </p:nvSpPr>
        <p:spPr>
          <a:xfrm rot="5400000">
            <a:off x="407575" y="2061600"/>
            <a:ext cx="552300" cy="3018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56183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F97A5"/>
        </a:solidFill>
        <a:effectLst/>
      </p:bgPr>
    </p:bg>
    <p:spTree>
      <p:nvGrpSpPr>
        <p:cNvPr id="1" name="Shape 243">
          <a:extLst>
            <a:ext uri="{FF2B5EF4-FFF2-40B4-BE49-F238E27FC236}">
              <a16:creationId xmlns:a16="http://schemas.microsoft.com/office/drawing/2014/main" id="{2855E7F7-DEAD-16D0-267F-35722055E5E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4" name="TextBox 213">
                <a:extLst>
                  <a:ext uri="{FF2B5EF4-FFF2-40B4-BE49-F238E27FC236}">
                    <a16:creationId xmlns:a16="http://schemas.microsoft.com/office/drawing/2014/main" id="{6BA7FA26-231E-046E-3452-6B7BA59D53CB}"/>
                  </a:ext>
                </a:extLst>
              </p:cNvPr>
              <p:cNvSpPr txBox="1"/>
              <p:nvPr/>
            </p:nvSpPr>
            <p:spPr>
              <a:xfrm>
                <a:off x="6277746" y="3684646"/>
                <a:ext cx="2258424" cy="1320233"/>
              </a:xfrm>
              <a:prstGeom prst="rect">
                <a:avLst/>
              </a:prstGeom>
              <a:noFill/>
            </p:spPr>
            <p:txBody>
              <a:bodyPr wrap="square">
                <a:spAutoFit/>
              </a:bodyPr>
              <a:lstStyle/>
              <a:p>
                <a:pPr>
                  <a:lnSpc>
                    <a:spcPct val="114000"/>
                  </a:lnSpc>
                </a:pPr>
                <a14:m>
                  <m:oMathPara xmlns:m="http://schemas.openxmlformats.org/officeDocument/2006/math">
                    <m:oMathParaPr>
                      <m:jc m:val="left"/>
                    </m:oMathParaPr>
                    <m:oMath xmlns:m="http://schemas.openxmlformats.org/officeDocument/2006/math">
                      <m:sSub>
                        <m:sSubPr>
                          <m:ctrlPr>
                            <a:rPr lang="en-US" i="1">
                              <a:solidFill>
                                <a:schemeClr val="bg1">
                                  <a:lumMod val="60000"/>
                                  <a:lumOff val="40000"/>
                                </a:schemeClr>
                              </a:solidFill>
                              <a:latin typeface="Cambria Math" panose="02040503050406030204" pitchFamily="18" charset="0"/>
                            </a:rPr>
                          </m:ctrlPr>
                        </m:sSubPr>
                        <m:e>
                          <m:r>
                            <a:rPr lang="en-US" i="1">
                              <a:solidFill>
                                <a:schemeClr val="bg1">
                                  <a:lumMod val="60000"/>
                                  <a:lumOff val="40000"/>
                                </a:schemeClr>
                              </a:solidFill>
                              <a:latin typeface="Cambria Math" panose="02040503050406030204" pitchFamily="18" charset="0"/>
                            </a:rPr>
                            <m:t>𝑥</m:t>
                          </m:r>
                        </m:e>
                        <m:sub>
                          <m:r>
                            <a:rPr lang="en-US" i="1">
                              <a:solidFill>
                                <a:schemeClr val="bg1">
                                  <a:lumMod val="60000"/>
                                  <a:lumOff val="40000"/>
                                </a:schemeClr>
                              </a:solidFill>
                              <a:latin typeface="Cambria Math" panose="02040503050406030204" pitchFamily="18" charset="0"/>
                            </a:rPr>
                            <m:t>1</m:t>
                          </m:r>
                        </m:sub>
                      </m:sSub>
                      <m:r>
                        <a:rPr lang="en-US" i="1">
                          <a:solidFill>
                            <a:schemeClr val="bg1">
                              <a:lumMod val="60000"/>
                              <a:lumOff val="40000"/>
                            </a:schemeClr>
                          </a:solidFill>
                          <a:latin typeface="Cambria Math" panose="02040503050406030204" pitchFamily="18" charset="0"/>
                        </a:rPr>
                        <m:t>−</m:t>
                      </m:r>
                      <m:r>
                        <m:rPr>
                          <m:sty m:val="p"/>
                        </m:rPr>
                        <a:rPr lang="en-US">
                          <a:solidFill>
                            <a:schemeClr val="bg1">
                              <a:lumMod val="60000"/>
                              <a:lumOff val="40000"/>
                            </a:schemeClr>
                          </a:solidFill>
                          <a:latin typeface="Cambria Math" panose="02040503050406030204" pitchFamily="18" charset="0"/>
                        </a:rPr>
                        <m:t>r</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oot</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 </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moisture</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 (</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mm</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m:t>
                      </m:r>
                    </m:oMath>
                  </m:oMathPara>
                </a14:m>
                <a:endPar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endParaRPr>
              </a:p>
              <a:p>
                <a:pPr>
                  <a:lnSpc>
                    <a:spcPct val="114000"/>
                  </a:lnSpc>
                </a:pPr>
                <a14:m>
                  <m:oMathPara xmlns:m="http://schemas.openxmlformats.org/officeDocument/2006/math">
                    <m:oMathParaPr>
                      <m:jc m:val="left"/>
                    </m:oMathParaPr>
                    <m:oMath xmlns:m="http://schemas.openxmlformats.org/officeDocument/2006/math">
                      <m:sSub>
                        <m:sSubPr>
                          <m:ctrlPr>
                            <a:rPr lang="en-US" i="1" smtClean="0">
                              <a:solidFill>
                                <a:schemeClr val="bg1">
                                  <a:lumMod val="60000"/>
                                  <a:lumOff val="40000"/>
                                </a:schemeClr>
                              </a:solidFill>
                              <a:latin typeface="Cambria Math" panose="02040503050406030204" pitchFamily="18" charset="0"/>
                            </a:rPr>
                          </m:ctrlPr>
                        </m:sSubPr>
                        <m:e>
                          <m:r>
                            <a:rPr lang="en-US" i="1" smtClean="0">
                              <a:solidFill>
                                <a:schemeClr val="bg1">
                                  <a:lumMod val="60000"/>
                                  <a:lumOff val="40000"/>
                                </a:schemeClr>
                              </a:solidFill>
                              <a:latin typeface="Cambria Math" panose="02040503050406030204" pitchFamily="18" charset="0"/>
                            </a:rPr>
                            <m:t>𝑥</m:t>
                          </m:r>
                        </m:e>
                        <m:sub>
                          <m:r>
                            <a:rPr lang="en-US" i="1" smtClean="0">
                              <a:solidFill>
                                <a:schemeClr val="bg1">
                                  <a:lumMod val="60000"/>
                                  <a:lumOff val="40000"/>
                                </a:schemeClr>
                              </a:solidFill>
                              <a:latin typeface="Cambria Math" panose="02040503050406030204" pitchFamily="18" charset="0"/>
                            </a:rPr>
                            <m:t>2</m:t>
                          </m:r>
                        </m:sub>
                      </m:sSub>
                      <m:r>
                        <a:rPr lang="en-US" i="1" smtClean="0">
                          <a:solidFill>
                            <a:schemeClr val="bg1">
                              <a:lumMod val="60000"/>
                              <a:lumOff val="40000"/>
                            </a:schemeClr>
                          </a:solidFill>
                          <a:latin typeface="Cambria Math" panose="02040503050406030204" pitchFamily="18" charset="0"/>
                        </a:rPr>
                        <m:t>−</m:t>
                      </m:r>
                      <m:r>
                        <m:rPr>
                          <m:sty m:val="p"/>
                        </m:rPr>
                        <a:rPr lang="en-US" smtClean="0">
                          <a:solidFill>
                            <a:schemeClr val="bg1">
                              <a:lumMod val="60000"/>
                              <a:lumOff val="40000"/>
                            </a:schemeClr>
                          </a:solidFill>
                          <a:latin typeface="Cambria Math" panose="02040503050406030204" pitchFamily="18" charset="0"/>
                        </a:rPr>
                        <m:t>t</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hermal</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 </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time</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 (</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GDD</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m:t>
                      </m:r>
                    </m:oMath>
                  </m:oMathPara>
                </a14:m>
                <a:endPar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endParaRPr>
              </a:p>
              <a:p>
                <a:pPr>
                  <a:lnSpc>
                    <a:spcPct val="114000"/>
                  </a:lnSpc>
                </a:pPr>
                <a14:m>
                  <m:oMathPara xmlns:m="http://schemas.openxmlformats.org/officeDocument/2006/math">
                    <m:oMathParaPr>
                      <m:jc m:val="left"/>
                    </m:oMathParaPr>
                    <m:oMath xmlns:m="http://schemas.openxmlformats.org/officeDocument/2006/math">
                      <m:sSub>
                        <m:sSubPr>
                          <m:ctrlPr>
                            <a:rPr lang="en-US" i="1">
                              <a:solidFill>
                                <a:schemeClr val="bg1">
                                  <a:lumMod val="60000"/>
                                  <a:lumOff val="40000"/>
                                </a:schemeClr>
                              </a:solidFill>
                              <a:latin typeface="Cambria Math" panose="02040503050406030204" pitchFamily="18" charset="0"/>
                            </a:rPr>
                          </m:ctrlPr>
                        </m:sSubPr>
                        <m:e>
                          <m:r>
                            <a:rPr lang="en-US" i="1" smtClean="0">
                              <a:solidFill>
                                <a:schemeClr val="bg1">
                                  <a:lumMod val="60000"/>
                                  <a:lumOff val="40000"/>
                                </a:schemeClr>
                              </a:solidFill>
                              <a:latin typeface="Cambria Math" panose="02040503050406030204" pitchFamily="18" charset="0"/>
                            </a:rPr>
                            <m:t>𝑥</m:t>
                          </m:r>
                        </m:e>
                        <m:sub>
                          <m:r>
                            <a:rPr lang="en-US" i="1" smtClean="0">
                              <a:solidFill>
                                <a:schemeClr val="bg1">
                                  <a:lumMod val="60000"/>
                                  <a:lumOff val="40000"/>
                                </a:schemeClr>
                              </a:solidFill>
                              <a:latin typeface="Cambria Math" panose="02040503050406030204" pitchFamily="18" charset="0"/>
                            </a:rPr>
                            <m:t>3</m:t>
                          </m:r>
                        </m:sub>
                      </m:sSub>
                      <m:r>
                        <a:rPr lang="en-US" i="1" smtClean="0">
                          <a:solidFill>
                            <a:schemeClr val="bg1">
                              <a:lumMod val="60000"/>
                              <a:lumOff val="40000"/>
                            </a:schemeClr>
                          </a:solidFill>
                          <a:latin typeface="Cambria Math" panose="02040503050406030204" pitchFamily="18" charset="0"/>
                        </a:rPr>
                        <m:t>−</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 </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maturation</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 </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stress</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 </m:t>
                      </m:r>
                    </m:oMath>
                  </m:oMathPara>
                </a14:m>
                <a:endPar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endParaRPr>
              </a:p>
              <a:p>
                <a:pPr>
                  <a:lnSpc>
                    <a:spcPct val="114000"/>
                  </a:lnSpc>
                </a:pPr>
                <a14:m>
                  <m:oMathPara xmlns:m="http://schemas.openxmlformats.org/officeDocument/2006/math">
                    <m:oMathParaPr>
                      <m:jc m:val="left"/>
                    </m:oMathParaPr>
                    <m:oMath xmlns:m="http://schemas.openxmlformats.org/officeDocument/2006/math">
                      <m:sSub>
                        <m:sSubPr>
                          <m:ctrlPr>
                            <a:rPr lang="en-US" i="1">
                              <a:solidFill>
                                <a:schemeClr val="bg1">
                                  <a:lumMod val="60000"/>
                                  <a:lumOff val="40000"/>
                                </a:schemeClr>
                              </a:solidFill>
                              <a:latin typeface="Cambria Math" panose="02040503050406030204" pitchFamily="18" charset="0"/>
                            </a:rPr>
                          </m:ctrlPr>
                        </m:sSubPr>
                        <m:e>
                          <m:r>
                            <a:rPr lang="en-US" i="1" smtClean="0">
                              <a:solidFill>
                                <a:schemeClr val="bg1">
                                  <a:lumMod val="60000"/>
                                  <a:lumOff val="40000"/>
                                </a:schemeClr>
                              </a:solidFill>
                              <a:latin typeface="Cambria Math" panose="02040503050406030204" pitchFamily="18" charset="0"/>
                            </a:rPr>
                            <m:t>𝑥</m:t>
                          </m:r>
                        </m:e>
                        <m:sub>
                          <m:r>
                            <a:rPr lang="en-US" i="1" smtClean="0">
                              <a:solidFill>
                                <a:schemeClr val="bg1">
                                  <a:lumMod val="60000"/>
                                  <a:lumOff val="40000"/>
                                </a:schemeClr>
                              </a:solidFill>
                              <a:latin typeface="Cambria Math" panose="02040503050406030204" pitchFamily="18" charset="0"/>
                            </a:rPr>
                            <m:t>4</m:t>
                          </m:r>
                        </m:sub>
                      </m:sSub>
                      <m:r>
                        <a:rPr lang="en-US" i="1" smtClean="0">
                          <a:solidFill>
                            <a:schemeClr val="bg1">
                              <a:lumMod val="60000"/>
                              <a:lumOff val="40000"/>
                            </a:schemeClr>
                          </a:solidFill>
                          <a:latin typeface="Cambria Math" panose="02040503050406030204" pitchFamily="18" charset="0"/>
                        </a:rPr>
                        <m:t>−</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 </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biomass</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 (</m:t>
                      </m:r>
                      <m:r>
                        <m:rPr>
                          <m:sty m:val="p"/>
                        </m:rPr>
                        <a:rPr lang="en-US" smtClean="0">
                          <a:solidFill>
                            <a:schemeClr val="bg1">
                              <a:lumMod val="60000"/>
                              <a:lumOff val="40000"/>
                            </a:schemeClr>
                          </a:solidFill>
                          <a:latin typeface="Cambria Math" panose="02040503050406030204" pitchFamily="18" charset="0"/>
                        </a:rPr>
                        <m:t>g</m:t>
                      </m:r>
                      <m:r>
                        <m:rPr>
                          <m:lit/>
                        </m:rPr>
                        <a:rPr lang="en-US" smtClean="0">
                          <a:solidFill>
                            <a:schemeClr val="bg1">
                              <a:lumMod val="60000"/>
                              <a:lumOff val="40000"/>
                            </a:schemeClr>
                          </a:solidFill>
                          <a:latin typeface="Cambria Math" panose="02040503050406030204" pitchFamily="18" charset="0"/>
                        </a:rPr>
                        <m:t>/</m:t>
                      </m:r>
                      <m:sSup>
                        <m:sSupPr>
                          <m:ctrlPr>
                            <a:rPr lang="en-US" i="1">
                              <a:solidFill>
                                <a:schemeClr val="bg1">
                                  <a:lumMod val="60000"/>
                                  <a:lumOff val="40000"/>
                                </a:schemeClr>
                              </a:solidFill>
                              <a:latin typeface="Cambria Math" panose="02040503050406030204" pitchFamily="18" charset="0"/>
                            </a:rPr>
                          </m:ctrlPr>
                        </m:sSupPr>
                        <m:e>
                          <m:r>
                            <a:rPr lang="en-US" i="1" smtClean="0">
                              <a:solidFill>
                                <a:schemeClr val="bg1">
                                  <a:lumMod val="60000"/>
                                  <a:lumOff val="40000"/>
                                </a:schemeClr>
                              </a:solidFill>
                              <a:latin typeface="Cambria Math" panose="02040503050406030204" pitchFamily="18" charset="0"/>
                            </a:rPr>
                            <m:t>𝑚</m:t>
                          </m:r>
                        </m:e>
                        <m:sup>
                          <m:r>
                            <a:rPr lang="en-US" i="1" smtClean="0">
                              <a:solidFill>
                                <a:schemeClr val="bg1">
                                  <a:lumMod val="60000"/>
                                  <a:lumOff val="40000"/>
                                </a:schemeClr>
                              </a:solidFill>
                              <a:latin typeface="Cambria Math" panose="02040503050406030204" pitchFamily="18" charset="0"/>
                            </a:rPr>
                            <m:t>2</m:t>
                          </m:r>
                        </m:sup>
                      </m:sSup>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m:t>
                      </m:r>
                    </m:oMath>
                  </m:oMathPara>
                </a14:m>
                <a:endPar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endParaRPr>
              </a:p>
              <a:p>
                <a:pPr>
                  <a:lnSpc>
                    <a:spcPct val="114000"/>
                  </a:lnSpc>
                </a:pPr>
                <a14:m>
                  <m:oMathPara xmlns:m="http://schemas.openxmlformats.org/officeDocument/2006/math">
                    <m:oMathParaPr>
                      <m:jc m:val="left"/>
                    </m:oMathParaPr>
                    <m:oMath xmlns:m="http://schemas.openxmlformats.org/officeDocument/2006/math">
                      <m:sSub>
                        <m:sSubPr>
                          <m:ctrlPr>
                            <a:rPr lang="en-US" i="1">
                              <a:solidFill>
                                <a:schemeClr val="bg1">
                                  <a:lumMod val="60000"/>
                                  <a:lumOff val="40000"/>
                                </a:schemeClr>
                              </a:solidFill>
                              <a:latin typeface="Cambria Math" panose="02040503050406030204" pitchFamily="18" charset="0"/>
                            </a:rPr>
                          </m:ctrlPr>
                        </m:sSubPr>
                        <m:e>
                          <m:r>
                            <a:rPr lang="en-US" i="1" smtClean="0">
                              <a:solidFill>
                                <a:schemeClr val="bg1">
                                  <a:lumMod val="60000"/>
                                  <a:lumOff val="40000"/>
                                </a:schemeClr>
                              </a:solidFill>
                              <a:latin typeface="Cambria Math" panose="02040503050406030204" pitchFamily="18" charset="0"/>
                            </a:rPr>
                            <m:t>𝑥</m:t>
                          </m:r>
                        </m:e>
                        <m:sub>
                          <m:r>
                            <a:rPr lang="en-US" i="1" smtClean="0">
                              <a:solidFill>
                                <a:schemeClr val="bg1">
                                  <a:lumMod val="60000"/>
                                  <a:lumOff val="40000"/>
                                </a:schemeClr>
                              </a:solidFill>
                              <a:latin typeface="Cambria Math" panose="02040503050406030204" pitchFamily="18" charset="0"/>
                            </a:rPr>
                            <m:t>5</m:t>
                          </m:r>
                        </m:sub>
                      </m:sSub>
                      <m:r>
                        <a:rPr lang="en-US" i="1" smtClean="0">
                          <a:solidFill>
                            <a:schemeClr val="bg1">
                              <a:lumMod val="60000"/>
                              <a:lumOff val="40000"/>
                            </a:schemeClr>
                          </a:solidFill>
                          <a:latin typeface="Cambria Math" panose="02040503050406030204" pitchFamily="18" charset="0"/>
                        </a:rPr>
                        <m:t>−</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 </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surface</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 </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ponding</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 (</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mm</m:t>
                      </m:r>
                      <m:r>
                        <m:rPr>
                          <m:nor/>
                        </m:rPr>
                        <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rPr>
                        <m:t>)</m:t>
                      </m:r>
                    </m:oMath>
                  </m:oMathPara>
                </a14:m>
                <a:endPar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endParaRPr>
              </a:p>
            </p:txBody>
          </p:sp>
        </mc:Choice>
        <mc:Fallback xmlns="">
          <p:sp>
            <p:nvSpPr>
              <p:cNvPr id="214" name="TextBox 213">
                <a:extLst>
                  <a:ext uri="{FF2B5EF4-FFF2-40B4-BE49-F238E27FC236}">
                    <a16:creationId xmlns:a16="http://schemas.microsoft.com/office/drawing/2014/main" id="{6BA7FA26-231E-046E-3452-6B7BA59D53CB}"/>
                  </a:ext>
                </a:extLst>
              </p:cNvPr>
              <p:cNvSpPr txBox="1">
                <a:spLocks noRot="1" noChangeAspect="1" noMove="1" noResize="1" noEditPoints="1" noAdjustHandles="1" noChangeArrowheads="1" noChangeShapeType="1" noTextEdit="1"/>
              </p:cNvSpPr>
              <p:nvPr/>
            </p:nvSpPr>
            <p:spPr>
              <a:xfrm>
                <a:off x="6277746" y="3684646"/>
                <a:ext cx="2258424" cy="1320233"/>
              </a:xfrm>
              <a:prstGeom prst="rect">
                <a:avLst/>
              </a:prstGeom>
              <a:blipFill>
                <a:blip r:embed="rId3"/>
                <a:stretch>
                  <a:fillRect/>
                </a:stretch>
              </a:blipFill>
            </p:spPr>
            <p:txBody>
              <a:bodyPr/>
              <a:lstStyle/>
              <a:p>
                <a:r>
                  <a:rPr lang="en-US">
                    <a:noFill/>
                  </a:rPr>
                  <a:t> </a:t>
                </a:r>
              </a:p>
            </p:txBody>
          </p:sp>
        </mc:Fallback>
      </mc:AlternateContent>
      <p:sp>
        <p:nvSpPr>
          <p:cNvPr id="7" name="Google Shape;197;g3e1b453938d_0_4">
            <a:extLst>
              <a:ext uri="{FF2B5EF4-FFF2-40B4-BE49-F238E27FC236}">
                <a16:creationId xmlns:a16="http://schemas.microsoft.com/office/drawing/2014/main" id="{AD053EA7-56C7-A8FF-DBD6-F718D2BFA7AA}"/>
              </a:ext>
            </a:extLst>
          </p:cNvPr>
          <p:cNvSpPr txBox="1"/>
          <p:nvPr/>
        </p:nvSpPr>
        <p:spPr>
          <a:xfrm>
            <a:off x="241800" y="289750"/>
            <a:ext cx="854025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1" dirty="0">
                <a:solidFill>
                  <a:schemeClr val="lt2"/>
                </a:solidFill>
                <a:latin typeface="Times New Roman"/>
                <a:ea typeface="Times New Roman"/>
                <a:cs typeface="Times New Roman"/>
                <a:sym typeface="Times New Roman"/>
              </a:rPr>
              <a:t>System Overview</a:t>
            </a:r>
            <a:endParaRPr sz="3000" b="1" i="0" u="none" strike="noStrike" cap="none" dirty="0">
              <a:solidFill>
                <a:schemeClr val="lt2"/>
              </a:solidFill>
              <a:latin typeface="Times New Roman"/>
              <a:ea typeface="Times New Roman"/>
              <a:cs typeface="Times New Roman"/>
              <a:sym typeface="Times New Roman"/>
            </a:endParaRPr>
          </a:p>
        </p:txBody>
      </p:sp>
      <p:grpSp>
        <p:nvGrpSpPr>
          <p:cNvPr id="146" name="Group 145">
            <a:extLst>
              <a:ext uri="{FF2B5EF4-FFF2-40B4-BE49-F238E27FC236}">
                <a16:creationId xmlns:a16="http://schemas.microsoft.com/office/drawing/2014/main" id="{53948CCB-8CAB-4DF5-7E28-9937E47617BE}"/>
              </a:ext>
            </a:extLst>
          </p:cNvPr>
          <p:cNvGrpSpPr/>
          <p:nvPr/>
        </p:nvGrpSpPr>
        <p:grpSpPr>
          <a:xfrm>
            <a:off x="408541" y="1724150"/>
            <a:ext cx="3938532" cy="3096120"/>
            <a:chOff x="884495" y="1303538"/>
            <a:chExt cx="4184800" cy="3096120"/>
          </a:xfrm>
        </p:grpSpPr>
        <p:sp>
          <p:nvSpPr>
            <p:cNvPr id="86" name="Rectangle 85">
              <a:extLst>
                <a:ext uri="{FF2B5EF4-FFF2-40B4-BE49-F238E27FC236}">
                  <a16:creationId xmlns:a16="http://schemas.microsoft.com/office/drawing/2014/main" id="{99D8231C-2C6E-2EC7-2D8A-86ADFBBD48A2}"/>
                </a:ext>
              </a:extLst>
            </p:cNvPr>
            <p:cNvSpPr/>
            <p:nvPr/>
          </p:nvSpPr>
          <p:spPr>
            <a:xfrm>
              <a:off x="896731" y="2464398"/>
              <a:ext cx="1508302" cy="768626"/>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2">
                      <a:lumMod val="20000"/>
                      <a:lumOff val="80000"/>
                    </a:schemeClr>
                  </a:solidFill>
                </a:rPr>
                <a:t>CONTROLLER</a:t>
              </a:r>
            </a:p>
          </p:txBody>
        </p:sp>
        <p:cxnSp>
          <p:nvCxnSpPr>
            <p:cNvPr id="88" name="Straight Arrow Connector 87">
              <a:extLst>
                <a:ext uri="{FF2B5EF4-FFF2-40B4-BE49-F238E27FC236}">
                  <a16:creationId xmlns:a16="http://schemas.microsoft.com/office/drawing/2014/main" id="{58BDCA5B-A806-BE5D-3CEC-E441FA88F6B0}"/>
                </a:ext>
              </a:extLst>
            </p:cNvPr>
            <p:cNvCxnSpPr>
              <a:cxnSpLocks/>
              <a:stCxn id="86" idx="3"/>
              <a:endCxn id="49" idx="1"/>
            </p:cNvCxnSpPr>
            <p:nvPr/>
          </p:nvCxnSpPr>
          <p:spPr>
            <a:xfrm>
              <a:off x="2405033" y="2848711"/>
              <a:ext cx="655791" cy="0"/>
            </a:xfrm>
            <a:prstGeom prst="straightConnector1">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91" name="Connector: Elbow 90">
              <a:extLst>
                <a:ext uri="{FF2B5EF4-FFF2-40B4-BE49-F238E27FC236}">
                  <a16:creationId xmlns:a16="http://schemas.microsoft.com/office/drawing/2014/main" id="{278F6345-2E15-2313-3817-D830D457097F}"/>
                </a:ext>
              </a:extLst>
            </p:cNvPr>
            <p:cNvCxnSpPr>
              <a:cxnSpLocks/>
              <a:stCxn id="95" idx="1"/>
            </p:cNvCxnSpPr>
            <p:nvPr/>
          </p:nvCxnSpPr>
          <p:spPr>
            <a:xfrm rot="10800000">
              <a:off x="884495" y="2975583"/>
              <a:ext cx="12236" cy="1039762"/>
            </a:xfrm>
            <a:prstGeom prst="bentConnector3">
              <a:avLst>
                <a:gd name="adj1" fmla="val 1968258"/>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5" name="Rectangle 94">
              <a:extLst>
                <a:ext uri="{FF2B5EF4-FFF2-40B4-BE49-F238E27FC236}">
                  <a16:creationId xmlns:a16="http://schemas.microsoft.com/office/drawing/2014/main" id="{F07DF429-4BA5-DE60-3C75-F4E159B0B244}"/>
                </a:ext>
              </a:extLst>
            </p:cNvPr>
            <p:cNvSpPr/>
            <p:nvPr/>
          </p:nvSpPr>
          <p:spPr>
            <a:xfrm>
              <a:off x="896731" y="3631032"/>
              <a:ext cx="1508302" cy="768626"/>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2">
                      <a:lumMod val="20000"/>
                      <a:lumOff val="80000"/>
                    </a:schemeClr>
                  </a:solidFill>
                </a:rPr>
                <a:t>SENSORS</a:t>
              </a:r>
            </a:p>
          </p:txBody>
        </p:sp>
        <p:cxnSp>
          <p:nvCxnSpPr>
            <p:cNvPr id="99" name="Connector: Elbow 98">
              <a:extLst>
                <a:ext uri="{FF2B5EF4-FFF2-40B4-BE49-F238E27FC236}">
                  <a16:creationId xmlns:a16="http://schemas.microsoft.com/office/drawing/2014/main" id="{3D4542B7-A149-DB50-1532-233A459B3FC2}"/>
                </a:ext>
              </a:extLst>
            </p:cNvPr>
            <p:cNvCxnSpPr>
              <a:cxnSpLocks/>
              <a:stCxn id="49" idx="3"/>
              <a:endCxn id="95" idx="3"/>
            </p:cNvCxnSpPr>
            <p:nvPr/>
          </p:nvCxnSpPr>
          <p:spPr>
            <a:xfrm flipH="1">
              <a:off x="2405033" y="2848711"/>
              <a:ext cx="2664262" cy="1166634"/>
            </a:xfrm>
            <a:prstGeom prst="bentConnector3">
              <a:avLst>
                <a:gd name="adj1" fmla="val -9117"/>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979F49D7-41EB-1A4C-C158-EFEF3704BB96}"/>
                </a:ext>
              </a:extLst>
            </p:cNvPr>
            <p:cNvSpPr/>
            <p:nvPr/>
          </p:nvSpPr>
          <p:spPr>
            <a:xfrm>
              <a:off x="909432" y="1303538"/>
              <a:ext cx="1508302" cy="768626"/>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2">
                      <a:lumMod val="20000"/>
                      <a:lumOff val="80000"/>
                    </a:schemeClr>
                  </a:solidFill>
                </a:rPr>
                <a:t>WEATHER FORECAST</a:t>
              </a:r>
            </a:p>
          </p:txBody>
        </p:sp>
        <p:cxnSp>
          <p:nvCxnSpPr>
            <p:cNvPr id="107" name="Connector: Elbow 106">
              <a:extLst>
                <a:ext uri="{FF2B5EF4-FFF2-40B4-BE49-F238E27FC236}">
                  <a16:creationId xmlns:a16="http://schemas.microsoft.com/office/drawing/2014/main" id="{97A1B0E5-E866-8EF7-6A25-AEE9C174B5EF}"/>
                </a:ext>
              </a:extLst>
            </p:cNvPr>
            <p:cNvCxnSpPr>
              <a:cxnSpLocks/>
              <a:stCxn id="105" idx="1"/>
            </p:cNvCxnSpPr>
            <p:nvPr/>
          </p:nvCxnSpPr>
          <p:spPr>
            <a:xfrm rot="10800000" flipV="1">
              <a:off x="884496" y="1687851"/>
              <a:ext cx="24937" cy="1030290"/>
            </a:xfrm>
            <a:prstGeom prst="bentConnector3">
              <a:avLst>
                <a:gd name="adj1" fmla="val 1016710"/>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643CE2CA-BD0F-0310-060D-B3562DD53FF7}"/>
                  </a:ext>
                </a:extLst>
              </p:cNvPr>
              <p:cNvSpPr txBox="1"/>
              <p:nvPr/>
            </p:nvSpPr>
            <p:spPr>
              <a:xfrm>
                <a:off x="1918694" y="3031031"/>
                <a:ext cx="41049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lumMod val="20000"/>
                              <a:lumOff val="80000"/>
                            </a:schemeClr>
                          </a:solidFill>
                          <a:latin typeface="Cambria Math" panose="02040503050406030204" pitchFamily="18" charset="0"/>
                        </a:rPr>
                        <m:t>𝑢</m:t>
                      </m:r>
                      <m:d>
                        <m:dPr>
                          <m:ctrlPr>
                            <a:rPr lang="en-US" b="0" i="1" smtClean="0">
                              <a:solidFill>
                                <a:schemeClr val="accent2">
                                  <a:lumMod val="20000"/>
                                  <a:lumOff val="80000"/>
                                </a:schemeClr>
                              </a:solidFill>
                              <a:latin typeface="Cambria Math" panose="02040503050406030204" pitchFamily="18" charset="0"/>
                            </a:rPr>
                          </m:ctrlPr>
                        </m:dPr>
                        <m:e>
                          <m:r>
                            <a:rPr lang="en-US" b="0" i="1" smtClean="0">
                              <a:solidFill>
                                <a:schemeClr val="accent2">
                                  <a:lumMod val="20000"/>
                                  <a:lumOff val="80000"/>
                                </a:schemeClr>
                              </a:solidFill>
                              <a:latin typeface="Cambria Math" panose="02040503050406030204" pitchFamily="18" charset="0"/>
                            </a:rPr>
                            <m:t>𝑘</m:t>
                          </m:r>
                        </m:e>
                      </m:d>
                    </m:oMath>
                  </m:oMathPara>
                </a14:m>
                <a:endParaRPr lang="en-US" dirty="0">
                  <a:solidFill>
                    <a:schemeClr val="accent2">
                      <a:lumMod val="20000"/>
                      <a:lumOff val="80000"/>
                    </a:schemeClr>
                  </a:solidFill>
                </a:endParaRPr>
              </a:p>
            </p:txBody>
          </p:sp>
        </mc:Choice>
        <mc:Fallback xmlns="">
          <p:sp>
            <p:nvSpPr>
              <p:cNvPr id="149" name="TextBox 148">
                <a:extLst>
                  <a:ext uri="{FF2B5EF4-FFF2-40B4-BE49-F238E27FC236}">
                    <a16:creationId xmlns:a16="http://schemas.microsoft.com/office/drawing/2014/main" id="{643CE2CA-BD0F-0310-060D-B3562DD53FF7}"/>
                  </a:ext>
                </a:extLst>
              </p:cNvPr>
              <p:cNvSpPr txBox="1">
                <a:spLocks noRot="1" noChangeAspect="1" noMove="1" noResize="1" noEditPoints="1" noAdjustHandles="1" noChangeArrowheads="1" noChangeShapeType="1" noTextEdit="1"/>
              </p:cNvSpPr>
              <p:nvPr/>
            </p:nvSpPr>
            <p:spPr>
              <a:xfrm>
                <a:off x="1918694" y="3031031"/>
                <a:ext cx="410497" cy="215444"/>
              </a:xfrm>
              <a:prstGeom prst="rect">
                <a:avLst/>
              </a:prstGeom>
              <a:blipFill>
                <a:blip r:embed="rId4"/>
                <a:stretch>
                  <a:fillRect l="-5970"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3D321A90-5752-8EF4-F77C-D86C78505506}"/>
                  </a:ext>
                </a:extLst>
              </p:cNvPr>
              <p:cNvSpPr txBox="1"/>
              <p:nvPr/>
            </p:nvSpPr>
            <p:spPr>
              <a:xfrm>
                <a:off x="3147272" y="4472165"/>
                <a:ext cx="40498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lumMod val="20000"/>
                              <a:lumOff val="80000"/>
                            </a:schemeClr>
                          </a:solidFill>
                          <a:latin typeface="Cambria Math" panose="02040503050406030204" pitchFamily="18" charset="0"/>
                        </a:rPr>
                        <m:t>𝑥</m:t>
                      </m:r>
                      <m:d>
                        <m:dPr>
                          <m:ctrlPr>
                            <a:rPr lang="en-US" b="0" i="1" smtClean="0">
                              <a:solidFill>
                                <a:schemeClr val="accent2">
                                  <a:lumMod val="20000"/>
                                  <a:lumOff val="80000"/>
                                </a:schemeClr>
                              </a:solidFill>
                              <a:latin typeface="Cambria Math" panose="02040503050406030204" pitchFamily="18" charset="0"/>
                            </a:rPr>
                          </m:ctrlPr>
                        </m:dPr>
                        <m:e>
                          <m:r>
                            <a:rPr lang="en-US" b="0" i="1" smtClean="0">
                              <a:solidFill>
                                <a:schemeClr val="accent2">
                                  <a:lumMod val="20000"/>
                                  <a:lumOff val="80000"/>
                                </a:schemeClr>
                              </a:solidFill>
                              <a:latin typeface="Cambria Math" panose="02040503050406030204" pitchFamily="18" charset="0"/>
                            </a:rPr>
                            <m:t>𝑘</m:t>
                          </m:r>
                        </m:e>
                      </m:d>
                    </m:oMath>
                  </m:oMathPara>
                </a14:m>
                <a:endParaRPr lang="en-US" dirty="0">
                  <a:solidFill>
                    <a:schemeClr val="accent2">
                      <a:lumMod val="20000"/>
                      <a:lumOff val="80000"/>
                    </a:schemeClr>
                  </a:solidFill>
                </a:endParaRPr>
              </a:p>
            </p:txBody>
          </p:sp>
        </mc:Choice>
        <mc:Fallback xmlns="">
          <p:sp>
            <p:nvSpPr>
              <p:cNvPr id="151" name="TextBox 150">
                <a:extLst>
                  <a:ext uri="{FF2B5EF4-FFF2-40B4-BE49-F238E27FC236}">
                    <a16:creationId xmlns:a16="http://schemas.microsoft.com/office/drawing/2014/main" id="{3D321A90-5752-8EF4-F77C-D86C78505506}"/>
                  </a:ext>
                </a:extLst>
              </p:cNvPr>
              <p:cNvSpPr txBox="1">
                <a:spLocks noRot="1" noChangeAspect="1" noMove="1" noResize="1" noEditPoints="1" noAdjustHandles="1" noChangeArrowheads="1" noChangeShapeType="1" noTextEdit="1"/>
              </p:cNvSpPr>
              <p:nvPr/>
            </p:nvSpPr>
            <p:spPr>
              <a:xfrm>
                <a:off x="3147272" y="4472165"/>
                <a:ext cx="404983" cy="215444"/>
              </a:xfrm>
              <a:prstGeom prst="rect">
                <a:avLst/>
              </a:prstGeom>
              <a:blipFill>
                <a:blip r:embed="rId5"/>
                <a:stretch>
                  <a:fillRect l="-4478" b="-8571"/>
                </a:stretch>
              </a:blipFill>
            </p:spPr>
            <p:txBody>
              <a:bodyPr/>
              <a:lstStyle/>
              <a:p>
                <a:r>
                  <a:rPr lang="en-US">
                    <a:noFill/>
                  </a:rPr>
                  <a:t> </a:t>
                </a:r>
              </a:p>
            </p:txBody>
          </p:sp>
        </mc:Fallback>
      </mc:AlternateContent>
      <p:pic>
        <p:nvPicPr>
          <p:cNvPr id="49" name="Picture 48">
            <a:extLst>
              <a:ext uri="{FF2B5EF4-FFF2-40B4-BE49-F238E27FC236}">
                <a16:creationId xmlns:a16="http://schemas.microsoft.com/office/drawing/2014/main" id="{360DAA7F-2020-FB5B-9EE2-4A18E9140AD7}"/>
              </a:ext>
            </a:extLst>
          </p:cNvPr>
          <p:cNvPicPr>
            <a:picLocks noChangeAspect="1"/>
          </p:cNvPicPr>
          <p:nvPr/>
        </p:nvPicPr>
        <p:blipFill>
          <a:blip r:embed="rId6"/>
          <a:srcRect l="59007" t="18549" r="265" b="1853"/>
          <a:stretch>
            <a:fillRect/>
          </a:stretch>
        </p:blipFill>
        <p:spPr>
          <a:xfrm>
            <a:off x="2456797" y="2428226"/>
            <a:ext cx="1890276" cy="1682194"/>
          </a:xfrm>
          <a:prstGeom prst="rect">
            <a:avLst/>
          </a:prstGeom>
          <a:solidFill>
            <a:schemeClr val="bg2">
              <a:lumMod val="75000"/>
              <a:lumOff val="25000"/>
            </a:schemeClr>
          </a:solidFill>
          <a:ln w="28575">
            <a:solidFill>
              <a:schemeClr val="tx2">
                <a:lumMod val="75000"/>
              </a:schemeClr>
            </a:solidFill>
          </a:ln>
        </p:spPr>
      </p:pic>
      <p:pic>
        <p:nvPicPr>
          <p:cNvPr id="164" name="Picture 163">
            <a:extLst>
              <a:ext uri="{FF2B5EF4-FFF2-40B4-BE49-F238E27FC236}">
                <a16:creationId xmlns:a16="http://schemas.microsoft.com/office/drawing/2014/main" id="{03CD626D-8C96-EEC0-D212-66EBB4833C1E}"/>
              </a:ext>
            </a:extLst>
          </p:cNvPr>
          <p:cNvPicPr>
            <a:picLocks noChangeAspect="1"/>
          </p:cNvPicPr>
          <p:nvPr/>
        </p:nvPicPr>
        <p:blipFill>
          <a:blip r:embed="rId7"/>
          <a:srcRect t="-516" r="-269" b="591"/>
          <a:stretch>
            <a:fillRect/>
          </a:stretch>
        </p:blipFill>
        <p:spPr>
          <a:xfrm>
            <a:off x="5057775" y="948013"/>
            <a:ext cx="3477624" cy="2610021"/>
          </a:xfrm>
          <a:prstGeom prst="borderCallout2">
            <a:avLst>
              <a:gd name="adj1" fmla="val 36200"/>
              <a:gd name="adj2" fmla="val -705"/>
              <a:gd name="adj3" fmla="val 35831"/>
              <a:gd name="adj4" fmla="val -9852"/>
              <a:gd name="adj5" fmla="val 80827"/>
              <a:gd name="adj6" fmla="val -41976"/>
            </a:avLst>
          </a:prstGeom>
          <a:solidFill>
            <a:srgbClr val="F1F1F1"/>
          </a:solidFill>
          <a:ln w="28575">
            <a:solidFill>
              <a:schemeClr val="bg2">
                <a:lumMod val="75000"/>
                <a:lumOff val="25000"/>
              </a:schemeClr>
            </a:solidFill>
          </a:ln>
        </p:spPr>
      </p:pic>
      <p:pic>
        <p:nvPicPr>
          <p:cNvPr id="188" name="Picture 187">
            <a:extLst>
              <a:ext uri="{FF2B5EF4-FFF2-40B4-BE49-F238E27FC236}">
                <a16:creationId xmlns:a16="http://schemas.microsoft.com/office/drawing/2014/main" id="{AB81805C-49DE-40E1-81AC-5205B67421D8}"/>
              </a:ext>
            </a:extLst>
          </p:cNvPr>
          <p:cNvPicPr>
            <a:picLocks noChangeAspect="1"/>
          </p:cNvPicPr>
          <p:nvPr/>
        </p:nvPicPr>
        <p:blipFill>
          <a:blip r:embed="rId8"/>
          <a:stretch>
            <a:fillRect/>
          </a:stretch>
        </p:blipFill>
        <p:spPr>
          <a:xfrm>
            <a:off x="7429500" y="185587"/>
            <a:ext cx="1476375" cy="679601"/>
          </a:xfrm>
          <a:prstGeom prst="rect">
            <a:avLst/>
          </a:prstGeom>
        </p:spPr>
      </p:pic>
      <p:sp>
        <p:nvSpPr>
          <p:cNvPr id="194" name="Rectangle: Rounded Corners 193">
            <a:extLst>
              <a:ext uri="{FF2B5EF4-FFF2-40B4-BE49-F238E27FC236}">
                <a16:creationId xmlns:a16="http://schemas.microsoft.com/office/drawing/2014/main" id="{8A7DCAB6-4357-D749-7451-BC38825F5887}"/>
              </a:ext>
            </a:extLst>
          </p:cNvPr>
          <p:cNvSpPr/>
          <p:nvPr/>
        </p:nvSpPr>
        <p:spPr>
          <a:xfrm>
            <a:off x="6272733" y="3742560"/>
            <a:ext cx="2168555" cy="240076"/>
          </a:xfrm>
          <a:prstGeom prst="roundRect">
            <a:avLst>
              <a:gd name="adj" fmla="val 7199"/>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216" name="Rectangle: Rounded Corners 215">
            <a:extLst>
              <a:ext uri="{FF2B5EF4-FFF2-40B4-BE49-F238E27FC236}">
                <a16:creationId xmlns:a16="http://schemas.microsoft.com/office/drawing/2014/main" id="{B689EF52-069C-37FC-EC2E-9D5425C00A70}"/>
              </a:ext>
            </a:extLst>
          </p:cNvPr>
          <p:cNvSpPr/>
          <p:nvPr/>
        </p:nvSpPr>
        <p:spPr>
          <a:xfrm>
            <a:off x="6272732" y="4473533"/>
            <a:ext cx="2168555" cy="240075"/>
          </a:xfrm>
          <a:prstGeom prst="roundRect">
            <a:avLst>
              <a:gd name="adj" fmla="val 7199"/>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bg1">
                  <a:lumMod val="60000"/>
                  <a:lumOff val="40000"/>
                </a:schemeClr>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218" name="TextBox 217">
            <a:extLst>
              <a:ext uri="{FF2B5EF4-FFF2-40B4-BE49-F238E27FC236}">
                <a16:creationId xmlns:a16="http://schemas.microsoft.com/office/drawing/2014/main" id="{BACAC414-E273-EFCD-9BAB-7CD5B62A4101}"/>
              </a:ext>
            </a:extLst>
          </p:cNvPr>
          <p:cNvSpPr txBox="1"/>
          <p:nvPr/>
        </p:nvSpPr>
        <p:spPr>
          <a:xfrm>
            <a:off x="5057775" y="4051644"/>
            <a:ext cx="830979" cy="523220"/>
          </a:xfrm>
          <a:prstGeom prst="rect">
            <a:avLst/>
          </a:prstGeom>
          <a:noFill/>
        </p:spPr>
        <p:txBody>
          <a:bodyPr wrap="square">
            <a:spAutoFit/>
          </a:bodyPr>
          <a:lstStyle/>
          <a:p>
            <a:pPr algn="ctr"/>
            <a:r>
              <a:rPr lang="en-US" sz="1400" dirty="0">
                <a:solidFill>
                  <a:schemeClr val="accent2">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rPr>
              <a:t>System</a:t>
            </a:r>
          </a:p>
          <a:p>
            <a:pPr algn="ctr"/>
            <a:r>
              <a:rPr lang="en-US" sz="1400" dirty="0">
                <a:solidFill>
                  <a:schemeClr val="accent2">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rPr>
              <a:t>States</a:t>
            </a:r>
          </a:p>
        </p:txBody>
      </p:sp>
      <p:sp>
        <p:nvSpPr>
          <p:cNvPr id="219" name="Left Brace 218">
            <a:extLst>
              <a:ext uri="{FF2B5EF4-FFF2-40B4-BE49-F238E27FC236}">
                <a16:creationId xmlns:a16="http://schemas.microsoft.com/office/drawing/2014/main" id="{C3AC4196-8D91-9FA1-C273-FE456ED96F85}"/>
              </a:ext>
            </a:extLst>
          </p:cNvPr>
          <p:cNvSpPr/>
          <p:nvPr/>
        </p:nvSpPr>
        <p:spPr>
          <a:xfrm>
            <a:off x="5898750" y="3667320"/>
            <a:ext cx="247650" cy="1320233"/>
          </a:xfrm>
          <a:prstGeom prst="leftBrace">
            <a:avLst>
              <a:gd name="adj1" fmla="val 71154"/>
              <a:gd name="adj2" fmla="val 50000"/>
            </a:avLst>
          </a:prstGeom>
          <a:ln w="12700">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5" name="Google Shape;189;p5">
            <a:extLst>
              <a:ext uri="{FF2B5EF4-FFF2-40B4-BE49-F238E27FC236}">
                <a16:creationId xmlns:a16="http://schemas.microsoft.com/office/drawing/2014/main" id="{D15328D2-F019-320D-25BE-3490C7F2810E}"/>
              </a:ext>
            </a:extLst>
          </p:cNvPr>
          <p:cNvSpPr/>
          <p:nvPr/>
        </p:nvSpPr>
        <p:spPr>
          <a:xfrm>
            <a:off x="2123942" y="1005642"/>
            <a:ext cx="2436975" cy="1399736"/>
          </a:xfrm>
          <a:prstGeom prst="rect">
            <a:avLst/>
          </a:prstGeom>
          <a:noFill/>
          <a:ln>
            <a:noFill/>
          </a:ln>
        </p:spPr>
        <p:txBody>
          <a:bodyPr spcFirstLastPara="1" wrap="square" lIns="96100" tIns="48025" rIns="96100" bIns="48025" anchor="t" anchorCtr="0">
            <a:noAutofit/>
          </a:bodyPr>
          <a:lstStyle/>
          <a:p>
            <a:pPr algn="ctr">
              <a:buSzPts val="1471"/>
            </a:pPr>
            <a:r>
              <a:rPr lang="en-US" sz="1200" dirty="0">
                <a:solidFill>
                  <a:schemeClr val="lt2"/>
                </a:solidFill>
                <a:latin typeface="Times New Roman"/>
                <a:ea typeface="Times New Roman"/>
                <a:cs typeface="Times New Roman"/>
                <a:sym typeface="Times New Roman"/>
              </a:rPr>
              <a:t>López-Jiménez et. al., 2024</a:t>
            </a:r>
            <a:endParaRPr lang="en-US" sz="1200" dirty="0"/>
          </a:p>
          <a:p>
            <a:pPr marL="0" marR="0" lvl="0" indent="0" algn="ctr" rtl="0">
              <a:lnSpc>
                <a:spcPct val="100000"/>
              </a:lnSpc>
              <a:spcBef>
                <a:spcPts val="0"/>
              </a:spcBef>
              <a:spcAft>
                <a:spcPts val="0"/>
              </a:spcAft>
              <a:buClr>
                <a:srgbClr val="000000"/>
              </a:buClr>
              <a:buSzPts val="1471"/>
              <a:buFont typeface="Arial"/>
              <a:buNone/>
            </a:pPr>
            <a:endParaRPr lang="en-US" sz="500" dirty="0">
              <a:solidFill>
                <a:schemeClr val="lt2"/>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471"/>
              <a:buFont typeface="Arial"/>
              <a:buNone/>
            </a:pPr>
            <a:r>
              <a:rPr lang="en-US" sz="1200" dirty="0">
                <a:solidFill>
                  <a:schemeClr val="lt2"/>
                </a:solidFill>
                <a:latin typeface="Times New Roman"/>
                <a:ea typeface="Times New Roman"/>
                <a:cs typeface="Times New Roman"/>
                <a:sym typeface="Times New Roman"/>
              </a:rPr>
              <a:t>“Agent-based model predictive control of soil-crop irrigation with topographical information,” </a:t>
            </a:r>
          </a:p>
          <a:p>
            <a:pPr marL="0" marR="0" lvl="0" indent="0" algn="ctr" rtl="0">
              <a:lnSpc>
                <a:spcPct val="100000"/>
              </a:lnSpc>
              <a:spcBef>
                <a:spcPts val="0"/>
              </a:spcBef>
              <a:spcAft>
                <a:spcPts val="0"/>
              </a:spcAft>
              <a:buClr>
                <a:srgbClr val="000000"/>
              </a:buClr>
              <a:buSzPts val="1471"/>
              <a:buFont typeface="Arial"/>
              <a:buNone/>
            </a:pPr>
            <a:endParaRPr lang="en-US" sz="500" dirty="0">
              <a:solidFill>
                <a:schemeClr val="lt2"/>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471"/>
              <a:buFont typeface="Arial"/>
              <a:buNone/>
            </a:pPr>
            <a:r>
              <a:rPr lang="en-US" sz="1200" dirty="0">
                <a:solidFill>
                  <a:schemeClr val="lt2"/>
                </a:solidFill>
                <a:latin typeface="Times New Roman"/>
                <a:ea typeface="Times New Roman"/>
                <a:cs typeface="Times New Roman"/>
                <a:sym typeface="Times New Roman"/>
              </a:rPr>
              <a:t>Control Engineering Practice, vol. 150, p. 106012, 2024. </a:t>
            </a:r>
            <a:endParaRPr sz="1200" b="0" i="0" u="none" strike="noStrike" cap="none" dirty="0">
              <a:solidFill>
                <a:srgbClr val="000000"/>
              </a:solidFill>
              <a:latin typeface="Arial"/>
              <a:ea typeface="Arial"/>
              <a:cs typeface="Arial"/>
              <a:sym typeface="Arial"/>
            </a:endParaRPr>
          </a:p>
        </p:txBody>
      </p:sp>
      <p:sp>
        <p:nvSpPr>
          <p:cNvPr id="227" name="Google Shape;178;p3">
            <a:extLst>
              <a:ext uri="{FF2B5EF4-FFF2-40B4-BE49-F238E27FC236}">
                <a16:creationId xmlns:a16="http://schemas.microsoft.com/office/drawing/2014/main" id="{851D9C17-EEC7-D16F-4DAD-022BB30C8D3F}"/>
              </a:ext>
            </a:extLst>
          </p:cNvPr>
          <p:cNvSpPr txBox="1"/>
          <p:nvPr/>
        </p:nvSpPr>
        <p:spPr>
          <a:xfrm>
            <a:off x="8633460" y="4800600"/>
            <a:ext cx="24384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dirty="0">
                <a:solidFill>
                  <a:schemeClr val="lt2"/>
                </a:solidFill>
              </a:rPr>
              <a:t>4</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784536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F97A5"/>
        </a:solidFill>
        <a:effectLst/>
      </p:bgPr>
    </p:bg>
    <p:spTree>
      <p:nvGrpSpPr>
        <p:cNvPr id="1" name="Shape 243">
          <a:extLst>
            <a:ext uri="{FF2B5EF4-FFF2-40B4-BE49-F238E27FC236}">
              <a16:creationId xmlns:a16="http://schemas.microsoft.com/office/drawing/2014/main" id="{BC5345B7-F060-DD03-63BE-1661F3D35BCF}"/>
            </a:ext>
          </a:extLst>
        </p:cNvPr>
        <p:cNvGrpSpPr/>
        <p:nvPr/>
      </p:nvGrpSpPr>
      <p:grpSpPr>
        <a:xfrm>
          <a:off x="0" y="0"/>
          <a:ext cx="0" cy="0"/>
          <a:chOff x="0" y="0"/>
          <a:chExt cx="0" cy="0"/>
        </a:xfrm>
      </p:grpSpPr>
      <p:sp>
        <p:nvSpPr>
          <p:cNvPr id="2" name="Google Shape;197;g3e1b453938d_0_4">
            <a:extLst>
              <a:ext uri="{FF2B5EF4-FFF2-40B4-BE49-F238E27FC236}">
                <a16:creationId xmlns:a16="http://schemas.microsoft.com/office/drawing/2014/main" id="{33B30354-BD70-2111-196F-DD6A5F556EC2}"/>
              </a:ext>
            </a:extLst>
          </p:cNvPr>
          <p:cNvSpPr txBox="1"/>
          <p:nvPr/>
        </p:nvSpPr>
        <p:spPr>
          <a:xfrm>
            <a:off x="241800" y="289750"/>
            <a:ext cx="54894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1" dirty="0">
                <a:solidFill>
                  <a:schemeClr val="lt2"/>
                </a:solidFill>
                <a:latin typeface="Times New Roman"/>
                <a:ea typeface="Times New Roman"/>
                <a:cs typeface="Times New Roman"/>
                <a:sym typeface="Times New Roman"/>
              </a:rPr>
              <a:t>System Modeling and Dynamics</a:t>
            </a:r>
            <a:endParaRPr sz="3000" b="1" i="0" u="none" strike="noStrike" cap="none" dirty="0">
              <a:solidFill>
                <a:schemeClr val="lt2"/>
              </a:solidFill>
              <a:latin typeface="Times New Roman"/>
              <a:ea typeface="Times New Roman"/>
              <a:cs typeface="Times New Roman"/>
              <a:sym typeface="Times New Roman"/>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C55ECE0-0B24-F4D8-3C35-B7608E137DFA}"/>
                  </a:ext>
                </a:extLst>
              </p:cNvPr>
              <p:cNvSpPr txBox="1"/>
              <p:nvPr/>
            </p:nvSpPr>
            <p:spPr>
              <a:xfrm>
                <a:off x="241800" y="983883"/>
                <a:ext cx="5325563" cy="2320828"/>
              </a:xfrm>
              <a:prstGeom prst="rect">
                <a:avLst/>
              </a:prstGeom>
              <a:noFill/>
            </p:spPr>
            <p:txBody>
              <a:bodyPr wrap="square">
                <a:spAutoFit/>
              </a:bodyPr>
              <a:lstStyle/>
              <a:p>
                <a:pPr>
                  <a:lnSpc>
                    <a:spcPct val="120000"/>
                  </a:lnSpc>
                </a:pPr>
                <a14:m>
                  <m:oMathPara xmlns:m="http://schemas.openxmlformats.org/officeDocument/2006/math">
                    <m:oMathParaPr>
                      <m:jc m:val="center"/>
                    </m:oMathParaPr>
                    <m:oMath xmlns:m="http://schemas.openxmlformats.org/officeDocument/2006/math">
                      <m:sSubSup>
                        <m:sSubSupPr>
                          <m:ctrlPr>
                            <a:rPr lang="en-US" i="1" smtClean="0">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1</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r>
                            <a:rPr lang="en-US" i="1">
                              <a:solidFill>
                                <a:schemeClr val="accent2">
                                  <a:lumMod val="20000"/>
                                  <a:lumOff val="80000"/>
                                </a:schemeClr>
                              </a:solidFill>
                              <a:latin typeface="Cambria Math" panose="02040503050406030204" pitchFamily="18" charset="0"/>
                              <a:ea typeface="Cambria Math" panose="02040503050406030204" pitchFamily="18" charset="0"/>
                            </a:rPr>
                            <m:t>+1</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1</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p>
                        <m:sSupPr>
                          <m:ctrlPr>
                            <a:rPr lang="en-US" i="1" smtClean="0">
                              <a:solidFill>
                                <a:schemeClr val="accent2">
                                  <a:lumMod val="20000"/>
                                  <a:lumOff val="80000"/>
                                </a:schemeClr>
                              </a:solidFill>
                              <a:latin typeface="Cambria Math" panose="02040503050406030204" pitchFamily="18" charset="0"/>
                              <a:ea typeface="Cambria Math" panose="02040503050406030204" pitchFamily="18" charset="0"/>
                            </a:rPr>
                          </m:ctrlPr>
                        </m:s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𝐼</m:t>
                          </m:r>
                        </m:e>
                        <m:sup>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sup>
                      </m:s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𝜑</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1</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𝜑</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3</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 </m:t>
                      </m:r>
                    </m:oMath>
                  </m:oMathPara>
                </a14:m>
                <a:endParaRPr lang="en-US" i="1" dirty="0">
                  <a:solidFill>
                    <a:schemeClr val="accent2">
                      <a:lumMod val="20000"/>
                      <a:lumOff val="80000"/>
                    </a:schemeClr>
                  </a:solidFill>
                  <a:latin typeface="Cambria Math" panose="02040503050406030204" pitchFamily="18" charset="0"/>
                  <a:ea typeface="Cambria Math" panose="02040503050406030204" pitchFamily="18" charset="0"/>
                </a:endParaRPr>
              </a:p>
              <a:p>
                <a:pPr>
                  <a:lnSpc>
                    <a:spcPct val="120000"/>
                  </a:lnSpc>
                </a:pPr>
                <a14:m>
                  <m:oMathPara xmlns:m="http://schemas.openxmlformats.org/officeDocument/2006/math">
                    <m:oMathParaPr>
                      <m:jc m:val="center"/>
                    </m:oMathParaPr>
                    <m:oMath xmlns:m="http://schemas.openxmlformats.org/officeDocument/2006/math">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2</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r>
                            <a:rPr lang="en-US" i="1">
                              <a:solidFill>
                                <a:schemeClr val="accent2">
                                  <a:lumMod val="20000"/>
                                  <a:lumOff val="80000"/>
                                </a:schemeClr>
                              </a:solidFill>
                              <a:latin typeface="Cambria Math" panose="02040503050406030204" pitchFamily="18" charset="0"/>
                              <a:ea typeface="Cambria Math" panose="02040503050406030204" pitchFamily="18" charset="0"/>
                            </a:rPr>
                            <m:t>+1</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2</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h</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1</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oMath>
                  </m:oMathPara>
                </a14:m>
                <a:endParaRPr lang="en-US" i="1" dirty="0">
                  <a:solidFill>
                    <a:schemeClr val="accent2">
                      <a:lumMod val="20000"/>
                      <a:lumOff val="80000"/>
                    </a:schemeClr>
                  </a:solidFill>
                  <a:latin typeface="Cambria Math" panose="02040503050406030204" pitchFamily="18" charset="0"/>
                  <a:ea typeface="Cambria Math" panose="02040503050406030204" pitchFamily="18" charset="0"/>
                </a:endParaRPr>
              </a:p>
              <a:p>
                <a:pPr>
                  <a:lnSpc>
                    <a:spcPct val="120000"/>
                  </a:lnSpc>
                </a:pPr>
                <a14:m>
                  <m:oMathPara xmlns:m="http://schemas.openxmlformats.org/officeDocument/2006/math">
                    <m:oMathParaPr>
                      <m:jc m:val="center"/>
                    </m:oMathParaPr>
                    <m:oMath xmlns:m="http://schemas.openxmlformats.org/officeDocument/2006/math">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3</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r>
                            <a:rPr lang="en-US" i="1">
                              <a:solidFill>
                                <a:schemeClr val="accent2">
                                  <a:lumMod val="20000"/>
                                  <a:lumOff val="80000"/>
                                </a:schemeClr>
                              </a:solidFill>
                              <a:latin typeface="Cambria Math" panose="02040503050406030204" pitchFamily="18" charset="0"/>
                              <a:ea typeface="Cambria Math" panose="02040503050406030204" pitchFamily="18" charset="0"/>
                            </a:rPr>
                            <m:t>+1</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3</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11</m:t>
                          </m:r>
                        </m:sub>
                      </m:sSub>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1−</m:t>
                          </m:r>
                          <m:sSub>
                            <m:sSub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ea typeface="Cambria Math" panose="02040503050406030204" pitchFamily="18" charset="0"/>
                                </a:rPr>
                                <m:t>h</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2</m:t>
                              </m:r>
                            </m:sub>
                          </m:sSub>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12</m:t>
                          </m:r>
                        </m:sub>
                      </m:sSub>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1−</m:t>
                          </m:r>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h</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3</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e>
                      </m:d>
                    </m:oMath>
                  </m:oMathPara>
                </a14:m>
                <a:endParaRPr lang="en-US" i="1" dirty="0">
                  <a:solidFill>
                    <a:schemeClr val="accent2">
                      <a:lumMod val="20000"/>
                      <a:lumOff val="80000"/>
                    </a:schemeClr>
                  </a:solidFill>
                  <a:latin typeface="Cambria Math" panose="02040503050406030204" pitchFamily="18" charset="0"/>
                  <a:ea typeface="Cambria Math" panose="02040503050406030204" pitchFamily="18" charset="0"/>
                </a:endParaRPr>
              </a:p>
              <a:p>
                <a:pPr>
                  <a:lnSpc>
                    <a:spcPct val="120000"/>
                  </a:lnSpc>
                </a:pPr>
                <a14:m>
                  <m:oMathPara xmlns:m="http://schemas.openxmlformats.org/officeDocument/2006/math">
                    <m:oMathParaPr>
                      <m:jc m:val="center"/>
                    </m:oMathParaPr>
                    <m:oMath xmlns:m="http://schemas.openxmlformats.org/officeDocument/2006/math">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4</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r>
                            <a:rPr lang="en-US" i="1">
                              <a:solidFill>
                                <a:schemeClr val="accent2">
                                  <a:lumMod val="20000"/>
                                  <a:lumOff val="80000"/>
                                </a:schemeClr>
                              </a:solidFill>
                              <a:latin typeface="Cambria Math" panose="02040503050406030204" pitchFamily="18" charset="0"/>
                              <a:ea typeface="Cambria Math" panose="02040503050406030204" pitchFamily="18" charset="0"/>
                            </a:rPr>
                            <m:t>+1</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4</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13</m:t>
                          </m:r>
                        </m:sub>
                      </m:sSub>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h</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3</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h</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6</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h</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7</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r>
                        <a:rPr lang="en-US" i="1">
                          <a:solidFill>
                            <a:schemeClr val="accent2">
                              <a:lumMod val="20000"/>
                              <a:lumOff val="80000"/>
                            </a:schemeClr>
                          </a:solidFill>
                          <a:latin typeface="Cambria Math" panose="02040503050406030204" pitchFamily="18" charset="0"/>
                          <a:ea typeface="Cambria Math" panose="02040503050406030204" pitchFamily="18" charset="0"/>
                        </a:rPr>
                        <m:t>𝑔</m:t>
                      </m:r>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2</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ea typeface="Cambria Math" panose="02040503050406030204" pitchFamily="18" charset="0"/>
                            </a:rPr>
                            <m:t>𝑅</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𝑠</m:t>
                          </m:r>
                        </m:sub>
                      </m:sSub>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oMath>
                  </m:oMathPara>
                </a14:m>
                <a:endParaRPr lang="en-US" dirty="0">
                  <a:solidFill>
                    <a:schemeClr val="accent2">
                      <a:lumMod val="20000"/>
                      <a:lumOff val="80000"/>
                    </a:schemeClr>
                  </a:solidFill>
                  <a:latin typeface="Cambria Math" panose="02040503050406030204" pitchFamily="18" charset="0"/>
                  <a:ea typeface="Cambria Math" panose="02040503050406030204" pitchFamily="18" charset="0"/>
                </a:endParaRPr>
              </a:p>
              <a:p>
                <a:pPr>
                  <a:lnSpc>
                    <a:spcPct val="120000"/>
                  </a:lnSpc>
                </a:pPr>
                <a14:m>
                  <m:oMathPara xmlns:m="http://schemas.openxmlformats.org/officeDocument/2006/math">
                    <m:oMathParaPr>
                      <m:jc m:val="center"/>
                    </m:oMathParaPr>
                    <m:oMath xmlns:m="http://schemas.openxmlformats.org/officeDocument/2006/math">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5</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r>
                            <a:rPr lang="en-US" i="1">
                              <a:solidFill>
                                <a:schemeClr val="accent2">
                                  <a:lumMod val="20000"/>
                                  <a:lumOff val="80000"/>
                                </a:schemeClr>
                              </a:solidFill>
                              <a:latin typeface="Cambria Math" panose="02040503050406030204" pitchFamily="18" charset="0"/>
                              <a:ea typeface="Cambria Math" panose="02040503050406030204" pitchFamily="18" charset="0"/>
                            </a:rPr>
                            <m:t>+1</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𝑊</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𝑠𝑢𝑟𝑓</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𝜑</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2</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p>
                        <m:sSupPr>
                          <m:ctrlPr>
                            <a:rPr lang="en-US" i="1" smtClean="0">
                              <a:solidFill>
                                <a:schemeClr val="accent2">
                                  <a:lumMod val="20000"/>
                                  <a:lumOff val="80000"/>
                                </a:schemeClr>
                              </a:solidFill>
                              <a:latin typeface="Cambria Math" panose="02040503050406030204" pitchFamily="18" charset="0"/>
                              <a:ea typeface="Cambria Math" panose="02040503050406030204" pitchFamily="18" charset="0"/>
                            </a:rPr>
                          </m:ctrlPr>
                        </m:s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𝐼</m:t>
                          </m:r>
                        </m:e>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oMath>
                  </m:oMathPara>
                </a14:m>
                <a:endParaRPr lang="en-US" dirty="0">
                  <a:solidFill>
                    <a:schemeClr val="accent2">
                      <a:lumMod val="20000"/>
                      <a:lumOff val="80000"/>
                    </a:schemeClr>
                  </a:solidFill>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18" name="TextBox 17">
                <a:extLst>
                  <a:ext uri="{FF2B5EF4-FFF2-40B4-BE49-F238E27FC236}">
                    <a16:creationId xmlns:a16="http://schemas.microsoft.com/office/drawing/2014/main" id="{2C55ECE0-0B24-F4D8-3C35-B7608E137DFA}"/>
                  </a:ext>
                </a:extLst>
              </p:cNvPr>
              <p:cNvSpPr txBox="1">
                <a:spLocks noRot="1" noChangeAspect="1" noMove="1" noResize="1" noEditPoints="1" noAdjustHandles="1" noChangeArrowheads="1" noChangeShapeType="1" noTextEdit="1"/>
              </p:cNvSpPr>
              <p:nvPr/>
            </p:nvSpPr>
            <p:spPr>
              <a:xfrm>
                <a:off x="241800" y="983883"/>
                <a:ext cx="5325563" cy="2320828"/>
              </a:xfrm>
              <a:prstGeom prst="rect">
                <a:avLst/>
              </a:prstGeom>
              <a:blipFill>
                <a:blip r:embed="rId3"/>
                <a:stretch>
                  <a:fillRect/>
                </a:stretch>
              </a:blipFill>
            </p:spPr>
            <p:txBody>
              <a:bodyPr/>
              <a:lstStyle/>
              <a:p>
                <a:r>
                  <a:rPr lang="en-US">
                    <a:noFill/>
                  </a:rPr>
                  <a:t> </a:t>
                </a:r>
              </a:p>
            </p:txBody>
          </p:sp>
        </mc:Fallback>
      </mc:AlternateContent>
      <p:sp>
        <p:nvSpPr>
          <p:cNvPr id="28" name="Rectangle: Rounded Corners 27">
            <a:extLst>
              <a:ext uri="{FF2B5EF4-FFF2-40B4-BE49-F238E27FC236}">
                <a16:creationId xmlns:a16="http://schemas.microsoft.com/office/drawing/2014/main" id="{BEB0E0BF-43A3-85D3-38A3-977DF993D517}"/>
              </a:ext>
            </a:extLst>
          </p:cNvPr>
          <p:cNvSpPr/>
          <p:nvPr/>
        </p:nvSpPr>
        <p:spPr>
          <a:xfrm>
            <a:off x="241800" y="884095"/>
            <a:ext cx="5325563" cy="2489667"/>
          </a:xfrm>
          <a:prstGeom prst="roundRect">
            <a:avLst/>
          </a:prstGeom>
          <a:no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B4F80745-41FD-B7C5-FB96-375568EBAB0C}"/>
              </a:ext>
            </a:extLst>
          </p:cNvPr>
          <p:cNvSpPr/>
          <p:nvPr/>
        </p:nvSpPr>
        <p:spPr>
          <a:xfrm>
            <a:off x="241800" y="3499139"/>
            <a:ext cx="5325563" cy="1494630"/>
          </a:xfrm>
          <a:prstGeom prst="roundRect">
            <a:avLst>
              <a:gd name="adj" fmla="val 15189"/>
            </a:avLst>
          </a:prstGeom>
          <a:no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7B22957-C46E-77AF-30B0-B32E47CB5360}"/>
                  </a:ext>
                </a:extLst>
              </p:cNvPr>
              <p:cNvSpPr txBox="1"/>
              <p:nvPr/>
            </p:nvSpPr>
            <p:spPr>
              <a:xfrm>
                <a:off x="300041" y="3574157"/>
                <a:ext cx="3815486" cy="1284775"/>
              </a:xfrm>
              <a:prstGeom prst="rect">
                <a:avLst/>
              </a:prstGeom>
              <a:noFill/>
            </p:spPr>
            <p:txBody>
              <a:bodyPr wrap="square">
                <a:spAutoFit/>
              </a:bodyPr>
              <a:lstStyle/>
              <a:p>
                <a:r>
                  <a:rPr lang="en-US" sz="1200" dirty="0">
                    <a:solidFill>
                      <a:schemeClr val="accent2">
                        <a:lumMod val="20000"/>
                        <a:lumOff val="80000"/>
                      </a:schemeClr>
                    </a:solidFill>
                    <a:latin typeface="Cambria Math" panose="02040503050406030204" pitchFamily="18" charset="0"/>
                    <a:ea typeface="Cambria Math" panose="02040503050406030204" pitchFamily="18" charset="0"/>
                  </a:rPr>
                  <a:t>Growth function:</a:t>
                </a:r>
                <a:endParaRPr lang="en-US" sz="1200" dirty="0">
                  <a:solidFill>
                    <a:schemeClr val="accent2">
                      <a:lumMod val="20000"/>
                      <a:lumOff val="80000"/>
                    </a:schemeClr>
                  </a:solidFill>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𝑔</m:t>
                      </m:r>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sSubSup>
                            <m:sSubSup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2</m:t>
                              </m:r>
                            </m:sub>
                            <m:sup>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𝑛</m:t>
                              </m:r>
                            </m:sup>
                          </m:sSubSup>
                        </m:e>
                      </m:d>
                      <m:r>
                        <a:rPr lang="en-US" sz="1200" i="1">
                          <a:solidFill>
                            <a:schemeClr val="accent2">
                              <a:lumMod val="20000"/>
                              <a:lumOff val="80000"/>
                            </a:schemeClr>
                          </a:solidFill>
                          <a:latin typeface="Cambria Math" panose="02040503050406030204" pitchFamily="18" charset="0"/>
                          <a:ea typeface="Cambria Math" panose="02040503050406030204" pitchFamily="18" charset="0"/>
                        </a:rPr>
                        <m:t>=</m:t>
                      </m:r>
                      <m:d>
                        <m:dPr>
                          <m:begChr m:val="{"/>
                          <m:endChr m:val=""/>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eqArr>
                            <m:eqArr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eqArrPr>
                            <m:e>
                              <m:f>
                                <m:f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fPr>
                                <m:num>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19</m:t>
                                      </m:r>
                                    </m:sub>
                                  </m:sSub>
                                </m:num>
                                <m:den>
                                  <m:r>
                                    <a:rPr lang="en-US" sz="1200" i="1">
                                      <a:solidFill>
                                        <a:schemeClr val="accent2">
                                          <a:lumMod val="20000"/>
                                          <a:lumOff val="80000"/>
                                        </a:schemeClr>
                                      </a:solidFill>
                                      <a:latin typeface="Cambria Math" panose="02040503050406030204" pitchFamily="18" charset="0"/>
                                      <a:ea typeface="Cambria Math" panose="02040503050406030204" pitchFamily="18" charset="0"/>
                                    </a:rPr>
                                    <m:t>1+</m:t>
                                  </m:r>
                                  <m:func>
                                    <m:func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funcPr>
                                    <m:fName>
                                      <m:r>
                                        <m:rPr>
                                          <m:sty m:val="p"/>
                                        </m:rPr>
                                        <a:rPr lang="en-US" sz="1200">
                                          <a:solidFill>
                                            <a:schemeClr val="accent2">
                                              <a:lumMod val="20000"/>
                                              <a:lumOff val="80000"/>
                                            </a:schemeClr>
                                          </a:solidFill>
                                          <a:latin typeface="Cambria Math" panose="02040503050406030204" pitchFamily="18" charset="0"/>
                                          <a:ea typeface="Cambria Math" panose="02040503050406030204" pitchFamily="18" charset="0"/>
                                        </a:rPr>
                                        <m:t>exp</m:t>
                                      </m:r>
                                    </m:fName>
                                    <m:e>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−0.01</m:t>
                                          </m:r>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sSubSup>
                                                <m:sSubSup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2</m:t>
                                                  </m:r>
                                                </m:sub>
                                                <m:sup>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𝑛</m:t>
                                                  </m:r>
                                                </m:sup>
                                              </m:sSubSup>
                                              <m:r>
                                                <a:rPr lang="en-US" sz="1200" i="1">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20</m:t>
                                                  </m:r>
                                                </m:sub>
                                              </m:sSub>
                                            </m:e>
                                          </m:d>
                                        </m:e>
                                      </m:d>
                                    </m:e>
                                  </m:func>
                                </m:den>
                              </m:f>
                              <m:r>
                                <a:rPr lang="en-US" sz="1200" i="1">
                                  <a:solidFill>
                                    <a:schemeClr val="accent2">
                                      <a:lumMod val="20000"/>
                                      <a:lumOff val="80000"/>
                                    </a:schemeClr>
                                  </a:solidFill>
                                  <a:latin typeface="Cambria Math" panose="02040503050406030204" pitchFamily="18" charset="0"/>
                                  <a:ea typeface="Cambria Math" panose="02040503050406030204" pitchFamily="18" charset="0"/>
                                </a:rPr>
                                <m:t>, </m:t>
                              </m:r>
                              <m:sSubSup>
                                <m:sSubSup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2</m:t>
                                  </m:r>
                                </m:sub>
                                <m:sup>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𝑛</m:t>
                                  </m:r>
                                </m:sup>
                              </m:sSubSup>
                              <m:r>
                                <a:rPr lang="en-US" sz="1200" i="1">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18</m:t>
                                  </m:r>
                                </m:sub>
                              </m:sSub>
                              <m:r>
                                <m:rPr>
                                  <m:lit/>
                                </m:rPr>
                                <a:rPr lang="en-US" sz="1200" i="1">
                                  <a:solidFill>
                                    <a:schemeClr val="accent2">
                                      <a:lumMod val="20000"/>
                                      <a:lumOff val="80000"/>
                                    </a:schemeClr>
                                  </a:solidFill>
                                  <a:latin typeface="Cambria Math" panose="02040503050406030204" pitchFamily="18" charset="0"/>
                                  <a:ea typeface="Cambria Math" panose="02040503050406030204" pitchFamily="18" charset="0"/>
                                </a:rPr>
                                <m:t>/</m:t>
                              </m:r>
                              <m:r>
                                <a:rPr lang="en-US" sz="1200" i="1">
                                  <a:solidFill>
                                    <a:schemeClr val="accent2">
                                      <a:lumMod val="20000"/>
                                      <a:lumOff val="80000"/>
                                    </a:schemeClr>
                                  </a:solidFill>
                                  <a:latin typeface="Cambria Math" panose="02040503050406030204" pitchFamily="18" charset="0"/>
                                  <a:ea typeface="Cambria Math" panose="02040503050406030204" pitchFamily="18" charset="0"/>
                                </a:rPr>
                                <m:t>2</m:t>
                              </m:r>
                            </m:e>
                            <m:e>
                              <m:f>
                                <m:f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fPr>
                                <m:num>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19</m:t>
                                      </m:r>
                                    </m:sub>
                                  </m:sSub>
                                </m:num>
                                <m:den>
                                  <m:r>
                                    <a:rPr lang="en-US" sz="1200" i="1">
                                      <a:solidFill>
                                        <a:schemeClr val="accent2">
                                          <a:lumMod val="20000"/>
                                          <a:lumOff val="80000"/>
                                        </a:schemeClr>
                                      </a:solidFill>
                                      <a:latin typeface="Cambria Math" panose="02040503050406030204" pitchFamily="18" charset="0"/>
                                      <a:ea typeface="Cambria Math" panose="02040503050406030204" pitchFamily="18" charset="0"/>
                                    </a:rPr>
                                    <m:t>1+</m:t>
                                  </m:r>
                                  <m:func>
                                    <m:func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funcPr>
                                    <m:fName>
                                      <m:r>
                                        <m:rPr>
                                          <m:sty m:val="p"/>
                                        </m:rPr>
                                        <a:rPr lang="en-US" sz="1200">
                                          <a:solidFill>
                                            <a:schemeClr val="accent2">
                                              <a:lumMod val="20000"/>
                                              <a:lumOff val="80000"/>
                                            </a:schemeClr>
                                          </a:solidFill>
                                          <a:latin typeface="Cambria Math" panose="02040503050406030204" pitchFamily="18" charset="0"/>
                                          <a:ea typeface="Cambria Math" panose="02040503050406030204" pitchFamily="18" charset="0"/>
                                        </a:rPr>
                                        <m:t>exp</m:t>
                                      </m:r>
                                    </m:fName>
                                    <m:e>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0.01</m:t>
                                          </m:r>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sSubSup>
                                                <m:sSubSup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2</m:t>
                                                  </m:r>
                                                </m:sub>
                                                <m:sup>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𝑛</m:t>
                                                  </m:r>
                                                </m:sup>
                                              </m:sSubSup>
                                              <m:r>
                                                <a:rPr lang="en-US" sz="1200" i="1">
                                                  <a:solidFill>
                                                    <a:schemeClr val="accent2">
                                                      <a:lumMod val="20000"/>
                                                      <a:lumOff val="80000"/>
                                                    </a:schemeClr>
                                                  </a:solidFill>
                                                  <a:latin typeface="Cambria Math" panose="02040503050406030204" pitchFamily="18" charset="0"/>
                                                  <a:ea typeface="Cambria Math" panose="02040503050406030204" pitchFamily="18" charset="0"/>
                                                </a:rPr>
                                                <m:t>+</m:t>
                                              </m:r>
                                              <m:sSubSup>
                                                <m:sSubSup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3</m:t>
                                                  </m:r>
                                                </m:sub>
                                                <m:sup>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𝑛</m:t>
                                                  </m:r>
                                                </m:sup>
                                              </m:sSubSup>
                                              <m:r>
                                                <a:rPr lang="en-US" sz="1200" i="1">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18</m:t>
                                                  </m:r>
                                                </m:sub>
                                              </m:sSub>
                                            </m:e>
                                          </m:d>
                                        </m:e>
                                      </m:d>
                                    </m:e>
                                  </m:func>
                                </m:den>
                              </m:f>
                              <m:r>
                                <a:rPr lang="en-US" sz="1200" i="1">
                                  <a:solidFill>
                                    <a:schemeClr val="accent2">
                                      <a:lumMod val="20000"/>
                                      <a:lumOff val="80000"/>
                                    </a:schemeClr>
                                  </a:solidFill>
                                  <a:latin typeface="Cambria Math" panose="02040503050406030204" pitchFamily="18" charset="0"/>
                                  <a:ea typeface="Cambria Math" panose="02040503050406030204" pitchFamily="18" charset="0"/>
                                </a:rPr>
                                <m:t>, </m:t>
                              </m:r>
                              <m:sSubSup>
                                <m:sSubSup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2</m:t>
                                  </m:r>
                                </m:sub>
                                <m:sup>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𝑛</m:t>
                                  </m:r>
                                </m:sup>
                              </m:sSubSup>
                              <m:r>
                                <a:rPr lang="en-US" sz="1200" i="1">
                                  <a:solidFill>
                                    <a:schemeClr val="accent2">
                                      <a:lumMod val="20000"/>
                                      <a:lumOff val="80000"/>
                                    </a:schemeClr>
                                  </a:solidFill>
                                  <a:latin typeface="Cambria Math" panose="02040503050406030204" pitchFamily="18" charset="0"/>
                                  <a:ea typeface="Cambria Math" panose="02040503050406030204" pitchFamily="18" charset="0"/>
                                </a:rPr>
                                <m:t>&gt;</m:t>
                              </m:r>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18</m:t>
                                  </m:r>
                                </m:sub>
                              </m:sSub>
                              <m:r>
                                <m:rPr>
                                  <m:lit/>
                                </m:rPr>
                                <a:rPr lang="en-US" sz="1200" i="1">
                                  <a:solidFill>
                                    <a:schemeClr val="accent2">
                                      <a:lumMod val="20000"/>
                                      <a:lumOff val="80000"/>
                                    </a:schemeClr>
                                  </a:solidFill>
                                  <a:latin typeface="Cambria Math" panose="02040503050406030204" pitchFamily="18" charset="0"/>
                                  <a:ea typeface="Cambria Math" panose="02040503050406030204" pitchFamily="18" charset="0"/>
                                </a:rPr>
                                <m:t>/</m:t>
                              </m:r>
                              <m:r>
                                <a:rPr lang="en-US" sz="1200" i="1">
                                  <a:solidFill>
                                    <a:schemeClr val="accent2">
                                      <a:lumMod val="20000"/>
                                      <a:lumOff val="80000"/>
                                    </a:schemeClr>
                                  </a:solidFill>
                                  <a:latin typeface="Cambria Math" panose="02040503050406030204" pitchFamily="18" charset="0"/>
                                  <a:ea typeface="Cambria Math" panose="02040503050406030204" pitchFamily="18" charset="0"/>
                                </a:rPr>
                                <m:t>2</m:t>
                              </m:r>
                            </m:e>
                          </m:eqArr>
                        </m:e>
                      </m:d>
                    </m:oMath>
                  </m:oMathPara>
                </a14:m>
                <a:endParaRPr lang="en-US" sz="1200" dirty="0"/>
              </a:p>
            </p:txBody>
          </p:sp>
        </mc:Choice>
        <mc:Fallback xmlns="">
          <p:sp>
            <p:nvSpPr>
              <p:cNvPr id="36" name="TextBox 35">
                <a:extLst>
                  <a:ext uri="{FF2B5EF4-FFF2-40B4-BE49-F238E27FC236}">
                    <a16:creationId xmlns:a16="http://schemas.microsoft.com/office/drawing/2014/main" id="{47B22957-C46E-77AF-30B0-B32E47CB5360}"/>
                  </a:ext>
                </a:extLst>
              </p:cNvPr>
              <p:cNvSpPr txBox="1">
                <a:spLocks noRot="1" noChangeAspect="1" noMove="1" noResize="1" noEditPoints="1" noAdjustHandles="1" noChangeArrowheads="1" noChangeShapeType="1" noTextEdit="1"/>
              </p:cNvSpPr>
              <p:nvPr/>
            </p:nvSpPr>
            <p:spPr>
              <a:xfrm>
                <a:off x="300041" y="3574157"/>
                <a:ext cx="3815486" cy="128477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E68CF17-9144-8C87-EFD3-85A0DF877B74}"/>
                  </a:ext>
                </a:extLst>
              </p:cNvPr>
              <p:cNvSpPr txBox="1"/>
              <p:nvPr/>
            </p:nvSpPr>
            <p:spPr>
              <a:xfrm>
                <a:off x="5788351" y="843850"/>
                <a:ext cx="2979412" cy="4149919"/>
              </a:xfrm>
              <a:prstGeom prst="rect">
                <a:avLst/>
              </a:prstGeom>
              <a:noFill/>
            </p:spPr>
            <p:txBody>
              <a:bodyPr wrap="square" anchor="ctr">
                <a:spAutoFit/>
              </a:bodyPr>
              <a:lstStyle/>
              <a:p>
                <a:r>
                  <a:rPr lang="en-US" sz="1200" dirty="0">
                    <a:solidFill>
                      <a:schemeClr val="accent2">
                        <a:lumMod val="20000"/>
                        <a:lumOff val="80000"/>
                      </a:schemeClr>
                    </a:solidFill>
                    <a:latin typeface="Cambria Math" panose="02040503050406030204" pitchFamily="18" charset="0"/>
                    <a:ea typeface="Cambria Math" panose="02040503050406030204" pitchFamily="18" charset="0"/>
                  </a:rPr>
                  <a:t>Drought stress: </a:t>
                </a:r>
              </a:p>
              <a:p>
                <a:pPr/>
                <a14:m>
                  <m:oMathPara xmlns:m="http://schemas.openxmlformats.org/officeDocument/2006/math">
                    <m:oMathParaPr>
                      <m:jc m:val="centerGroup"/>
                    </m:oMathParaPr>
                    <m:oMath xmlns:m="http://schemas.openxmlformats.org/officeDocument/2006/math">
                      <m:sSubSup>
                        <m:sSubSup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h</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3</m:t>
                          </m:r>
                        </m:sub>
                        <m:sup>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𝑛</m:t>
                          </m:r>
                        </m:sup>
                      </m:sSubSup>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sz="1200" i="1">
                          <a:solidFill>
                            <a:schemeClr val="accent2">
                              <a:lumMod val="20000"/>
                              <a:lumOff val="80000"/>
                            </a:schemeClr>
                          </a:solidFill>
                          <a:latin typeface="Cambria Math" panose="02040503050406030204" pitchFamily="18" charset="0"/>
                          <a:ea typeface="Cambria Math" panose="02040503050406030204" pitchFamily="18" charset="0"/>
                        </a:rPr>
                        <m:t>=1−</m:t>
                      </m:r>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14</m:t>
                          </m:r>
                        </m:sub>
                      </m:s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m:t>
                      </m:r>
                      <m:func>
                        <m:func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funcPr>
                        <m:fName>
                          <m:r>
                            <m:rPr>
                              <m:sty m:val="p"/>
                            </m:rPr>
                            <a:rPr lang="en-US" sz="1200">
                              <a:solidFill>
                                <a:schemeClr val="accent2">
                                  <a:lumMod val="20000"/>
                                  <a:lumOff val="80000"/>
                                </a:schemeClr>
                              </a:solidFill>
                              <a:latin typeface="Cambria Math" panose="02040503050406030204" pitchFamily="18" charset="0"/>
                              <a:ea typeface="Cambria Math" panose="02040503050406030204" pitchFamily="18" charset="0"/>
                            </a:rPr>
                            <m:t>max</m:t>
                          </m:r>
                        </m:fName>
                        <m:e>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1−</m:t>
                              </m:r>
                              <m:f>
                                <m:f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fPr>
                                <m:num>
                                  <m:sSubSup>
                                    <m:sSubSup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𝜑</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1</m:t>
                                      </m:r>
                                    </m:sub>
                                    <m:sup>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𝑛</m:t>
                                      </m:r>
                                    </m:sup>
                                  </m:sSubSup>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𝑘</m:t>
                                      </m:r>
                                    </m:e>
                                  </m:d>
                                </m:num>
                                <m:den>
                                  <m:r>
                                    <a:rPr lang="en-US" sz="1200" i="1">
                                      <a:solidFill>
                                        <a:schemeClr val="accent2">
                                          <a:lumMod val="20000"/>
                                          <a:lumOff val="80000"/>
                                        </a:schemeClr>
                                      </a:solidFill>
                                      <a:latin typeface="Cambria Math" panose="02040503050406030204" pitchFamily="18" charset="0"/>
                                      <a:ea typeface="Cambria Math" panose="02040503050406030204" pitchFamily="18" charset="0"/>
                                    </a:rPr>
                                    <m:t>𝐸</m:t>
                                  </m:r>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𝑇</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𝑐</m:t>
                                      </m:r>
                                    </m:sub>
                                  </m:sSub>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𝑘</m:t>
                                      </m:r>
                                    </m:e>
                                  </m:d>
                                </m:den>
                              </m:f>
                              <m:r>
                                <a:rPr lang="en-US" sz="1200" i="1">
                                  <a:solidFill>
                                    <a:schemeClr val="accent2">
                                      <a:lumMod val="20000"/>
                                      <a:lumOff val="80000"/>
                                    </a:schemeClr>
                                  </a:solidFill>
                                  <a:latin typeface="Cambria Math" panose="02040503050406030204" pitchFamily="18" charset="0"/>
                                  <a:ea typeface="Cambria Math" panose="02040503050406030204" pitchFamily="18" charset="0"/>
                                </a:rPr>
                                <m:t>,0</m:t>
                              </m:r>
                            </m:e>
                          </m:d>
                        </m:e>
                      </m:func>
                    </m:oMath>
                  </m:oMathPara>
                </a14:m>
                <a:endParaRPr lang="en-US" sz="1200" i="1" dirty="0">
                  <a:solidFill>
                    <a:schemeClr val="accent2">
                      <a:lumMod val="20000"/>
                      <a:lumOff val="80000"/>
                    </a:schemeClr>
                  </a:solidFill>
                  <a:latin typeface="Cambria Math" panose="02040503050406030204" pitchFamily="18" charset="0"/>
                  <a:ea typeface="Cambria Math" panose="02040503050406030204" pitchFamily="18" charset="0"/>
                </a:endParaRPr>
              </a:p>
              <a:p>
                <a:r>
                  <a:rPr lang="en-US" sz="1200" dirty="0">
                    <a:solidFill>
                      <a:schemeClr val="accent2">
                        <a:lumMod val="20000"/>
                        <a:lumOff val="80000"/>
                      </a:schemeClr>
                    </a:solidFill>
                    <a:latin typeface="Cambria Math" panose="02040503050406030204" pitchFamily="18" charset="0"/>
                    <a:ea typeface="Cambria Math" panose="02040503050406030204" pitchFamily="18" charset="0"/>
                  </a:rPr>
                  <a:t>Waterlogging stress: </a:t>
                </a:r>
                <a:endParaRPr lang="en-US" sz="1200" i="1" dirty="0">
                  <a:solidFill>
                    <a:schemeClr val="accent2">
                      <a:lumMod val="20000"/>
                      <a:lumOff val="80000"/>
                    </a:schemeClr>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Sup>
                        <m:sSubSup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h</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6</m:t>
                          </m:r>
                        </m:sub>
                        <m:sup>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𝑛</m:t>
                          </m:r>
                        </m:sup>
                      </m:sSubSup>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sz="1200" i="1">
                          <a:solidFill>
                            <a:schemeClr val="accent2">
                              <a:lumMod val="20000"/>
                              <a:lumOff val="80000"/>
                            </a:schemeClr>
                          </a:solidFill>
                          <a:latin typeface="Cambria Math" panose="02040503050406030204" pitchFamily="18" charset="0"/>
                          <a:ea typeface="Cambria Math" panose="02040503050406030204" pitchFamily="18" charset="0"/>
                        </a:rPr>
                        <m:t>=</m:t>
                      </m:r>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𝑐𝑙𝑖𝑝</m:t>
                      </m:r>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1−</m:t>
                          </m:r>
                          <m:f>
                            <m:f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fPr>
                            <m:num>
                              <m:sSubSup>
                                <m:sSubSup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1</m:t>
                                  </m:r>
                                </m:sub>
                                <m:sup>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𝑛</m:t>
                                  </m:r>
                                </m:sup>
                              </m:sSubSup>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sz="1200" i="1">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6</m:t>
                                  </m:r>
                                </m:sub>
                              </m:sSub>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5</m:t>
                                  </m:r>
                                </m:sub>
                              </m:sSub>
                            </m:num>
                            <m:den>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6</m:t>
                                  </m:r>
                                </m:sub>
                              </m:sSub>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5</m:t>
                                  </m:r>
                                </m:sub>
                              </m:sSub>
                            </m:den>
                          </m:f>
                          <m:r>
                            <a:rPr lang="en-US" sz="1200" i="1">
                              <a:solidFill>
                                <a:schemeClr val="accent2">
                                  <a:lumMod val="20000"/>
                                  <a:lumOff val="80000"/>
                                </a:schemeClr>
                              </a:solidFill>
                              <a:latin typeface="Cambria Math" panose="02040503050406030204" pitchFamily="18" charset="0"/>
                              <a:ea typeface="Cambria Math" panose="02040503050406030204" pitchFamily="18" charset="0"/>
                            </a:rPr>
                            <m:t>,0,1</m:t>
                          </m:r>
                        </m:e>
                      </m:d>
                    </m:oMath>
                  </m:oMathPara>
                </a14:m>
                <a:endParaRPr lang="en-US" sz="1200" dirty="0"/>
              </a:p>
              <a:p>
                <a14:m>
                  <m:oMath xmlns:m="http://schemas.openxmlformats.org/officeDocument/2006/math">
                    <m:sSub>
                      <m:sSubPr>
                        <m:ctrlPr>
                          <a:rPr lang="en-US" sz="1200" i="1">
                            <a:solidFill>
                              <a:schemeClr val="accent2">
                                <a:lumMod val="20000"/>
                                <a:lumOff val="80000"/>
                              </a:schemeClr>
                            </a:solidFill>
                            <a:latin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rPr>
                          <m:t>5</m:t>
                        </m:r>
                      </m:sub>
                    </m:sSub>
                    <m:r>
                      <a:rPr lang="en-US" sz="1200" i="1">
                        <a:solidFill>
                          <a:schemeClr val="accent2">
                            <a:lumMod val="20000"/>
                            <a:lumOff val="80000"/>
                          </a:schemeClr>
                        </a:solidFill>
                        <a:latin typeface="Cambria Math" panose="02040503050406030204" pitchFamily="18" charset="0"/>
                      </a:rPr>
                      <m:t>−</m:t>
                    </m:r>
                  </m:oMath>
                </a14:m>
                <a:r>
                  <a:rPr lang="en-US" sz="1200" i="1" dirty="0">
                    <a:solidFill>
                      <a:schemeClr val="accent2">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rPr>
                  <a:t> Root zone</a:t>
                </a:r>
              </a:p>
              <a:p>
                <a14:m>
                  <m:oMath xmlns:m="http://schemas.openxmlformats.org/officeDocument/2006/math">
                    <m:sSub>
                      <m:sSubPr>
                        <m:ctrlPr>
                          <a:rPr lang="en-US" sz="1200" i="1">
                            <a:solidFill>
                              <a:schemeClr val="accent2">
                                <a:lumMod val="20000"/>
                                <a:lumOff val="80000"/>
                              </a:schemeClr>
                            </a:solidFill>
                            <a:latin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rPr>
                          <m:t>6</m:t>
                        </m:r>
                      </m:sub>
                    </m:sSub>
                    <m:r>
                      <a:rPr lang="en-US" sz="1200" i="1">
                        <a:solidFill>
                          <a:schemeClr val="accent2">
                            <a:lumMod val="20000"/>
                            <a:lumOff val="80000"/>
                          </a:schemeClr>
                        </a:solidFill>
                        <a:latin typeface="Cambria Math" panose="02040503050406030204" pitchFamily="18" charset="0"/>
                      </a:rPr>
                      <m:t>−</m:t>
                    </m:r>
                  </m:oMath>
                </a14:m>
                <a:r>
                  <a:rPr lang="en-US" sz="1200" i="1" dirty="0">
                    <a:solidFill>
                      <a:schemeClr val="accent2">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rPr>
                  <a:t> Field capacity</a:t>
                </a:r>
              </a:p>
              <a:p>
                <a14:m>
                  <m:oMath xmlns:m="http://schemas.openxmlformats.org/officeDocument/2006/math">
                    <m:sSub>
                      <m:sSubPr>
                        <m:ctrlPr>
                          <a:rPr lang="en-US" sz="1200" i="1">
                            <a:solidFill>
                              <a:schemeClr val="accent2">
                                <a:lumMod val="20000"/>
                                <a:lumOff val="80000"/>
                              </a:schemeClr>
                            </a:solidFill>
                            <a:latin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rPr>
                          <m:t>14</m:t>
                        </m:r>
                      </m:sub>
                    </m:sSub>
                    <m:r>
                      <a:rPr lang="en-US" sz="1200" i="1">
                        <a:solidFill>
                          <a:schemeClr val="accent2">
                            <a:lumMod val="20000"/>
                            <a:lumOff val="80000"/>
                          </a:schemeClr>
                        </a:solidFill>
                        <a:latin typeface="Cambria Math" panose="02040503050406030204" pitchFamily="18" charset="0"/>
                      </a:rPr>
                      <m:t>−</m:t>
                    </m:r>
                  </m:oMath>
                </a14:m>
                <a:r>
                  <a:rPr lang="en-US" sz="1200" i="1" dirty="0">
                    <a:solidFill>
                      <a:schemeClr val="accent2">
                        <a:lumMod val="20000"/>
                        <a:lumOff val="80000"/>
                      </a:schemeClr>
                    </a:solidFill>
                    <a:latin typeface="Times New Roman" panose="02020603050405020304" pitchFamily="18" charset="0"/>
                    <a:cs typeface="Times New Roman" panose="02020603050405020304" pitchFamily="18" charset="0"/>
                  </a:rPr>
                  <a:t> drought sensitivity</a:t>
                </a:r>
                <a:r>
                  <a:rPr lang="en-US" sz="1200" i="1" dirty="0">
                    <a:solidFill>
                      <a:schemeClr val="accent2">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rPr>
                  <a:t> </a:t>
                </a:r>
              </a:p>
              <a:p>
                <a:endParaRPr lang="en-US" sz="600" i="1" dirty="0">
                  <a:solidFill>
                    <a:schemeClr val="accent2">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endParaRPr>
              </a:p>
              <a:p>
                <a:r>
                  <a:rPr lang="en-US" sz="1200" dirty="0">
                    <a:solidFill>
                      <a:schemeClr val="accent2">
                        <a:lumMod val="20000"/>
                        <a:lumOff val="80000"/>
                      </a:schemeClr>
                    </a:solidFill>
                    <a:latin typeface="Cambria Math" panose="02040503050406030204" pitchFamily="18" charset="0"/>
                    <a:ea typeface="Cambria Math" panose="02040503050406030204" pitchFamily="18" charset="0"/>
                  </a:rPr>
                  <a:t>Thermal accumulation:</a:t>
                </a:r>
              </a:p>
              <a:p>
                <a:pPr/>
                <a14:m>
                  <m:oMathPara xmlns:m="http://schemas.openxmlformats.org/officeDocument/2006/math">
                    <m:oMathParaPr>
                      <m:jc m:val="centerGroup"/>
                    </m:oMathParaPr>
                    <m:oMath xmlns:m="http://schemas.openxmlformats.org/officeDocument/2006/math">
                      <m:sSubSup>
                        <m:sSubSup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h</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1</m:t>
                          </m:r>
                        </m:sub>
                        <m:sup>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𝑛</m:t>
                          </m:r>
                        </m:sup>
                      </m:sSubSup>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sz="1200" i="1">
                          <a:solidFill>
                            <a:schemeClr val="accent2">
                              <a:lumMod val="20000"/>
                              <a:lumOff val="80000"/>
                            </a:schemeClr>
                          </a:solidFill>
                          <a:latin typeface="Cambria Math" panose="02040503050406030204" pitchFamily="18" charset="0"/>
                          <a:ea typeface="Cambria Math" panose="02040503050406030204" pitchFamily="18" charset="0"/>
                        </a:rPr>
                        <m:t>=</m:t>
                      </m:r>
                      <m:func>
                        <m:func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funcPr>
                        <m:fName>
                          <m:r>
                            <m:rPr>
                              <m:sty m:val="p"/>
                            </m:rPr>
                            <a:rPr lang="en-US" sz="1200">
                              <a:solidFill>
                                <a:schemeClr val="accent2">
                                  <a:lumMod val="20000"/>
                                  <a:lumOff val="80000"/>
                                </a:schemeClr>
                              </a:solidFill>
                              <a:latin typeface="Cambria Math" panose="02040503050406030204" pitchFamily="18" charset="0"/>
                              <a:ea typeface="Cambria Math" panose="02040503050406030204" pitchFamily="18" charset="0"/>
                            </a:rPr>
                            <m:t>max</m:t>
                          </m:r>
                        </m:fName>
                        <m:e>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𝑇</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𝑚𝑒𝑎𝑛</m:t>
                                  </m:r>
                                </m:sub>
                              </m:sSub>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sz="1200" i="1">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7</m:t>
                                  </m:r>
                                </m:sub>
                              </m:s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,0</m:t>
                              </m:r>
                            </m:e>
                          </m:d>
                        </m:e>
                      </m:func>
                    </m:oMath>
                  </m:oMathPara>
                </a14:m>
                <a:endParaRPr lang="en-US" sz="1200" dirty="0"/>
              </a:p>
              <a:p>
                <a:r>
                  <a:rPr lang="en-US" sz="1200" dirty="0">
                    <a:solidFill>
                      <a:schemeClr val="accent2">
                        <a:lumMod val="20000"/>
                        <a:lumOff val="80000"/>
                      </a:schemeClr>
                    </a:solidFill>
                    <a:latin typeface="Cambria Math" panose="02040503050406030204" pitchFamily="18" charset="0"/>
                    <a:ea typeface="Cambria Math" panose="02040503050406030204" pitchFamily="18" charset="0"/>
                  </a:rPr>
                  <a:t>Heat stress: </a:t>
                </a:r>
                <a:endParaRPr lang="en-US" sz="1200" i="1" dirty="0">
                  <a:solidFill>
                    <a:schemeClr val="accent2">
                      <a:lumMod val="20000"/>
                      <a:lumOff val="80000"/>
                    </a:schemeClr>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h</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2</m:t>
                          </m:r>
                        </m:sub>
                      </m:s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m:t>
                      </m:r>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𝑐𝑙𝑖𝑝</m:t>
                      </m:r>
                      <m:r>
                        <a:rPr lang="en-US" sz="1200" i="1">
                          <a:solidFill>
                            <a:schemeClr val="accent2">
                              <a:lumMod val="20000"/>
                              <a:lumOff val="80000"/>
                            </a:schemeClr>
                          </a:solidFill>
                          <a:latin typeface="Cambria Math" panose="02040503050406030204" pitchFamily="18" charset="0"/>
                          <a:ea typeface="Cambria Math" panose="02040503050406030204" pitchFamily="18" charset="0"/>
                        </a:rPr>
                        <m:t> </m:t>
                      </m:r>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f>
                            <m:f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fPr>
                            <m:num>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10</m:t>
                                  </m:r>
                                </m:sub>
                              </m:s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𝑇</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𝑚𝑎𝑥</m:t>
                                  </m:r>
                                </m:sub>
                              </m:sSub>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𝑘</m:t>
                                  </m:r>
                                </m:e>
                              </m:d>
                            </m:num>
                            <m:den>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10</m:t>
                                  </m:r>
                                </m:sub>
                              </m:s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9</m:t>
                                  </m:r>
                                </m:sub>
                              </m:sSub>
                            </m:den>
                          </m:f>
                          <m:r>
                            <a:rPr lang="en-US" sz="1200" i="1">
                              <a:solidFill>
                                <a:schemeClr val="accent2">
                                  <a:lumMod val="20000"/>
                                  <a:lumOff val="80000"/>
                                </a:schemeClr>
                              </a:solidFill>
                              <a:latin typeface="Cambria Math" panose="02040503050406030204" pitchFamily="18" charset="0"/>
                              <a:ea typeface="Cambria Math" panose="02040503050406030204" pitchFamily="18" charset="0"/>
                            </a:rPr>
                            <m:t>,0,1</m:t>
                          </m:r>
                        </m:e>
                      </m:d>
                    </m:oMath>
                  </m:oMathPara>
                </a14:m>
                <a:endParaRPr lang="en-US" sz="1200" i="1" dirty="0">
                  <a:solidFill>
                    <a:schemeClr val="accent2">
                      <a:lumMod val="20000"/>
                      <a:lumOff val="80000"/>
                    </a:schemeClr>
                  </a:solidFill>
                  <a:latin typeface="Cambria Math" panose="02040503050406030204" pitchFamily="18" charset="0"/>
                  <a:ea typeface="Cambria Math" panose="02040503050406030204" pitchFamily="18" charset="0"/>
                </a:endParaRPr>
              </a:p>
              <a:p>
                <a:r>
                  <a:rPr lang="en-US" sz="1200" dirty="0">
                    <a:solidFill>
                      <a:schemeClr val="accent2">
                        <a:lumMod val="20000"/>
                        <a:lumOff val="80000"/>
                      </a:schemeClr>
                    </a:solidFill>
                    <a:latin typeface="Cambria Math" panose="02040503050406030204" pitchFamily="18" charset="0"/>
                    <a:ea typeface="Cambria Math" panose="02040503050406030204" pitchFamily="18" charset="0"/>
                  </a:rPr>
                  <a:t>Low temperature stress: </a:t>
                </a:r>
                <a:endParaRPr lang="en-US" sz="1200" i="1" dirty="0">
                  <a:solidFill>
                    <a:schemeClr val="accent2">
                      <a:lumMod val="20000"/>
                      <a:lumOff val="80000"/>
                    </a:schemeClr>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h</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7</m:t>
                          </m:r>
                        </m:sub>
                      </m:s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m:t>
                      </m:r>
                      <m:d>
                        <m:dPr>
                          <m:begChr m:val="{"/>
                          <m:endChr m:val=""/>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eqArr>
                            <m:eqArr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eqArr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1,  </m:t>
                              </m:r>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𝑇</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𝑚𝑒𝑎𝑛</m:t>
                                  </m:r>
                                </m:sub>
                              </m:sSub>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sz="1200" i="1">
                                  <a:solidFill>
                                    <a:schemeClr val="accent2">
                                      <a:lumMod val="20000"/>
                                      <a:lumOff val="80000"/>
                                    </a:schemeClr>
                                  </a:solidFill>
                                  <a:latin typeface="Cambria Math" panose="02040503050406030204" pitchFamily="18" charset="0"/>
                                  <a:ea typeface="Cambria Math" panose="02040503050406030204" pitchFamily="18" charset="0"/>
                                </a:rPr>
                                <m:t>&gt;</m:t>
                              </m:r>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7</m:t>
                                  </m:r>
                                </m:sub>
                              </m:sSub>
                            </m:e>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0,  </m:t>
                              </m:r>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𝑇</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𝑚𝑒𝑎𝑛</m:t>
                                  </m:r>
                                </m:sub>
                              </m:sSub>
                              <m:d>
                                <m:d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sz="1200" i="1">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sz="1200"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ea typeface="Cambria Math" panose="02040503050406030204" pitchFamily="18" charset="0"/>
                                    </a:rPr>
                                    <m:t>7</m:t>
                                  </m:r>
                                </m:sub>
                              </m:sSub>
                            </m:e>
                          </m:eqArr>
                        </m:e>
                      </m:d>
                    </m:oMath>
                  </m:oMathPara>
                </a14:m>
                <a:endParaRPr lang="en-US" sz="1200" i="1" dirty="0">
                  <a:solidFill>
                    <a:schemeClr val="accent2">
                      <a:lumMod val="20000"/>
                      <a:lumOff val="80000"/>
                    </a:schemeClr>
                  </a:solidFill>
                  <a:latin typeface="Cambria Math" panose="02040503050406030204" pitchFamily="18" charset="0"/>
                  <a:ea typeface="Cambria Math" panose="02040503050406030204" pitchFamily="18" charset="0"/>
                </a:endParaRPr>
              </a:p>
              <a:p>
                <a14:m>
                  <m:oMath xmlns:m="http://schemas.openxmlformats.org/officeDocument/2006/math">
                    <m:sSub>
                      <m:sSubPr>
                        <m:ctrlPr>
                          <a:rPr lang="en-US" sz="1200" i="1">
                            <a:solidFill>
                              <a:schemeClr val="accent2">
                                <a:lumMod val="20000"/>
                                <a:lumOff val="80000"/>
                              </a:schemeClr>
                            </a:solidFill>
                            <a:latin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rPr>
                          <m:t>7</m:t>
                        </m:r>
                      </m:sub>
                    </m:sSub>
                    <m:r>
                      <a:rPr lang="en-US" sz="1200" i="1">
                        <a:solidFill>
                          <a:schemeClr val="accent2">
                            <a:lumMod val="20000"/>
                            <a:lumOff val="80000"/>
                          </a:schemeClr>
                        </a:solidFill>
                        <a:latin typeface="Cambria Math" panose="02040503050406030204" pitchFamily="18" charset="0"/>
                      </a:rPr>
                      <m:t>−</m:t>
                    </m:r>
                  </m:oMath>
                </a14:m>
                <a:r>
                  <a:rPr lang="en-US" sz="1200" i="1" dirty="0">
                    <a:solidFill>
                      <a:schemeClr val="accent2">
                        <a:lumMod val="20000"/>
                        <a:lumOff val="80000"/>
                      </a:schemeClr>
                    </a:solidFill>
                    <a:latin typeface="Times New Roman" panose="02020603050405020304" pitchFamily="18" charset="0"/>
                    <a:cs typeface="Times New Roman" panose="02020603050405020304" pitchFamily="18" charset="0"/>
                  </a:rPr>
                  <a:t> Base temperature</a:t>
                </a:r>
              </a:p>
              <a:p>
                <a14:m>
                  <m:oMath xmlns:m="http://schemas.openxmlformats.org/officeDocument/2006/math">
                    <m:sSub>
                      <m:sSubPr>
                        <m:ctrlPr>
                          <a:rPr lang="en-US" sz="1200" i="1">
                            <a:solidFill>
                              <a:schemeClr val="accent2">
                                <a:lumMod val="20000"/>
                                <a:lumOff val="80000"/>
                              </a:schemeClr>
                            </a:solidFill>
                            <a:latin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rPr>
                          <m:t>9</m:t>
                        </m:r>
                      </m:sub>
                    </m:sSub>
                    <m:r>
                      <a:rPr lang="en-US" sz="1200" i="1">
                        <a:solidFill>
                          <a:schemeClr val="accent2">
                            <a:lumMod val="20000"/>
                            <a:lumOff val="80000"/>
                          </a:schemeClr>
                        </a:solidFill>
                        <a:latin typeface="Cambria Math" panose="02040503050406030204" pitchFamily="18" charset="0"/>
                      </a:rPr>
                      <m:t>−</m:t>
                    </m:r>
                  </m:oMath>
                </a14:m>
                <a:r>
                  <a:rPr lang="en-US" sz="1200" i="1" dirty="0">
                    <a:solidFill>
                      <a:schemeClr val="accent2">
                        <a:lumMod val="20000"/>
                        <a:lumOff val="80000"/>
                      </a:schemeClr>
                    </a:solidFill>
                    <a:latin typeface="Times New Roman" panose="02020603050405020304" pitchFamily="18" charset="0"/>
                    <a:cs typeface="Times New Roman" panose="02020603050405020304" pitchFamily="18" charset="0"/>
                  </a:rPr>
                  <a:t>heat stress onset</a:t>
                </a:r>
              </a:p>
              <a:p>
                <a14:m>
                  <m:oMath xmlns:m="http://schemas.openxmlformats.org/officeDocument/2006/math">
                    <m:sSub>
                      <m:sSubPr>
                        <m:ctrlPr>
                          <a:rPr lang="en-US" sz="1200" i="1">
                            <a:solidFill>
                              <a:schemeClr val="accent2">
                                <a:lumMod val="20000"/>
                                <a:lumOff val="80000"/>
                              </a:schemeClr>
                            </a:solidFill>
                            <a:latin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rPr>
                          <m:t>10</m:t>
                        </m:r>
                      </m:sub>
                    </m:sSub>
                    <m:r>
                      <a:rPr lang="en-US" sz="1200" i="1">
                        <a:solidFill>
                          <a:schemeClr val="accent2">
                            <a:lumMod val="20000"/>
                            <a:lumOff val="80000"/>
                          </a:schemeClr>
                        </a:solidFill>
                        <a:latin typeface="Cambria Math" panose="02040503050406030204" pitchFamily="18" charset="0"/>
                      </a:rPr>
                      <m:t>−</m:t>
                    </m:r>
                  </m:oMath>
                </a14:m>
                <a:r>
                  <a:rPr lang="en-US" sz="1200" i="1" dirty="0">
                    <a:solidFill>
                      <a:schemeClr val="accent2">
                        <a:lumMod val="20000"/>
                        <a:lumOff val="80000"/>
                      </a:schemeClr>
                    </a:solidFill>
                    <a:latin typeface="Times New Roman" panose="02020603050405020304" pitchFamily="18" charset="0"/>
                    <a:cs typeface="Times New Roman" panose="02020603050405020304" pitchFamily="18" charset="0"/>
                  </a:rPr>
                  <a:t>Extreme heat</a:t>
                </a:r>
              </a:p>
            </p:txBody>
          </p:sp>
        </mc:Choice>
        <mc:Fallback xmlns="">
          <p:sp>
            <p:nvSpPr>
              <p:cNvPr id="38" name="TextBox 37">
                <a:extLst>
                  <a:ext uri="{FF2B5EF4-FFF2-40B4-BE49-F238E27FC236}">
                    <a16:creationId xmlns:a16="http://schemas.microsoft.com/office/drawing/2014/main" id="{1E68CF17-9144-8C87-EFD3-85A0DF877B74}"/>
                  </a:ext>
                </a:extLst>
              </p:cNvPr>
              <p:cNvSpPr txBox="1">
                <a:spLocks noRot="1" noChangeAspect="1" noMove="1" noResize="1" noEditPoints="1" noAdjustHandles="1" noChangeArrowheads="1" noChangeShapeType="1" noTextEdit="1"/>
              </p:cNvSpPr>
              <p:nvPr/>
            </p:nvSpPr>
            <p:spPr>
              <a:xfrm>
                <a:off x="5788351" y="843850"/>
                <a:ext cx="2979412" cy="4149919"/>
              </a:xfrm>
              <a:prstGeom prst="rect">
                <a:avLst/>
              </a:prstGeom>
              <a:blipFill>
                <a:blip r:embed="rId5"/>
                <a:stretch>
                  <a:fillRect l="-205" b="-167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B42EB51-9A90-2D7A-F41C-E4926BA2DE9A}"/>
                  </a:ext>
                </a:extLst>
              </p:cNvPr>
              <p:cNvSpPr txBox="1"/>
              <p:nvPr/>
            </p:nvSpPr>
            <p:spPr>
              <a:xfrm>
                <a:off x="4029077" y="3658603"/>
                <a:ext cx="1525424" cy="1200329"/>
              </a:xfrm>
              <a:prstGeom prst="rect">
                <a:avLst/>
              </a:prstGeom>
              <a:noFill/>
            </p:spPr>
            <p:txBody>
              <a:bodyPr wrap="square">
                <a:spAutoFit/>
              </a:bodyPr>
              <a:lstStyle/>
              <a:p>
                <a14:m>
                  <m:oMath xmlns:m="http://schemas.openxmlformats.org/officeDocument/2006/math">
                    <m:sSub>
                      <m:sSubPr>
                        <m:ctrlPr>
                          <a:rPr lang="en-US" sz="1200" i="1" smtClean="0">
                            <a:solidFill>
                              <a:schemeClr val="accent2">
                                <a:lumMod val="20000"/>
                                <a:lumOff val="80000"/>
                              </a:schemeClr>
                            </a:solidFill>
                            <a:latin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rPr>
                          <m:t>18</m:t>
                        </m:r>
                      </m:sub>
                    </m:sSub>
                    <m:r>
                      <a:rPr lang="en-US" sz="1200" i="1">
                        <a:solidFill>
                          <a:schemeClr val="accent2">
                            <a:lumMod val="20000"/>
                            <a:lumOff val="80000"/>
                          </a:schemeClr>
                        </a:solidFill>
                        <a:latin typeface="Cambria Math" panose="02040503050406030204" pitchFamily="18" charset="0"/>
                      </a:rPr>
                      <m:t>−</m:t>
                    </m:r>
                  </m:oMath>
                </a14:m>
                <a:r>
                  <a:rPr lang="en-US" sz="1200" i="1" dirty="0">
                    <a:solidFill>
                      <a:schemeClr val="accent2">
                        <a:lumMod val="20000"/>
                        <a:lumOff val="80000"/>
                      </a:schemeClr>
                    </a:solidFill>
                    <a:latin typeface="Times New Roman" panose="02020603050405020304" pitchFamily="18" charset="0"/>
                    <a:cs typeface="Times New Roman" panose="02020603050405020304" pitchFamily="18" charset="0"/>
                  </a:rPr>
                  <a:t> maturity threshold</a:t>
                </a:r>
              </a:p>
              <a:p>
                <a14:m>
                  <m:oMath xmlns:m="http://schemas.openxmlformats.org/officeDocument/2006/math">
                    <m:sSub>
                      <m:sSubPr>
                        <m:ctrlPr>
                          <a:rPr lang="en-US" sz="1200" i="1">
                            <a:solidFill>
                              <a:schemeClr val="accent2">
                                <a:lumMod val="20000"/>
                                <a:lumOff val="80000"/>
                              </a:schemeClr>
                            </a:solidFill>
                            <a:latin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rPr>
                          <m:t>19</m:t>
                        </m:r>
                      </m:sub>
                    </m:sSub>
                    <m:r>
                      <a:rPr lang="en-US" sz="1200" i="1">
                        <a:solidFill>
                          <a:schemeClr val="accent2">
                            <a:lumMod val="20000"/>
                            <a:lumOff val="80000"/>
                          </a:schemeClr>
                        </a:solidFill>
                        <a:latin typeface="Cambria Math" panose="02040503050406030204" pitchFamily="18" charset="0"/>
                      </a:rPr>
                      <m:t>−</m:t>
                    </m:r>
                  </m:oMath>
                </a14:m>
                <a:r>
                  <a:rPr lang="en-US" sz="1200" i="1" dirty="0">
                    <a:solidFill>
                      <a:schemeClr val="accent2">
                        <a:lumMod val="20000"/>
                        <a:lumOff val="80000"/>
                      </a:schemeClr>
                    </a:solidFill>
                    <a:latin typeface="Times New Roman" panose="02020603050405020304" pitchFamily="18" charset="0"/>
                    <a:cs typeface="Times New Roman" panose="02020603050405020304" pitchFamily="18" charset="0"/>
                  </a:rPr>
                  <a:t> maximum interception</a:t>
                </a:r>
              </a:p>
              <a:p>
                <a14:m>
                  <m:oMath xmlns:m="http://schemas.openxmlformats.org/officeDocument/2006/math">
                    <m:sSub>
                      <m:sSubPr>
                        <m:ctrlPr>
                          <a:rPr lang="en-US" sz="1200" i="1">
                            <a:solidFill>
                              <a:schemeClr val="accent2">
                                <a:lumMod val="20000"/>
                                <a:lumOff val="80000"/>
                              </a:schemeClr>
                            </a:solidFill>
                            <a:latin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rPr>
                          <m:t>𝜃</m:t>
                        </m:r>
                      </m:e>
                      <m:sub>
                        <m:r>
                          <a:rPr lang="en-US" sz="1200" i="1">
                            <a:solidFill>
                              <a:schemeClr val="accent2">
                                <a:lumMod val="20000"/>
                                <a:lumOff val="80000"/>
                              </a:schemeClr>
                            </a:solidFill>
                            <a:latin typeface="Cambria Math" panose="02040503050406030204" pitchFamily="18" charset="0"/>
                          </a:rPr>
                          <m:t>20</m:t>
                        </m:r>
                      </m:sub>
                    </m:sSub>
                    <m:r>
                      <a:rPr lang="en-US" sz="1200" i="1">
                        <a:solidFill>
                          <a:schemeClr val="accent2">
                            <a:lumMod val="20000"/>
                            <a:lumOff val="80000"/>
                          </a:schemeClr>
                        </a:solidFill>
                        <a:latin typeface="Cambria Math" panose="02040503050406030204" pitchFamily="18" charset="0"/>
                      </a:rPr>
                      <m:t>−</m:t>
                    </m:r>
                  </m:oMath>
                </a14:m>
                <a:r>
                  <a:rPr lang="en-US" sz="1200" i="1" dirty="0">
                    <a:solidFill>
                      <a:schemeClr val="accent2">
                        <a:lumMod val="20000"/>
                        <a:lumOff val="80000"/>
                      </a:schemeClr>
                    </a:solidFill>
                    <a:latin typeface="Times New Roman" panose="02020603050405020304" pitchFamily="18" charset="0"/>
                    <a:cs typeface="Times New Roman" panose="02020603050405020304" pitchFamily="18" charset="0"/>
                  </a:rPr>
                  <a:t> GDD at 50% interception</a:t>
                </a:r>
              </a:p>
            </p:txBody>
          </p:sp>
        </mc:Choice>
        <mc:Fallback xmlns="">
          <p:sp>
            <p:nvSpPr>
              <p:cNvPr id="44" name="TextBox 43">
                <a:extLst>
                  <a:ext uri="{FF2B5EF4-FFF2-40B4-BE49-F238E27FC236}">
                    <a16:creationId xmlns:a16="http://schemas.microsoft.com/office/drawing/2014/main" id="{EB42EB51-9A90-2D7A-F41C-E4926BA2DE9A}"/>
                  </a:ext>
                </a:extLst>
              </p:cNvPr>
              <p:cNvSpPr txBox="1">
                <a:spLocks noRot="1" noChangeAspect="1" noMove="1" noResize="1" noEditPoints="1" noAdjustHandles="1" noChangeArrowheads="1" noChangeShapeType="1" noTextEdit="1"/>
              </p:cNvSpPr>
              <p:nvPr/>
            </p:nvSpPr>
            <p:spPr>
              <a:xfrm>
                <a:off x="4029077" y="3658603"/>
                <a:ext cx="1525424" cy="1200329"/>
              </a:xfrm>
              <a:prstGeom prst="rect">
                <a:avLst/>
              </a:prstGeom>
              <a:blipFill>
                <a:blip r:embed="rId6"/>
                <a:stretch>
                  <a:fillRect l="-400" b="-3046"/>
                </a:stretch>
              </a:blipFill>
            </p:spPr>
            <p:txBody>
              <a:bodyPr/>
              <a:lstStyle/>
              <a:p>
                <a:r>
                  <a:rPr lang="en-US">
                    <a:noFill/>
                  </a:rPr>
                  <a:t> </a:t>
                </a:r>
              </a:p>
            </p:txBody>
          </p:sp>
        </mc:Fallback>
      </mc:AlternateContent>
      <p:sp>
        <p:nvSpPr>
          <p:cNvPr id="48" name="Rectangle: Rounded Corners 47">
            <a:extLst>
              <a:ext uri="{FF2B5EF4-FFF2-40B4-BE49-F238E27FC236}">
                <a16:creationId xmlns:a16="http://schemas.microsoft.com/office/drawing/2014/main" id="{B2932797-B5A4-073C-E7AB-FB085769B6FE}"/>
              </a:ext>
            </a:extLst>
          </p:cNvPr>
          <p:cNvSpPr/>
          <p:nvPr/>
        </p:nvSpPr>
        <p:spPr>
          <a:xfrm>
            <a:off x="5681662" y="843850"/>
            <a:ext cx="2979413" cy="4149919"/>
          </a:xfrm>
          <a:prstGeom prst="roundRect">
            <a:avLst>
              <a:gd name="adj" fmla="val 9562"/>
            </a:avLst>
          </a:prstGeom>
          <a:no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Google Shape;178;p3">
            <a:extLst>
              <a:ext uri="{FF2B5EF4-FFF2-40B4-BE49-F238E27FC236}">
                <a16:creationId xmlns:a16="http://schemas.microsoft.com/office/drawing/2014/main" id="{2C6669FC-C484-B441-78D0-428B903751A3}"/>
              </a:ext>
            </a:extLst>
          </p:cNvPr>
          <p:cNvSpPr txBox="1"/>
          <p:nvPr/>
        </p:nvSpPr>
        <p:spPr>
          <a:xfrm>
            <a:off x="8633460" y="4800600"/>
            <a:ext cx="24384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dirty="0">
                <a:solidFill>
                  <a:schemeClr val="lt2"/>
                </a:solidFill>
              </a:rPr>
              <a:t>5</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552863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F97A5"/>
        </a:solidFill>
        <a:effectLst/>
      </p:bgPr>
    </p:bg>
    <p:spTree>
      <p:nvGrpSpPr>
        <p:cNvPr id="1" name="Shape 243">
          <a:extLst>
            <a:ext uri="{FF2B5EF4-FFF2-40B4-BE49-F238E27FC236}">
              <a16:creationId xmlns:a16="http://schemas.microsoft.com/office/drawing/2014/main" id="{EF4DD90C-246C-A70A-1D1F-0A7A312A1D17}"/>
            </a:ext>
          </a:extLst>
        </p:cNvPr>
        <p:cNvGrpSpPr/>
        <p:nvPr/>
      </p:nvGrpSpPr>
      <p:grpSpPr>
        <a:xfrm>
          <a:off x="0" y="0"/>
          <a:ext cx="0" cy="0"/>
          <a:chOff x="0" y="0"/>
          <a:chExt cx="0" cy="0"/>
        </a:xfrm>
      </p:grpSpPr>
      <p:sp>
        <p:nvSpPr>
          <p:cNvPr id="197" name="Google Shape;197;g3e1b453938d_0_4">
            <a:extLst>
              <a:ext uri="{FF2B5EF4-FFF2-40B4-BE49-F238E27FC236}">
                <a16:creationId xmlns:a16="http://schemas.microsoft.com/office/drawing/2014/main" id="{A49F8439-A1FA-5B93-6B49-840DCC7103AB}"/>
              </a:ext>
            </a:extLst>
          </p:cNvPr>
          <p:cNvSpPr txBox="1"/>
          <p:nvPr/>
        </p:nvSpPr>
        <p:spPr>
          <a:xfrm>
            <a:off x="241800" y="289750"/>
            <a:ext cx="54894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1" dirty="0">
                <a:solidFill>
                  <a:schemeClr val="lt2"/>
                </a:solidFill>
                <a:latin typeface="Times New Roman"/>
                <a:ea typeface="Times New Roman"/>
                <a:cs typeface="Times New Roman"/>
                <a:sym typeface="Times New Roman"/>
              </a:rPr>
              <a:t>System Modeling and Dynamics</a:t>
            </a:r>
            <a:endParaRPr sz="3000" b="1" i="0" u="none" strike="noStrike" cap="none" dirty="0">
              <a:solidFill>
                <a:schemeClr val="lt2"/>
              </a:solidFill>
              <a:latin typeface="Times New Roman"/>
              <a:ea typeface="Times New Roman"/>
              <a:cs typeface="Times New Roman"/>
              <a:sym typeface="Times New Roman"/>
            </a:endParaRPr>
          </a:p>
        </p:txBody>
      </p:sp>
      <mc:AlternateContent xmlns:mc="http://schemas.openxmlformats.org/markup-compatibility/2006" xmlns:a14="http://schemas.microsoft.com/office/drawing/2010/main">
        <mc:Choice Requires="a14">
          <p:sp>
            <p:nvSpPr>
              <p:cNvPr id="3" name="Rectangle: Rounded Corners 2">
                <a:extLst>
                  <a:ext uri="{FF2B5EF4-FFF2-40B4-BE49-F238E27FC236}">
                    <a16:creationId xmlns:a16="http://schemas.microsoft.com/office/drawing/2014/main" id="{0F72F529-4734-8F5B-8679-AACA0E225D37}"/>
                  </a:ext>
                </a:extLst>
              </p:cNvPr>
              <p:cNvSpPr/>
              <p:nvPr/>
            </p:nvSpPr>
            <p:spPr>
              <a:xfrm>
                <a:off x="5806577" y="1054654"/>
                <a:ext cx="2663325" cy="3799096"/>
              </a:xfrm>
              <a:prstGeom prst="roundRect">
                <a:avLst>
                  <a:gd name="adj" fmla="val 15519"/>
                </a:avLst>
              </a:prstGeom>
              <a:noFill/>
              <a:ln>
                <a:solidFill>
                  <a:schemeClr val="bg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sSub>
                      <m:sSubPr>
                        <m:ctrlPr>
                          <a:rPr lang="en-US" sz="1250" b="0" i="1" smtClean="0">
                            <a:solidFill>
                              <a:schemeClr val="accent2">
                                <a:lumMod val="20000"/>
                                <a:lumOff val="80000"/>
                              </a:schemeClr>
                            </a:solidFill>
                            <a:latin typeface="Cambria Math" panose="02040503050406030204" pitchFamily="18" charset="0"/>
                          </a:rPr>
                        </m:ctrlPr>
                      </m:sSubPr>
                      <m:e>
                        <m:r>
                          <a:rPr lang="en-US" sz="1250" b="0" i="1" smtClean="0">
                            <a:solidFill>
                              <a:schemeClr val="accent2">
                                <a:lumMod val="20000"/>
                                <a:lumOff val="80000"/>
                              </a:schemeClr>
                            </a:solidFill>
                            <a:latin typeface="Cambria Math" panose="02040503050406030204" pitchFamily="18" charset="0"/>
                          </a:rPr>
                          <m:t>𝜃</m:t>
                        </m:r>
                      </m:e>
                      <m:sub>
                        <m:r>
                          <a:rPr lang="en-US" sz="1250" b="0" i="1" smtClean="0">
                            <a:solidFill>
                              <a:schemeClr val="accent2">
                                <a:lumMod val="20000"/>
                                <a:lumOff val="80000"/>
                              </a:schemeClr>
                            </a:solidFill>
                            <a:latin typeface="Cambria Math" panose="02040503050406030204" pitchFamily="18" charset="0"/>
                          </a:rPr>
                          <m:t>1</m:t>
                        </m:r>
                      </m:sub>
                    </m:sSub>
                    <m:r>
                      <a:rPr lang="en-US" sz="1250" b="0" i="1" smtClean="0">
                        <a:solidFill>
                          <a:schemeClr val="accent2">
                            <a:lumMod val="20000"/>
                            <a:lumOff val="80000"/>
                          </a:schemeClr>
                        </a:solidFill>
                        <a:latin typeface="Cambria Math" panose="02040503050406030204" pitchFamily="18" charset="0"/>
                      </a:rPr>
                      <m:t>−</m:t>
                    </m:r>
                  </m:oMath>
                </a14:m>
                <a:r>
                  <a:rPr lang="en-US" sz="1250" b="0" i="1" dirty="0">
                    <a:solidFill>
                      <a:schemeClr val="accent2">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rPr>
                  <a:t> Water uptake </a:t>
                </a:r>
                <a:r>
                  <a:rPr lang="en-US" sz="1250" b="0" i="1" dirty="0" err="1">
                    <a:solidFill>
                      <a:schemeClr val="accent2">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rPr>
                  <a:t>coeff</a:t>
                </a:r>
                <a:r>
                  <a:rPr lang="en-US" sz="1250" b="0" i="1" dirty="0">
                    <a:solidFill>
                      <a:schemeClr val="accent2">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rPr>
                  <a:t>.</a:t>
                </a:r>
              </a:p>
              <a:p>
                <a14:m>
                  <m:oMath xmlns:m="http://schemas.openxmlformats.org/officeDocument/2006/math">
                    <m:sSub>
                      <m:sSubPr>
                        <m:ctrlPr>
                          <a:rPr lang="en-US" sz="1250" b="0" i="1" smtClean="0">
                            <a:solidFill>
                              <a:schemeClr val="accent2">
                                <a:lumMod val="20000"/>
                                <a:lumOff val="80000"/>
                              </a:schemeClr>
                            </a:solidFill>
                            <a:latin typeface="Cambria Math" panose="02040503050406030204" pitchFamily="18" charset="0"/>
                          </a:rPr>
                        </m:ctrlPr>
                      </m:sSubPr>
                      <m:e>
                        <m:r>
                          <a:rPr lang="en-US" sz="1250" b="0" i="1" smtClean="0">
                            <a:solidFill>
                              <a:schemeClr val="accent2">
                                <a:lumMod val="20000"/>
                                <a:lumOff val="80000"/>
                              </a:schemeClr>
                            </a:solidFill>
                            <a:latin typeface="Cambria Math" panose="02040503050406030204" pitchFamily="18" charset="0"/>
                          </a:rPr>
                          <m:t>𝜃</m:t>
                        </m:r>
                      </m:e>
                      <m:sub>
                        <m:r>
                          <a:rPr lang="en-US" sz="1250" b="0" i="1" smtClean="0">
                            <a:solidFill>
                              <a:schemeClr val="accent2">
                                <a:lumMod val="20000"/>
                                <a:lumOff val="80000"/>
                              </a:schemeClr>
                            </a:solidFill>
                            <a:latin typeface="Cambria Math" panose="02040503050406030204" pitchFamily="18" charset="0"/>
                          </a:rPr>
                          <m:t>2</m:t>
                        </m:r>
                      </m:sub>
                    </m:sSub>
                    <m:r>
                      <a:rPr lang="en-US" sz="1250" b="0" i="1" smtClean="0">
                        <a:solidFill>
                          <a:schemeClr val="accent2">
                            <a:lumMod val="20000"/>
                            <a:lumOff val="80000"/>
                          </a:schemeClr>
                        </a:solidFill>
                        <a:latin typeface="Cambria Math" panose="02040503050406030204" pitchFamily="18" charset="0"/>
                      </a:rPr>
                      <m:t>−</m:t>
                    </m:r>
                  </m:oMath>
                </a14:m>
                <a:r>
                  <a:rPr lang="en-US" sz="1250" b="0" i="1" dirty="0">
                    <a:solidFill>
                      <a:schemeClr val="accent2">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rPr>
                  <a:t> Wilting point</a:t>
                </a:r>
              </a:p>
              <a:p>
                <a14:m>
                  <m:oMath xmlns:m="http://schemas.openxmlformats.org/officeDocument/2006/math">
                    <m:sSub>
                      <m:sSubPr>
                        <m:ctrlPr>
                          <a:rPr lang="en-US" sz="1250" i="1">
                            <a:solidFill>
                              <a:schemeClr val="accent2">
                                <a:lumMod val="20000"/>
                                <a:lumOff val="80000"/>
                              </a:schemeClr>
                            </a:solidFill>
                            <a:latin typeface="Cambria Math" panose="02040503050406030204" pitchFamily="18" charset="0"/>
                          </a:rPr>
                        </m:ctrlPr>
                      </m:sSubPr>
                      <m:e>
                        <m:r>
                          <a:rPr lang="en-US" sz="1250" i="1">
                            <a:solidFill>
                              <a:schemeClr val="accent2">
                                <a:lumMod val="20000"/>
                                <a:lumOff val="80000"/>
                              </a:schemeClr>
                            </a:solidFill>
                            <a:latin typeface="Cambria Math" panose="02040503050406030204" pitchFamily="18" charset="0"/>
                          </a:rPr>
                          <m:t>𝜃</m:t>
                        </m:r>
                      </m:e>
                      <m:sub>
                        <m:r>
                          <a:rPr lang="en-US" sz="1250" i="1">
                            <a:solidFill>
                              <a:schemeClr val="accent2">
                                <a:lumMod val="20000"/>
                                <a:lumOff val="80000"/>
                              </a:schemeClr>
                            </a:solidFill>
                            <a:latin typeface="Cambria Math" panose="02040503050406030204" pitchFamily="18" charset="0"/>
                          </a:rPr>
                          <m:t>𝑠𝑎𝑡</m:t>
                        </m:r>
                      </m:sub>
                    </m:sSub>
                    <m:r>
                      <a:rPr lang="en-US" sz="1250" i="1">
                        <a:solidFill>
                          <a:schemeClr val="accent2">
                            <a:lumMod val="20000"/>
                            <a:lumOff val="80000"/>
                          </a:schemeClr>
                        </a:solidFill>
                        <a:latin typeface="Cambria Math" panose="02040503050406030204" pitchFamily="18" charset="0"/>
                      </a:rPr>
                      <m:t>−</m:t>
                    </m:r>
                  </m:oMath>
                </a14:m>
                <a:r>
                  <a:rPr lang="en-US" sz="1250" i="1" dirty="0">
                    <a:solidFill>
                      <a:schemeClr val="accent2">
                        <a:lumMod val="20000"/>
                        <a:lumOff val="80000"/>
                      </a:schemeClr>
                    </a:solidFill>
                    <a:latin typeface="Times New Roman" panose="02020603050405020304" pitchFamily="18" charset="0"/>
                    <a:cs typeface="Times New Roman" panose="02020603050405020304" pitchFamily="18" charset="0"/>
                  </a:rPr>
                  <a:t> saturation</a:t>
                </a:r>
              </a:p>
              <a:p>
                <a:endParaRPr lang="en-US" sz="1250" i="1" dirty="0">
                  <a:solidFill>
                    <a:schemeClr val="accent2">
                      <a:lumMod val="20000"/>
                      <a:lumOff val="80000"/>
                    </a:schemeClr>
                  </a:solidFill>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sz="1250" i="1">
                            <a:solidFill>
                              <a:schemeClr val="accent2">
                                <a:lumMod val="20000"/>
                                <a:lumOff val="80000"/>
                              </a:schemeClr>
                            </a:solidFill>
                            <a:latin typeface="Cambria Math" panose="02040503050406030204" pitchFamily="18" charset="0"/>
                          </a:rPr>
                        </m:ctrlPr>
                      </m:sSubPr>
                      <m:e>
                        <m:r>
                          <a:rPr lang="en-US" sz="1250" i="1">
                            <a:solidFill>
                              <a:schemeClr val="accent2">
                                <a:lumMod val="20000"/>
                                <a:lumOff val="80000"/>
                              </a:schemeClr>
                            </a:solidFill>
                            <a:latin typeface="Cambria Math" panose="02040503050406030204" pitchFamily="18" charset="0"/>
                          </a:rPr>
                          <m:t>𝜃</m:t>
                        </m:r>
                      </m:e>
                      <m:sub>
                        <m:r>
                          <a:rPr lang="en-US" sz="1250" i="1">
                            <a:solidFill>
                              <a:schemeClr val="accent2">
                                <a:lumMod val="20000"/>
                                <a:lumOff val="80000"/>
                              </a:schemeClr>
                            </a:solidFill>
                            <a:latin typeface="Cambria Math" panose="02040503050406030204" pitchFamily="18" charset="0"/>
                          </a:rPr>
                          <m:t>3</m:t>
                        </m:r>
                      </m:sub>
                    </m:sSub>
                    <m:r>
                      <a:rPr lang="en-US" sz="1250" i="1">
                        <a:solidFill>
                          <a:schemeClr val="accent2">
                            <a:lumMod val="20000"/>
                            <a:lumOff val="80000"/>
                          </a:schemeClr>
                        </a:solidFill>
                        <a:latin typeface="Cambria Math" panose="02040503050406030204" pitchFamily="18" charset="0"/>
                      </a:rPr>
                      <m:t>−</m:t>
                    </m:r>
                  </m:oMath>
                </a14:m>
                <a:r>
                  <a:rPr lang="en-US" sz="1250" i="1" dirty="0">
                    <a:solidFill>
                      <a:schemeClr val="accent2">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rPr>
                  <a:t> SCS curve-number threshold</a:t>
                </a:r>
              </a:p>
              <a:p>
                <a14:m>
                  <m:oMath xmlns:m="http://schemas.openxmlformats.org/officeDocument/2006/math">
                    <m:sSub>
                      <m:sSubPr>
                        <m:ctrlPr>
                          <a:rPr lang="en-US" sz="1250" i="1">
                            <a:solidFill>
                              <a:schemeClr val="accent2">
                                <a:lumMod val="20000"/>
                                <a:lumOff val="80000"/>
                              </a:schemeClr>
                            </a:solidFill>
                            <a:latin typeface="Cambria Math" panose="02040503050406030204" pitchFamily="18" charset="0"/>
                          </a:rPr>
                        </m:ctrlPr>
                      </m:sSubPr>
                      <m:e>
                        <m:r>
                          <a:rPr lang="en-US" sz="1250" i="1">
                            <a:solidFill>
                              <a:schemeClr val="accent2">
                                <a:lumMod val="20000"/>
                                <a:lumOff val="80000"/>
                              </a:schemeClr>
                            </a:solidFill>
                            <a:latin typeface="Cambria Math" panose="02040503050406030204" pitchFamily="18" charset="0"/>
                          </a:rPr>
                          <m:t>𝜃</m:t>
                        </m:r>
                      </m:e>
                      <m:sub>
                        <m:r>
                          <a:rPr lang="en-US" sz="1250" i="1">
                            <a:solidFill>
                              <a:schemeClr val="accent2">
                                <a:lumMod val="20000"/>
                                <a:lumOff val="80000"/>
                              </a:schemeClr>
                            </a:solidFill>
                            <a:latin typeface="Cambria Math" panose="02040503050406030204" pitchFamily="18" charset="0"/>
                          </a:rPr>
                          <m:t>4</m:t>
                        </m:r>
                      </m:sub>
                    </m:sSub>
                    <m:r>
                      <a:rPr lang="en-US" sz="1250" i="1">
                        <a:solidFill>
                          <a:schemeClr val="accent2">
                            <a:lumMod val="20000"/>
                            <a:lumOff val="80000"/>
                          </a:schemeClr>
                        </a:solidFill>
                        <a:latin typeface="Cambria Math" panose="02040503050406030204" pitchFamily="18" charset="0"/>
                      </a:rPr>
                      <m:t>−</m:t>
                    </m:r>
                  </m:oMath>
                </a14:m>
                <a:r>
                  <a:rPr lang="en-US" sz="1250" i="1" dirty="0">
                    <a:solidFill>
                      <a:schemeClr val="accent2">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rPr>
                  <a:t> Daily drainage </a:t>
                </a:r>
                <a:r>
                  <a:rPr lang="en-US" sz="1250" i="1" dirty="0" err="1">
                    <a:solidFill>
                      <a:schemeClr val="accent2">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rPr>
                  <a:t>coeff</a:t>
                </a:r>
                <a:r>
                  <a:rPr lang="en-US" sz="1250" i="1" dirty="0">
                    <a:solidFill>
                      <a:schemeClr val="accent2">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rPr>
                  <a:t>.</a:t>
                </a:r>
              </a:p>
              <a:p>
                <a:endParaRPr lang="en-US" sz="1250" i="1" dirty="0">
                  <a:solidFill>
                    <a:schemeClr val="accent2">
                      <a:lumMod val="20000"/>
                      <a:lumOff val="80000"/>
                    </a:schemeClr>
                  </a:solidFill>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sz="1250" i="1">
                            <a:solidFill>
                              <a:schemeClr val="accent2">
                                <a:lumMod val="20000"/>
                                <a:lumOff val="80000"/>
                              </a:schemeClr>
                            </a:solidFill>
                            <a:latin typeface="Cambria Math" panose="02040503050406030204" pitchFamily="18" charset="0"/>
                          </a:rPr>
                        </m:ctrlPr>
                      </m:sSubPr>
                      <m:e>
                        <m:r>
                          <a:rPr lang="en-US" sz="1250" i="1">
                            <a:solidFill>
                              <a:schemeClr val="accent2">
                                <a:lumMod val="20000"/>
                                <a:lumOff val="80000"/>
                              </a:schemeClr>
                            </a:solidFill>
                            <a:latin typeface="Cambria Math" panose="02040503050406030204" pitchFamily="18" charset="0"/>
                          </a:rPr>
                          <m:t>𝜃</m:t>
                        </m:r>
                      </m:e>
                      <m:sub>
                        <m:r>
                          <a:rPr lang="en-US" sz="1250" i="1">
                            <a:solidFill>
                              <a:schemeClr val="accent2">
                                <a:lumMod val="20000"/>
                                <a:lumOff val="80000"/>
                              </a:schemeClr>
                            </a:solidFill>
                            <a:latin typeface="Cambria Math" panose="02040503050406030204" pitchFamily="18" charset="0"/>
                          </a:rPr>
                          <m:t>11</m:t>
                        </m:r>
                      </m:sub>
                    </m:sSub>
                    <m:r>
                      <a:rPr lang="en-US" sz="1250" i="1">
                        <a:solidFill>
                          <a:schemeClr val="accent2">
                            <a:lumMod val="20000"/>
                            <a:lumOff val="80000"/>
                          </a:schemeClr>
                        </a:solidFill>
                        <a:latin typeface="Cambria Math" panose="02040503050406030204" pitchFamily="18" charset="0"/>
                      </a:rPr>
                      <m:t>−</m:t>
                    </m:r>
                  </m:oMath>
                </a14:m>
                <a:r>
                  <a:rPr lang="en-US" sz="1250" i="1" dirty="0">
                    <a:solidFill>
                      <a:schemeClr val="accent2">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rPr>
                  <a:t> Heat stress maturation rate</a:t>
                </a:r>
              </a:p>
              <a:p>
                <a14:m>
                  <m:oMath xmlns:m="http://schemas.openxmlformats.org/officeDocument/2006/math">
                    <m:sSub>
                      <m:sSubPr>
                        <m:ctrlPr>
                          <a:rPr lang="en-US" sz="1250" i="1">
                            <a:solidFill>
                              <a:schemeClr val="accent2">
                                <a:lumMod val="20000"/>
                                <a:lumOff val="80000"/>
                              </a:schemeClr>
                            </a:solidFill>
                            <a:latin typeface="Cambria Math" panose="02040503050406030204" pitchFamily="18" charset="0"/>
                          </a:rPr>
                        </m:ctrlPr>
                      </m:sSubPr>
                      <m:e>
                        <m:r>
                          <a:rPr lang="en-US" sz="1250" i="1">
                            <a:solidFill>
                              <a:schemeClr val="accent2">
                                <a:lumMod val="20000"/>
                                <a:lumOff val="80000"/>
                              </a:schemeClr>
                            </a:solidFill>
                            <a:latin typeface="Cambria Math" panose="02040503050406030204" pitchFamily="18" charset="0"/>
                          </a:rPr>
                          <m:t>𝜃</m:t>
                        </m:r>
                      </m:e>
                      <m:sub>
                        <m:r>
                          <a:rPr lang="en-US" sz="1250" i="1">
                            <a:solidFill>
                              <a:schemeClr val="accent2">
                                <a:lumMod val="20000"/>
                                <a:lumOff val="80000"/>
                              </a:schemeClr>
                            </a:solidFill>
                            <a:latin typeface="Cambria Math" panose="02040503050406030204" pitchFamily="18" charset="0"/>
                          </a:rPr>
                          <m:t>12</m:t>
                        </m:r>
                      </m:sub>
                    </m:sSub>
                    <m:r>
                      <a:rPr lang="en-US" sz="1250" i="1">
                        <a:solidFill>
                          <a:schemeClr val="accent2">
                            <a:lumMod val="20000"/>
                            <a:lumOff val="80000"/>
                          </a:schemeClr>
                        </a:solidFill>
                        <a:latin typeface="Cambria Math" panose="02040503050406030204" pitchFamily="18" charset="0"/>
                      </a:rPr>
                      <m:t>−</m:t>
                    </m:r>
                  </m:oMath>
                </a14:m>
                <a:r>
                  <a:rPr lang="en-US" sz="1250" i="1" dirty="0">
                    <a:solidFill>
                      <a:schemeClr val="accent2">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rPr>
                  <a:t> Drought stress maturation rate</a:t>
                </a:r>
              </a:p>
              <a:p>
                <a14:m>
                  <m:oMath xmlns:m="http://schemas.openxmlformats.org/officeDocument/2006/math">
                    <m:sSub>
                      <m:sSubPr>
                        <m:ctrlPr>
                          <a:rPr lang="en-US" sz="1250" i="1">
                            <a:solidFill>
                              <a:schemeClr val="accent2">
                                <a:lumMod val="20000"/>
                                <a:lumOff val="80000"/>
                              </a:schemeClr>
                            </a:solidFill>
                            <a:latin typeface="Cambria Math" panose="02040503050406030204" pitchFamily="18" charset="0"/>
                          </a:rPr>
                        </m:ctrlPr>
                      </m:sSubPr>
                      <m:e>
                        <m:r>
                          <a:rPr lang="en-US" sz="1250" i="1">
                            <a:solidFill>
                              <a:schemeClr val="accent2">
                                <a:lumMod val="20000"/>
                                <a:lumOff val="80000"/>
                              </a:schemeClr>
                            </a:solidFill>
                            <a:latin typeface="Cambria Math" panose="02040503050406030204" pitchFamily="18" charset="0"/>
                          </a:rPr>
                          <m:t>𝜃</m:t>
                        </m:r>
                      </m:e>
                      <m:sub>
                        <m:r>
                          <a:rPr lang="en-US" sz="1250" i="1">
                            <a:solidFill>
                              <a:schemeClr val="accent2">
                                <a:lumMod val="20000"/>
                                <a:lumOff val="80000"/>
                              </a:schemeClr>
                            </a:solidFill>
                            <a:latin typeface="Cambria Math" panose="02040503050406030204" pitchFamily="18" charset="0"/>
                          </a:rPr>
                          <m:t>13</m:t>
                        </m:r>
                      </m:sub>
                    </m:sSub>
                    <m:r>
                      <a:rPr lang="en-US" sz="1250" i="1">
                        <a:solidFill>
                          <a:schemeClr val="accent2">
                            <a:lumMod val="20000"/>
                            <a:lumOff val="80000"/>
                          </a:schemeClr>
                        </a:solidFill>
                        <a:latin typeface="Cambria Math" panose="02040503050406030204" pitchFamily="18" charset="0"/>
                      </a:rPr>
                      <m:t>−</m:t>
                    </m:r>
                  </m:oMath>
                </a14:m>
                <a:r>
                  <a:rPr lang="en-US" sz="1250" dirty="0">
                    <a:solidFill>
                      <a:schemeClr val="accent2">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rPr>
                  <a:t> Radiation use efficiency</a:t>
                </a:r>
                <a:endParaRPr lang="en-US" sz="1250" i="1" dirty="0">
                  <a:solidFill>
                    <a:schemeClr val="accent2">
                      <a:lumMod val="20000"/>
                      <a:lumOff val="80000"/>
                    </a:schemeClr>
                  </a:solidFill>
                  <a:latin typeface="Times New Roman" panose="02020603050405020304" pitchFamily="18" charset="0"/>
                  <a:cs typeface="Times New Roman" panose="02020603050405020304" pitchFamily="18" charset="0"/>
                </a:endParaRPr>
              </a:p>
              <a:p>
                <a:endParaRPr lang="en-US" sz="1250" i="1" dirty="0">
                  <a:solidFill>
                    <a:schemeClr val="accent2">
                      <a:lumMod val="20000"/>
                      <a:lumOff val="80000"/>
                    </a:schemeClr>
                  </a:solidFill>
                  <a:latin typeface="Times New Roman" panose="02020603050405020304" pitchFamily="18" charset="0"/>
                  <a:cs typeface="Times New Roman" panose="02020603050405020304" pitchFamily="18" charset="0"/>
                </a:endParaRPr>
              </a:p>
              <a:p>
                <a14:m>
                  <m:oMath xmlns:m="http://schemas.openxmlformats.org/officeDocument/2006/math">
                    <m:r>
                      <a:rPr lang="en-US" sz="1250" i="1">
                        <a:solidFill>
                          <a:schemeClr val="accent2">
                            <a:lumMod val="20000"/>
                            <a:lumOff val="80000"/>
                          </a:schemeClr>
                        </a:solidFill>
                        <a:latin typeface="Cambria Math" panose="02040503050406030204" pitchFamily="18" charset="0"/>
                      </a:rPr>
                      <m:t>𝑃</m:t>
                    </m:r>
                    <m:d>
                      <m:dPr>
                        <m:ctrlPr>
                          <a:rPr lang="en-US" sz="1250" i="1">
                            <a:solidFill>
                              <a:schemeClr val="accent2">
                                <a:lumMod val="20000"/>
                                <a:lumOff val="80000"/>
                              </a:schemeClr>
                            </a:solidFill>
                            <a:latin typeface="Cambria Math" panose="02040503050406030204" pitchFamily="18" charset="0"/>
                          </a:rPr>
                        </m:ctrlPr>
                      </m:dPr>
                      <m:e>
                        <m:r>
                          <a:rPr lang="en-US" sz="1250" i="1">
                            <a:solidFill>
                              <a:schemeClr val="accent2">
                                <a:lumMod val="20000"/>
                                <a:lumOff val="80000"/>
                              </a:schemeClr>
                            </a:solidFill>
                            <a:latin typeface="Cambria Math" panose="02040503050406030204" pitchFamily="18" charset="0"/>
                          </a:rPr>
                          <m:t>𝑘</m:t>
                        </m:r>
                      </m:e>
                    </m:d>
                    <m:r>
                      <a:rPr lang="en-US" sz="1250" i="1">
                        <a:solidFill>
                          <a:schemeClr val="accent2">
                            <a:lumMod val="20000"/>
                            <a:lumOff val="80000"/>
                          </a:schemeClr>
                        </a:solidFill>
                        <a:latin typeface="Cambria Math" panose="02040503050406030204" pitchFamily="18" charset="0"/>
                      </a:rPr>
                      <m:t>−</m:t>
                    </m:r>
                  </m:oMath>
                </a14:m>
                <a:r>
                  <a:rPr lang="en-US" sz="1250" i="1" dirty="0">
                    <a:solidFill>
                      <a:schemeClr val="accent2">
                        <a:lumMod val="20000"/>
                        <a:lumOff val="80000"/>
                      </a:schemeClr>
                    </a:solidFill>
                    <a:latin typeface="Times New Roman" panose="02020603050405020304" pitchFamily="18" charset="0"/>
                    <a:cs typeface="Times New Roman" panose="02020603050405020304" pitchFamily="18" charset="0"/>
                  </a:rPr>
                  <a:t> percipitation</a:t>
                </a:r>
              </a:p>
              <a:p>
                <a14:m>
                  <m:oMath xmlns:m="http://schemas.openxmlformats.org/officeDocument/2006/math">
                    <m:sSup>
                      <m:sSupPr>
                        <m:ctrlPr>
                          <a:rPr lang="en-US" sz="1250" i="1">
                            <a:solidFill>
                              <a:schemeClr val="accent2">
                                <a:lumMod val="20000"/>
                                <a:lumOff val="80000"/>
                              </a:schemeClr>
                            </a:solidFill>
                            <a:latin typeface="Cambria Math" panose="02040503050406030204" pitchFamily="18" charset="0"/>
                          </a:rPr>
                        </m:ctrlPr>
                      </m:sSupPr>
                      <m:e>
                        <m:r>
                          <a:rPr lang="en-US" sz="1250" i="1">
                            <a:solidFill>
                              <a:schemeClr val="accent2">
                                <a:lumMod val="20000"/>
                                <a:lumOff val="80000"/>
                              </a:schemeClr>
                            </a:solidFill>
                            <a:latin typeface="Cambria Math" panose="02040503050406030204" pitchFamily="18" charset="0"/>
                          </a:rPr>
                          <m:t>𝑢</m:t>
                        </m:r>
                      </m:e>
                      <m:sup>
                        <m:r>
                          <a:rPr lang="en-US" sz="1250" i="1">
                            <a:solidFill>
                              <a:schemeClr val="accent2">
                                <a:lumMod val="20000"/>
                                <a:lumOff val="80000"/>
                              </a:schemeClr>
                            </a:solidFill>
                            <a:latin typeface="Cambria Math" panose="02040503050406030204" pitchFamily="18" charset="0"/>
                          </a:rPr>
                          <m:t>𝑛</m:t>
                        </m:r>
                      </m:sup>
                    </m:sSup>
                    <m:d>
                      <m:dPr>
                        <m:ctrlPr>
                          <a:rPr lang="en-US" sz="1250" i="1">
                            <a:solidFill>
                              <a:schemeClr val="accent2">
                                <a:lumMod val="20000"/>
                                <a:lumOff val="80000"/>
                              </a:schemeClr>
                            </a:solidFill>
                            <a:latin typeface="Cambria Math" panose="02040503050406030204" pitchFamily="18" charset="0"/>
                          </a:rPr>
                        </m:ctrlPr>
                      </m:dPr>
                      <m:e>
                        <m:r>
                          <a:rPr lang="en-US" sz="1250" i="1">
                            <a:solidFill>
                              <a:schemeClr val="accent2">
                                <a:lumMod val="20000"/>
                                <a:lumOff val="80000"/>
                              </a:schemeClr>
                            </a:solidFill>
                            <a:latin typeface="Cambria Math" panose="02040503050406030204" pitchFamily="18" charset="0"/>
                          </a:rPr>
                          <m:t>𝑘</m:t>
                        </m:r>
                      </m:e>
                    </m:d>
                    <m:r>
                      <a:rPr lang="en-US" sz="1250" i="1">
                        <a:solidFill>
                          <a:schemeClr val="accent2">
                            <a:lumMod val="20000"/>
                            <a:lumOff val="80000"/>
                          </a:schemeClr>
                        </a:solidFill>
                        <a:latin typeface="Cambria Math" panose="02040503050406030204" pitchFamily="18" charset="0"/>
                      </a:rPr>
                      <m:t>−</m:t>
                    </m:r>
                  </m:oMath>
                </a14:m>
                <a:r>
                  <a:rPr lang="en-US" sz="1250" i="1" dirty="0">
                    <a:solidFill>
                      <a:schemeClr val="accent2">
                        <a:lumMod val="20000"/>
                        <a:lumOff val="80000"/>
                      </a:schemeClr>
                    </a:solidFill>
                    <a:latin typeface="Times New Roman" panose="02020603050405020304" pitchFamily="18" charset="0"/>
                    <a:cs typeface="Times New Roman" panose="02020603050405020304" pitchFamily="18" charset="0"/>
                  </a:rPr>
                  <a:t> irrigation</a:t>
                </a:r>
              </a:p>
              <a:p>
                <a14:m>
                  <m:oMath xmlns:m="http://schemas.openxmlformats.org/officeDocument/2006/math">
                    <m:sSubSup>
                      <m:sSubSupPr>
                        <m:ctrlPr>
                          <a:rPr lang="en-US" sz="1250" i="1">
                            <a:solidFill>
                              <a:schemeClr val="accent2">
                                <a:lumMod val="20000"/>
                                <a:lumOff val="80000"/>
                              </a:schemeClr>
                            </a:solidFill>
                            <a:latin typeface="Cambria Math" panose="02040503050406030204" pitchFamily="18" charset="0"/>
                          </a:rPr>
                        </m:ctrlPr>
                      </m:sSubSupPr>
                      <m:e>
                        <m:r>
                          <a:rPr lang="en-US" sz="1250" i="1">
                            <a:solidFill>
                              <a:schemeClr val="accent2">
                                <a:lumMod val="20000"/>
                                <a:lumOff val="80000"/>
                              </a:schemeClr>
                            </a:solidFill>
                            <a:latin typeface="Cambria Math" panose="02040503050406030204" pitchFamily="18" charset="0"/>
                          </a:rPr>
                          <m:t>𝑁</m:t>
                        </m:r>
                      </m:e>
                      <m:sub>
                        <m:r>
                          <a:rPr lang="en-US" sz="1250" i="1">
                            <a:solidFill>
                              <a:schemeClr val="accent2">
                                <a:lumMod val="20000"/>
                                <a:lumOff val="80000"/>
                              </a:schemeClr>
                            </a:solidFill>
                            <a:latin typeface="Cambria Math" panose="02040503050406030204" pitchFamily="18" charset="0"/>
                          </a:rPr>
                          <m:t>𝑟</m:t>
                        </m:r>
                      </m:sub>
                      <m:sup>
                        <m:r>
                          <a:rPr lang="en-US" sz="1250" i="1">
                            <a:solidFill>
                              <a:schemeClr val="accent2">
                                <a:lumMod val="20000"/>
                                <a:lumOff val="80000"/>
                              </a:schemeClr>
                            </a:solidFill>
                            <a:latin typeface="Cambria Math" panose="02040503050406030204" pitchFamily="18" charset="0"/>
                          </a:rPr>
                          <m:t>𝑚</m:t>
                        </m:r>
                      </m:sup>
                    </m:sSubSup>
                    <m:r>
                      <a:rPr lang="en-US" sz="1250" i="1">
                        <a:solidFill>
                          <a:schemeClr val="accent2">
                            <a:lumMod val="20000"/>
                            <a:lumOff val="80000"/>
                          </a:schemeClr>
                        </a:solidFill>
                        <a:latin typeface="Cambria Math" panose="02040503050406030204" pitchFamily="18" charset="0"/>
                      </a:rPr>
                      <m:t>−</m:t>
                    </m:r>
                  </m:oMath>
                </a14:m>
                <a:r>
                  <a:rPr lang="en-US" sz="1250" i="1" dirty="0">
                    <a:solidFill>
                      <a:schemeClr val="accent2">
                        <a:lumMod val="20000"/>
                        <a:lumOff val="80000"/>
                      </a:schemeClr>
                    </a:solidFill>
                    <a:latin typeface="Times New Roman" panose="02020603050405020304" pitchFamily="18" charset="0"/>
                    <a:cs typeface="Times New Roman" panose="02020603050405020304" pitchFamily="18" charset="0"/>
                  </a:rPr>
                  <a:t> number of lower elevation neighbors</a:t>
                </a:r>
              </a:p>
            </p:txBody>
          </p:sp>
        </mc:Choice>
        <mc:Fallback xmlns="">
          <p:sp>
            <p:nvSpPr>
              <p:cNvPr id="3" name="Rectangle: Rounded Corners 2">
                <a:extLst>
                  <a:ext uri="{FF2B5EF4-FFF2-40B4-BE49-F238E27FC236}">
                    <a16:creationId xmlns:a16="http://schemas.microsoft.com/office/drawing/2014/main" id="{0F72F529-4734-8F5B-8679-AACA0E225D37}"/>
                  </a:ext>
                </a:extLst>
              </p:cNvPr>
              <p:cNvSpPr>
                <a:spLocks noRot="1" noChangeAspect="1" noMove="1" noResize="1" noEditPoints="1" noAdjustHandles="1" noChangeArrowheads="1" noChangeShapeType="1" noTextEdit="1"/>
              </p:cNvSpPr>
              <p:nvPr/>
            </p:nvSpPr>
            <p:spPr>
              <a:xfrm>
                <a:off x="5806577" y="1054654"/>
                <a:ext cx="2663325" cy="3799096"/>
              </a:xfrm>
              <a:prstGeom prst="roundRect">
                <a:avLst>
                  <a:gd name="adj" fmla="val 15519"/>
                </a:avLst>
              </a:prstGeom>
              <a:blipFill>
                <a:blip r:embed="rId3"/>
                <a:stretch>
                  <a:fillRect/>
                </a:stretch>
              </a:blipFill>
              <a:ln>
                <a:solidFill>
                  <a:schemeClr val="bg1">
                    <a:lumMod val="20000"/>
                    <a:lumOff val="8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130F8D4-7CDC-638E-EF35-E1ACD05F6D6A}"/>
                  </a:ext>
                </a:extLst>
              </p:cNvPr>
              <p:cNvSpPr txBox="1"/>
              <p:nvPr/>
            </p:nvSpPr>
            <p:spPr>
              <a:xfrm>
                <a:off x="414336" y="1195633"/>
                <a:ext cx="5668464" cy="3658117"/>
              </a:xfrm>
              <a:prstGeom prst="rect">
                <a:avLst/>
              </a:prstGeom>
              <a:noFill/>
              <a:ln>
                <a:noFill/>
              </a:ln>
            </p:spPr>
            <p:txBody>
              <a:bodyPr wrap="square">
                <a:spAutoFit/>
              </a:bodyPr>
              <a:lstStyle/>
              <a:p>
                <a:r>
                  <a:rPr lang="en-US" dirty="0">
                    <a:solidFill>
                      <a:schemeClr val="accent2">
                        <a:lumMod val="20000"/>
                        <a:lumOff val="80000"/>
                      </a:schemeClr>
                    </a:solidFill>
                    <a:latin typeface="Cambria Math" panose="02040503050406030204" pitchFamily="18" charset="0"/>
                    <a:ea typeface="Cambria Math" panose="02040503050406030204" pitchFamily="18" charset="0"/>
                    <a:cs typeface="Tahoma" panose="020B0604030504040204" pitchFamily="34" charset="0"/>
                  </a:rPr>
                  <a:t>Infiltration:</a:t>
                </a:r>
              </a:p>
              <a:p>
                <a:pPr/>
                <a14:m>
                  <m:oMathPara xmlns:m="http://schemas.openxmlformats.org/officeDocument/2006/math">
                    <m:oMathParaPr>
                      <m:jc m:val="centerGroup"/>
                    </m:oMathParaPr>
                    <m:oMath xmlns:m="http://schemas.openxmlformats.org/officeDocument/2006/math">
                      <m:sSup>
                        <m:s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𝐼</m:t>
                          </m:r>
                        </m:e>
                        <m:sup>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sup>
                      </m:s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func>
                        <m:func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funcPr>
                        <m:fName>
                          <m:r>
                            <m:rPr>
                              <m:sty m:val="p"/>
                            </m:rPr>
                            <a:rPr lang="en-US">
                              <a:solidFill>
                                <a:schemeClr val="accent2">
                                  <a:lumMod val="20000"/>
                                  <a:lumOff val="80000"/>
                                </a:schemeClr>
                              </a:solidFill>
                              <a:latin typeface="Cambria Math" panose="02040503050406030204" pitchFamily="18" charset="0"/>
                              <a:ea typeface="Cambria Math" panose="02040503050406030204" pitchFamily="18" charset="0"/>
                            </a:rPr>
                            <m:t>min</m:t>
                          </m:r>
                        </m:fName>
                        <m:e>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𝑊</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𝑠𝑢𝑟𝑓</m:t>
                                  </m:r>
                                </m:sub>
                                <m:sup>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𝜑</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2</m:t>
                                  </m:r>
                                </m:sub>
                                <m:sup>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𝑠𝑎𝑡</m:t>
                                  </m:r>
                                </m:sub>
                              </m:sSub>
                              <m:sSub>
                                <m:sSub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5</m:t>
                                  </m:r>
                                </m:sub>
                              </m:sSub>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1</m:t>
                                  </m:r>
                                </m:sub>
                                <m:sup>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𝜑</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1</m:t>
                                  </m:r>
                                </m:sub>
                                <m:sup>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e>
                          </m:d>
                        </m:e>
                      </m:func>
                    </m:oMath>
                  </m:oMathPara>
                </a14:m>
                <a:endParaRPr lang="en-US" dirty="0">
                  <a:solidFill>
                    <a:schemeClr val="accent2">
                      <a:lumMod val="20000"/>
                      <a:lumOff val="80000"/>
                    </a:schemeClr>
                  </a:solidFill>
                  <a:latin typeface="Cambria Math" panose="02040503050406030204" pitchFamily="18" charset="0"/>
                  <a:ea typeface="Cambria Math" panose="02040503050406030204" pitchFamily="18" charset="0"/>
                  <a:cs typeface="Tahoma" panose="020B0604030504040204" pitchFamily="34" charset="0"/>
                </a:endParaRPr>
              </a:p>
              <a:p>
                <a:r>
                  <a:rPr lang="en-US" dirty="0">
                    <a:solidFill>
                      <a:schemeClr val="accent2">
                        <a:lumMod val="20000"/>
                        <a:lumOff val="80000"/>
                      </a:schemeClr>
                    </a:solidFill>
                    <a:latin typeface="Cambria Math" panose="02040503050406030204" pitchFamily="18" charset="0"/>
                    <a:ea typeface="Cambria Math" panose="02040503050406030204" pitchFamily="18" charset="0"/>
                    <a:cs typeface="Tahoma" panose="020B0604030504040204" pitchFamily="34" charset="0"/>
                  </a:rPr>
                  <a:t>Total surface water available: </a:t>
                </a:r>
              </a:p>
              <a:p>
                <a:pPr/>
                <a14:m>
                  <m:oMathPara xmlns:m="http://schemas.openxmlformats.org/officeDocument/2006/math">
                    <m:oMathParaPr>
                      <m:jc m:val="centerGroup"/>
                    </m:oMathParaPr>
                    <m:oMath xmlns:m="http://schemas.openxmlformats.org/officeDocument/2006/math">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𝑊</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𝑠𝑢𝑟𝑓</m:t>
                          </m:r>
                        </m:sub>
                        <m:sup>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5</m:t>
                          </m:r>
                        </m:sub>
                        <m:sup>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r>
                        <a:rPr lang="en-US" i="1">
                          <a:solidFill>
                            <a:schemeClr val="accent2">
                              <a:lumMod val="20000"/>
                              <a:lumOff val="80000"/>
                            </a:schemeClr>
                          </a:solidFill>
                          <a:latin typeface="Cambria Math" panose="02040503050406030204" pitchFamily="18" charset="0"/>
                          <a:ea typeface="Cambria Math" panose="02040503050406030204" pitchFamily="18" charset="0"/>
                        </a:rPr>
                        <m:t>𝑃</m:t>
                      </m:r>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p>
                        <m:s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𝑢</m:t>
                          </m:r>
                        </m:e>
                        <m:sup>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sup>
                      </m:s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i="1">
                          <a:solidFill>
                            <a:schemeClr val="accent2">
                              <a:lumMod val="20000"/>
                              <a:lumOff val="80000"/>
                            </a:schemeClr>
                          </a:solidFill>
                          <a:latin typeface="Cambria Math" panose="02040503050406030204" pitchFamily="18" charset="0"/>
                          <a:ea typeface="Cambria Math" panose="02040503050406030204" pitchFamily="18" charset="0"/>
                        </a:rPr>
                        <m:t>+</m:t>
                      </m:r>
                      <m:nary>
                        <m:naryPr>
                          <m:chr m:val="∑"/>
                          <m:supHide m:val="on"/>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naryPr>
                        <m:sub>
                          <m:r>
                            <m:rPr>
                              <m:brk m:alnAt="7"/>
                            </m:rPr>
                            <a:rPr lang="en-US" i="1">
                              <a:solidFill>
                                <a:schemeClr val="accent2">
                                  <a:lumMod val="20000"/>
                                  <a:lumOff val="80000"/>
                                </a:schemeClr>
                              </a:solidFill>
                              <a:latin typeface="Cambria Math" panose="02040503050406030204" pitchFamily="18" charset="0"/>
                              <a:ea typeface="Cambria Math" panose="02040503050406030204" pitchFamily="18" charset="0"/>
                            </a:rPr>
                            <m:t>𝑚</m:t>
                          </m:r>
                          <m:r>
                            <a:rPr lang="en-US" i="1">
                              <a:solidFill>
                                <a:schemeClr val="accent2">
                                  <a:lumMod val="20000"/>
                                  <a:lumOff val="80000"/>
                                </a:schemeClr>
                              </a:solidFill>
                              <a:latin typeface="Cambria Math" panose="02040503050406030204" pitchFamily="18" charset="0"/>
                              <a:ea typeface="Cambria Math" panose="02040503050406030204" pitchFamily="18" charset="0"/>
                            </a:rPr>
                            <m:t>∈</m:t>
                          </m:r>
                          <m:r>
                            <a:rPr lang="en-US" i="1">
                              <a:solidFill>
                                <a:schemeClr val="accent2">
                                  <a:lumMod val="20000"/>
                                  <a:lumOff val="80000"/>
                                </a:schemeClr>
                              </a:solidFill>
                              <a:latin typeface="Cambria Math" panose="02040503050406030204" pitchFamily="18" charset="0"/>
                              <a:ea typeface="Cambria Math" panose="02040503050406030204" pitchFamily="18" charset="0"/>
                            </a:rPr>
                            <m:t>𝑈</m:t>
                          </m:r>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𝑚</m:t>
                              </m:r>
                            </m:e>
                          </m:d>
                        </m:sub>
                        <m:sup/>
                        <m:e>
                          <m:f>
                            <m:f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fPr>
                            <m:num>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𝜑</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2</m:t>
                                  </m:r>
                                </m:sub>
                                <m:sup>
                                  <m:r>
                                    <a:rPr lang="en-US" i="1">
                                      <a:solidFill>
                                        <a:schemeClr val="accent2">
                                          <a:lumMod val="20000"/>
                                          <a:lumOff val="80000"/>
                                        </a:schemeClr>
                                      </a:solidFill>
                                      <a:latin typeface="Cambria Math" panose="02040503050406030204" pitchFamily="18" charset="0"/>
                                      <a:ea typeface="Cambria Math" panose="02040503050406030204" pitchFamily="18" charset="0"/>
                                    </a:rPr>
                                    <m:t>𝑚</m:t>
                                  </m:r>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num>
                            <m:den>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𝑁</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𝑟</m:t>
                                  </m:r>
                                </m:sub>
                                <m:sup>
                                  <m:r>
                                    <a:rPr lang="en-US" i="1">
                                      <a:solidFill>
                                        <a:schemeClr val="accent2">
                                          <a:lumMod val="20000"/>
                                          <a:lumOff val="80000"/>
                                        </a:schemeClr>
                                      </a:solidFill>
                                      <a:latin typeface="Cambria Math" panose="02040503050406030204" pitchFamily="18" charset="0"/>
                                      <a:ea typeface="Cambria Math" panose="02040503050406030204" pitchFamily="18" charset="0"/>
                                    </a:rPr>
                                    <m:t>𝑚</m:t>
                                  </m:r>
                                </m:sup>
                              </m:sSubSup>
                            </m:den>
                          </m:f>
                        </m:e>
                      </m:nary>
                    </m:oMath>
                  </m:oMathPara>
                </a14:m>
                <a:endParaRPr lang="en-US" dirty="0">
                  <a:solidFill>
                    <a:schemeClr val="accent2">
                      <a:lumMod val="20000"/>
                      <a:lumOff val="80000"/>
                    </a:schemeClr>
                  </a:solidFill>
                  <a:latin typeface="Cambria Math" panose="02040503050406030204" pitchFamily="18" charset="0"/>
                  <a:ea typeface="Cambria Math" panose="02040503050406030204" pitchFamily="18" charset="0"/>
                </a:endParaRPr>
              </a:p>
              <a:p>
                <a:r>
                  <a:rPr lang="en-US" dirty="0">
                    <a:solidFill>
                      <a:schemeClr val="accent2">
                        <a:lumMod val="20000"/>
                        <a:lumOff val="80000"/>
                      </a:schemeClr>
                    </a:solidFill>
                    <a:latin typeface="Cambria Math" panose="02040503050406030204" pitchFamily="18" charset="0"/>
                    <a:ea typeface="Cambria Math" panose="02040503050406030204" pitchFamily="18" charset="0"/>
                    <a:cs typeface="Tahoma" panose="020B0604030504040204" pitchFamily="34" charset="0"/>
                  </a:rPr>
                  <a:t>Crop transpiration:</a:t>
                </a:r>
              </a:p>
              <a:p>
                <a:pPr/>
                <a14:m>
                  <m:oMathPara xmlns:m="http://schemas.openxmlformats.org/officeDocument/2006/math">
                    <m:oMathParaPr>
                      <m:jc m:val="centerGroup"/>
                    </m:oMathParaPr>
                    <m:oMath xmlns:m="http://schemas.openxmlformats.org/officeDocument/2006/math">
                      <m:sSubSup>
                        <m:sSubSupPr>
                          <m:ctrlPr>
                            <a:rPr lang="en-US" i="1" smtClean="0">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𝜑</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1</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m:t>
                      </m:r>
                      <m:func>
                        <m:func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funcPr>
                        <m:fName>
                          <m:r>
                            <m:rPr>
                              <m:sty m:val="p"/>
                            </m:rP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min</m:t>
                          </m:r>
                        </m:fName>
                        <m:e>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func>
                                <m:func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funcPr>
                                <m:fName>
                                  <m:r>
                                    <m:rPr>
                                      <m:sty m:val="p"/>
                                    </m:rP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max</m:t>
                                  </m:r>
                                </m:fName>
                                <m:e>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1</m:t>
                                          </m:r>
                                        </m:sub>
                                      </m:sSub>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sSubSup>
                                            <m:sSubSup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1</m:t>
                                              </m:r>
                                            </m:sub>
                                            <m:sup>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2</m:t>
                                              </m:r>
                                            </m:sub>
                                          </m:sSub>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5</m:t>
                                              </m:r>
                                            </m:sub>
                                          </m:sSub>
                                        </m:e>
                                      </m:d>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,0</m:t>
                                      </m:r>
                                    </m:e>
                                  </m:d>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m:t>
                                  </m:r>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𝐸</m:t>
                                  </m:r>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𝑇</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𝑐</m:t>
                                      </m:r>
                                    </m:sub>
                                  </m:sSub>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𝑘</m:t>
                                      </m:r>
                                    </m:e>
                                  </m:d>
                                </m:e>
                              </m:func>
                            </m:e>
                          </m:d>
                        </m:e>
                      </m:func>
                      <m:r>
                        <a:rPr lang="en-US" i="1">
                          <a:solidFill>
                            <a:schemeClr val="accent2">
                              <a:lumMod val="20000"/>
                              <a:lumOff val="80000"/>
                            </a:schemeClr>
                          </a:solidFill>
                          <a:latin typeface="Cambria Math" panose="02040503050406030204" pitchFamily="18" charset="0"/>
                          <a:ea typeface="Cambria Math" panose="02040503050406030204" pitchFamily="18" charset="0"/>
                        </a:rPr>
                        <m:t> </m:t>
                      </m:r>
                    </m:oMath>
                  </m:oMathPara>
                </a14:m>
                <a:endParaRPr lang="en-US" dirty="0">
                  <a:solidFill>
                    <a:schemeClr val="accent2">
                      <a:lumMod val="20000"/>
                      <a:lumOff val="80000"/>
                    </a:schemeClr>
                  </a:solidFill>
                  <a:latin typeface="Cambria Math" panose="02040503050406030204" pitchFamily="18" charset="0"/>
                  <a:ea typeface="Cambria Math" panose="02040503050406030204" pitchFamily="18" charset="0"/>
                </a:endParaRPr>
              </a:p>
              <a:p>
                <a:r>
                  <a:rPr lang="en-US" dirty="0">
                    <a:solidFill>
                      <a:schemeClr val="accent2">
                        <a:lumMod val="20000"/>
                        <a:lumOff val="80000"/>
                      </a:schemeClr>
                    </a:solidFill>
                    <a:latin typeface="Cambria Math" panose="02040503050406030204" pitchFamily="18" charset="0"/>
                    <a:ea typeface="Cambria Math" panose="02040503050406030204" pitchFamily="18" charset="0"/>
                    <a:cs typeface="Tahoma" panose="020B0604030504040204" pitchFamily="34" charset="0"/>
                  </a:rPr>
                  <a:t>Surface runoff:</a:t>
                </a:r>
              </a:p>
              <a:p>
                <a:pPr/>
                <a14:m>
                  <m:oMathPara xmlns:m="http://schemas.openxmlformats.org/officeDocument/2006/math">
                    <m:oMathParaPr>
                      <m:jc m:val="centerGroup"/>
                    </m:oMathParaPr>
                    <m:oMath xmlns:m="http://schemas.openxmlformats.org/officeDocument/2006/math">
                      <m:sSubSup>
                        <m:sSubSupPr>
                          <m:ctrlPr>
                            <a:rPr lang="en-US" i="1" smtClean="0">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𝜑</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2</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m:t>
                      </m:r>
                      <m:d>
                        <m:dPr>
                          <m:begChr m:val="{"/>
                          <m:endChr m:val=""/>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eqArr>
                            <m:eqArr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eqArrPr>
                            <m:e>
                              <m:f>
                                <m:f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fPr>
                                <m:num>
                                  <m:sSup>
                                    <m:sSup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pPr>
                                    <m:e>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sSubSup>
                                            <m:sSubSup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𝑊</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𝑠𝑢𝑟𝑓</m:t>
                                              </m:r>
                                            </m:sub>
                                            <m:sup>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3</m:t>
                                              </m:r>
                                            </m:sub>
                                          </m:sSub>
                                        </m:e>
                                      </m:d>
                                    </m:e>
                                    <m:sup>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2</m:t>
                                      </m:r>
                                    </m:sup>
                                  </m:sSup>
                                </m:num>
                                <m:den>
                                  <m:sSubSup>
                                    <m:sSubSup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𝑊</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𝑠𝑢𝑟𝑓</m:t>
                                      </m:r>
                                    </m:sub>
                                    <m:sup>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+4</m:t>
                                  </m:r>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3</m:t>
                                      </m:r>
                                    </m:sub>
                                  </m:sSub>
                                </m:den>
                              </m:f>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m:t>
                              </m:r>
                            </m:e>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0,</m:t>
                              </m:r>
                            </m:e>
                          </m:eqArr>
                        </m:e>
                      </m:d>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 </m:t>
                      </m:r>
                      <m:m>
                        <m:mPr>
                          <m:mcs>
                            <m:mc>
                              <m:mcPr>
                                <m:count m:val="1"/>
                                <m:mcJc m:val="center"/>
                              </m:mcPr>
                            </m:mc>
                          </m:mcs>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mPr>
                        <m:mr>
                          <m:e>
                            <m:r>
                              <m:rPr>
                                <m:brk m:alnAt="7"/>
                              </m:r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𝑖</m:t>
                            </m:r>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𝑓</m:t>
                            </m:r>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 </m:t>
                            </m:r>
                            <m:sSubSup>
                              <m:sSubSup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SupPr>
                              <m:e>
                                <m:r>
                                  <m:rPr>
                                    <m:brk m:alnAt="7"/>
                                  </m:r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𝑁</m:t>
                                </m:r>
                              </m:e>
                              <m:sub>
                                <m:r>
                                  <m:rPr>
                                    <m:brk m:alnAt="7"/>
                                  </m:r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𝑟</m:t>
                                </m:r>
                              </m:sub>
                              <m:sup>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r>
                              <m:rPr>
                                <m:brk m:alnAt="7"/>
                              </m:r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&gt;</m:t>
                            </m:r>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0 </m:t>
                            </m:r>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𝑎𝑛𝑑</m:t>
                            </m:r>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 </m:t>
                            </m:r>
                            <m:sSubSup>
                              <m:sSubSup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SupPr>
                              <m:e>
                                <m:r>
                                  <m:rPr>
                                    <m:brk m:alnAt="7"/>
                                  </m:r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𝑊</m:t>
                                </m:r>
                              </m:e>
                              <m:sub>
                                <m:r>
                                  <m:rPr>
                                    <m:brk m:alnAt="7"/>
                                  </m:r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𝑠</m:t>
                                </m:r>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𝑢𝑟𝑓</m:t>
                                </m:r>
                              </m:sub>
                              <m:sup>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𝑘</m:t>
                                </m:r>
                              </m:e>
                            </m:d>
                            <m:r>
                              <m:rPr>
                                <m:brk m:alnAt="7"/>
                              </m:r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&gt;</m:t>
                            </m:r>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3</m:t>
                                </m:r>
                              </m:sub>
                            </m:sSub>
                          </m:e>
                        </m:mr>
                        <m:m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𝑜𝑡h𝑒𝑟𝑤𝑖𝑠𝑒</m:t>
                            </m:r>
                          </m:e>
                        </m:mr>
                      </m:m>
                    </m:oMath>
                  </m:oMathPara>
                </a14:m>
                <a:endParaRPr lang="en-US" b="0" dirty="0">
                  <a:solidFill>
                    <a:schemeClr val="accent2">
                      <a:lumMod val="20000"/>
                      <a:lumOff val="80000"/>
                    </a:schemeClr>
                  </a:solidFill>
                  <a:latin typeface="Cambria Math" panose="02040503050406030204" pitchFamily="18" charset="0"/>
                  <a:ea typeface="Cambria Math" panose="02040503050406030204" pitchFamily="18" charset="0"/>
                </a:endParaRPr>
              </a:p>
              <a:p>
                <a:r>
                  <a:rPr lang="en-US" dirty="0">
                    <a:solidFill>
                      <a:schemeClr val="accent2">
                        <a:lumMod val="20000"/>
                        <a:lumOff val="80000"/>
                      </a:schemeClr>
                    </a:solidFill>
                    <a:latin typeface="Cambria Math" panose="02040503050406030204" pitchFamily="18" charset="0"/>
                    <a:ea typeface="Cambria Math" panose="02040503050406030204" pitchFamily="18" charset="0"/>
                    <a:cs typeface="Tahoma" panose="020B0604030504040204" pitchFamily="34" charset="0"/>
                  </a:rPr>
                  <a:t>Deep vertical percolation:</a:t>
                </a:r>
              </a:p>
              <a:p>
                <a:pPr/>
                <a14:m>
                  <m:oMathPara xmlns:m="http://schemas.openxmlformats.org/officeDocument/2006/math">
                    <m:oMathParaPr>
                      <m:jc m:val="centerGroup"/>
                    </m:oMathParaPr>
                    <m:oMath xmlns:m="http://schemas.openxmlformats.org/officeDocument/2006/math">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a:solidFill>
                                <a:schemeClr val="accent2">
                                  <a:lumMod val="20000"/>
                                  <a:lumOff val="80000"/>
                                </a:schemeClr>
                              </a:solidFill>
                              <a:latin typeface="Cambria Math" panose="02040503050406030204" pitchFamily="18" charset="0"/>
                              <a:ea typeface="Cambria Math" panose="02040503050406030204" pitchFamily="18" charset="0"/>
                            </a:rPr>
                            <m:t>𝜑</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3</m:t>
                          </m:r>
                        </m:sub>
                        <m: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4</m:t>
                          </m:r>
                        </m:sub>
                      </m:s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m:t>
                      </m:r>
                      <m:func>
                        <m:func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funcPr>
                        <m:fName>
                          <m:r>
                            <m:rPr>
                              <m:sty m:val="p"/>
                            </m:rP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max</m:t>
                          </m:r>
                        </m:fName>
                        <m:e>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sSubSup>
                                <m:sSubSup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𝑥</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1,</m:t>
                                  </m:r>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𝑡𝑒𝑚𝑝</m:t>
                                  </m:r>
                                </m:sub>
                                <m:sup>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𝑛</m:t>
                                      </m:r>
                                    </m:e>
                                  </m:d>
                                </m:sup>
                              </m:sSubSup>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𝑘</m:t>
                                  </m:r>
                                </m:e>
                              </m:d>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6</m:t>
                                  </m:r>
                                </m:sub>
                              </m:sSub>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5</m:t>
                                  </m:r>
                                </m:sub>
                              </m:s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,0</m:t>
                              </m:r>
                            </m:e>
                          </m:d>
                        </m:e>
                      </m:func>
                    </m:oMath>
                  </m:oMathPara>
                </a14:m>
                <a:endParaRPr lang="en-US" dirty="0">
                  <a:solidFill>
                    <a:schemeClr val="accent2">
                      <a:lumMod val="20000"/>
                      <a:lumOff val="80000"/>
                    </a:schemeClr>
                  </a:solidFill>
                  <a:latin typeface="Cambria Math" panose="02040503050406030204" pitchFamily="18" charset="0"/>
                  <a:ea typeface="Cambria Math" panose="02040503050406030204" pitchFamily="18" charset="0"/>
                  <a:cs typeface="Tahoma" panose="020B0604030504040204" pitchFamily="34" charset="0"/>
                </a:endParaRPr>
              </a:p>
            </p:txBody>
          </p:sp>
        </mc:Choice>
        <mc:Fallback xmlns="">
          <p:sp>
            <p:nvSpPr>
              <p:cNvPr id="17" name="TextBox 16">
                <a:extLst>
                  <a:ext uri="{FF2B5EF4-FFF2-40B4-BE49-F238E27FC236}">
                    <a16:creationId xmlns:a16="http://schemas.microsoft.com/office/drawing/2014/main" id="{4130F8D4-7CDC-638E-EF35-E1ACD05F6D6A}"/>
                  </a:ext>
                </a:extLst>
              </p:cNvPr>
              <p:cNvSpPr txBox="1">
                <a:spLocks noRot="1" noChangeAspect="1" noMove="1" noResize="1" noEditPoints="1" noAdjustHandles="1" noChangeArrowheads="1" noChangeShapeType="1" noTextEdit="1"/>
              </p:cNvSpPr>
              <p:nvPr/>
            </p:nvSpPr>
            <p:spPr>
              <a:xfrm>
                <a:off x="414336" y="1195633"/>
                <a:ext cx="5668464" cy="3658117"/>
              </a:xfrm>
              <a:prstGeom prst="rect">
                <a:avLst/>
              </a:prstGeom>
              <a:blipFill>
                <a:blip r:embed="rId4"/>
                <a:stretch>
                  <a:fillRect l="-323" t="-500"/>
                </a:stretch>
              </a:blipFill>
              <a:ln>
                <a:noFill/>
              </a:ln>
            </p:spPr>
            <p:txBody>
              <a:bodyPr/>
              <a:lstStyle/>
              <a:p>
                <a:r>
                  <a:rPr lang="en-US">
                    <a:noFill/>
                  </a:rPr>
                  <a:t> </a:t>
                </a:r>
              </a:p>
            </p:txBody>
          </p:sp>
        </mc:Fallback>
      </mc:AlternateContent>
      <p:sp>
        <p:nvSpPr>
          <p:cNvPr id="21" name="Rectangle: Rounded Corners 20">
            <a:extLst>
              <a:ext uri="{FF2B5EF4-FFF2-40B4-BE49-F238E27FC236}">
                <a16:creationId xmlns:a16="http://schemas.microsoft.com/office/drawing/2014/main" id="{CDDE767B-9E5B-7D7C-AF4B-013594796FDC}"/>
              </a:ext>
            </a:extLst>
          </p:cNvPr>
          <p:cNvSpPr/>
          <p:nvPr/>
        </p:nvSpPr>
        <p:spPr>
          <a:xfrm>
            <a:off x="266700" y="1054654"/>
            <a:ext cx="5387475" cy="3799095"/>
          </a:xfrm>
          <a:prstGeom prst="roundRect">
            <a:avLst>
              <a:gd name="adj" fmla="val 12279"/>
            </a:avLst>
          </a:prstGeom>
          <a:no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Google Shape;178;p3">
            <a:extLst>
              <a:ext uri="{FF2B5EF4-FFF2-40B4-BE49-F238E27FC236}">
                <a16:creationId xmlns:a16="http://schemas.microsoft.com/office/drawing/2014/main" id="{F18CEFED-1F55-8A9E-496E-D1720EBC6AC4}"/>
              </a:ext>
            </a:extLst>
          </p:cNvPr>
          <p:cNvSpPr txBox="1"/>
          <p:nvPr/>
        </p:nvSpPr>
        <p:spPr>
          <a:xfrm>
            <a:off x="8633460" y="4800600"/>
            <a:ext cx="24384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dirty="0">
                <a:solidFill>
                  <a:schemeClr val="lt2"/>
                </a:solidFill>
              </a:rPr>
              <a:t>6</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420296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id="{6C9C666A-E381-9D3D-0E66-A05073A3F97F}"/>
            </a:ext>
          </a:extLst>
        </p:cNvPr>
        <p:cNvGrpSpPr/>
        <p:nvPr/>
      </p:nvGrpSpPr>
      <p:grpSpPr>
        <a:xfrm>
          <a:off x="0" y="0"/>
          <a:ext cx="0" cy="0"/>
          <a:chOff x="0" y="0"/>
          <a:chExt cx="0" cy="0"/>
        </a:xfrm>
      </p:grpSpPr>
      <p:sp>
        <p:nvSpPr>
          <p:cNvPr id="225" name="Google Shape;225;p11">
            <a:extLst>
              <a:ext uri="{FF2B5EF4-FFF2-40B4-BE49-F238E27FC236}">
                <a16:creationId xmlns:a16="http://schemas.microsoft.com/office/drawing/2014/main" id="{3376FC6C-D1BC-3E1C-8229-C160900D9E9D}"/>
              </a:ext>
            </a:extLst>
          </p:cNvPr>
          <p:cNvSpPr txBox="1"/>
          <p:nvPr/>
        </p:nvSpPr>
        <p:spPr>
          <a:xfrm>
            <a:off x="365760" y="333065"/>
            <a:ext cx="8368420" cy="527400"/>
          </a:xfrm>
          <a:prstGeom prst="rect">
            <a:avLst/>
          </a:prstGeom>
          <a:noFill/>
          <a:ln>
            <a:noFill/>
          </a:ln>
        </p:spPr>
        <p:txBody>
          <a:bodyPr spcFirstLastPara="1" wrap="square" lIns="91425" tIns="45700" rIns="91425" bIns="45700" anchor="ctr" anchorCtr="0">
            <a:noAutofit/>
          </a:bodyPr>
          <a:lstStyle/>
          <a:p>
            <a:pPr>
              <a:buClr>
                <a:schemeClr val="lt1"/>
              </a:buClr>
              <a:buSzPts val="2667"/>
            </a:pPr>
            <a:r>
              <a:rPr lang="en-US" sz="3000" b="1" dirty="0">
                <a:solidFill>
                  <a:srgbClr val="FFFFFF"/>
                </a:solidFill>
                <a:latin typeface="Times New Roman"/>
                <a:ea typeface="Times New Roman"/>
                <a:cs typeface="Times New Roman"/>
                <a:sym typeface="Times New Roman"/>
              </a:rPr>
              <a:t>Control Problem Overview</a:t>
            </a:r>
          </a:p>
        </p:txBody>
      </p:sp>
      <p:grpSp>
        <p:nvGrpSpPr>
          <p:cNvPr id="192" name="Group 191">
            <a:extLst>
              <a:ext uri="{FF2B5EF4-FFF2-40B4-BE49-F238E27FC236}">
                <a16:creationId xmlns:a16="http://schemas.microsoft.com/office/drawing/2014/main" id="{6EA75DF2-3FCA-12F2-F6EA-303F14F21AAE}"/>
              </a:ext>
            </a:extLst>
          </p:cNvPr>
          <p:cNvGrpSpPr/>
          <p:nvPr/>
        </p:nvGrpSpPr>
        <p:grpSpPr>
          <a:xfrm>
            <a:off x="466423" y="987149"/>
            <a:ext cx="4051112" cy="3967339"/>
            <a:chOff x="436447" y="1014784"/>
            <a:chExt cx="3906202" cy="3967339"/>
          </a:xfrm>
        </p:grpSpPr>
        <p:cxnSp>
          <p:nvCxnSpPr>
            <p:cNvPr id="18" name="Straight Connector 17">
              <a:extLst>
                <a:ext uri="{FF2B5EF4-FFF2-40B4-BE49-F238E27FC236}">
                  <a16:creationId xmlns:a16="http://schemas.microsoft.com/office/drawing/2014/main" id="{257465CC-F851-AF89-9558-013049746706}"/>
                </a:ext>
              </a:extLst>
            </p:cNvPr>
            <p:cNvCxnSpPr>
              <a:cxnSpLocks/>
            </p:cNvCxnSpPr>
            <p:nvPr/>
          </p:nvCxnSpPr>
          <p:spPr>
            <a:xfrm>
              <a:off x="1305764" y="3324152"/>
              <a:ext cx="333375"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25" name="Picture 24" descr="Soil-Water Status: Saturation, Field Capacity and Wilting ...">
              <a:extLst>
                <a:ext uri="{FF2B5EF4-FFF2-40B4-BE49-F238E27FC236}">
                  <a16:creationId xmlns:a16="http://schemas.microsoft.com/office/drawing/2014/main" id="{A8D60EBA-E775-9CC1-FA2A-866EDFD0CA7E}"/>
                </a:ext>
              </a:extLst>
            </p:cNvPr>
            <p:cNvPicPr>
              <a:picLocks noChangeAspect="1"/>
            </p:cNvPicPr>
            <p:nvPr/>
          </p:nvPicPr>
          <p:blipFill>
            <a:blip r:embed="rId3"/>
            <a:srcRect l="3868" t="10113" r="66785" b="42275"/>
            <a:stretch>
              <a:fillRect/>
            </a:stretch>
          </p:blipFill>
          <p:spPr>
            <a:xfrm>
              <a:off x="658804" y="1142240"/>
              <a:ext cx="439392" cy="534806"/>
            </a:xfrm>
            <a:prstGeom prst="rect">
              <a:avLst/>
            </a:prstGeom>
          </p:spPr>
        </p:pic>
        <p:pic>
          <p:nvPicPr>
            <p:cNvPr id="26" name="Picture 25" descr="Soil-Water Status: Saturation, Field Capacity and Wilting ...">
              <a:extLst>
                <a:ext uri="{FF2B5EF4-FFF2-40B4-BE49-F238E27FC236}">
                  <a16:creationId xmlns:a16="http://schemas.microsoft.com/office/drawing/2014/main" id="{6CB0701A-9EEA-CDCB-82CB-099BF32CA1A9}"/>
                </a:ext>
              </a:extLst>
            </p:cNvPr>
            <p:cNvPicPr>
              <a:picLocks noChangeAspect="1"/>
            </p:cNvPicPr>
            <p:nvPr/>
          </p:nvPicPr>
          <p:blipFill>
            <a:blip r:embed="rId3"/>
            <a:srcRect l="35327" t="10963" r="35326" b="47278"/>
            <a:stretch>
              <a:fillRect/>
            </a:stretch>
          </p:blipFill>
          <p:spPr>
            <a:xfrm>
              <a:off x="652782" y="2769672"/>
              <a:ext cx="445414" cy="475488"/>
            </a:xfrm>
            <a:prstGeom prst="rect">
              <a:avLst/>
            </a:prstGeom>
          </p:spPr>
        </p:pic>
        <p:pic>
          <p:nvPicPr>
            <p:cNvPr id="27" name="Picture 26" descr="Soil-Water Status: Saturation, Field Capacity and Wilting ...">
              <a:extLst>
                <a:ext uri="{FF2B5EF4-FFF2-40B4-BE49-F238E27FC236}">
                  <a16:creationId xmlns:a16="http://schemas.microsoft.com/office/drawing/2014/main" id="{9FF3776A-77DE-E928-BAE7-C1B36DDC270A}"/>
                </a:ext>
              </a:extLst>
            </p:cNvPr>
            <p:cNvPicPr>
              <a:picLocks noChangeAspect="1"/>
            </p:cNvPicPr>
            <p:nvPr/>
          </p:nvPicPr>
          <p:blipFill>
            <a:blip r:embed="rId3"/>
            <a:srcRect l="65775" t="11156" r="4878" b="48195"/>
            <a:stretch>
              <a:fillRect/>
            </a:stretch>
          </p:blipFill>
          <p:spPr>
            <a:xfrm>
              <a:off x="652782" y="4367446"/>
              <a:ext cx="457568" cy="475485"/>
            </a:xfrm>
            <a:prstGeom prst="rect">
              <a:avLst/>
            </a:prstGeom>
          </p:spPr>
        </p:pic>
        <p:cxnSp>
          <p:nvCxnSpPr>
            <p:cNvPr id="28" name="Straight Connector 27">
              <a:extLst>
                <a:ext uri="{FF2B5EF4-FFF2-40B4-BE49-F238E27FC236}">
                  <a16:creationId xmlns:a16="http://schemas.microsoft.com/office/drawing/2014/main" id="{A61F8B18-65EB-13A3-5ACC-392963EF5433}"/>
                </a:ext>
              </a:extLst>
            </p:cNvPr>
            <p:cNvCxnSpPr>
              <a:cxnSpLocks/>
            </p:cNvCxnSpPr>
            <p:nvPr/>
          </p:nvCxnSpPr>
          <p:spPr>
            <a:xfrm>
              <a:off x="1297827" y="1409643"/>
              <a:ext cx="333375" cy="0"/>
            </a:xfrm>
            <a:prstGeom prst="line">
              <a:avLst/>
            </a:prstGeom>
            <a:ln>
              <a:solidFill>
                <a:schemeClr val="accent2">
                  <a:lumMod val="20000"/>
                  <a:lumOff val="80000"/>
                </a:schemeClr>
              </a:solidFill>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398B0555-0A84-EA10-025F-8521704B7F45}"/>
                </a:ext>
              </a:extLst>
            </p:cNvPr>
            <p:cNvCxnSpPr>
              <a:cxnSpLocks/>
            </p:cNvCxnSpPr>
            <p:nvPr/>
          </p:nvCxnSpPr>
          <p:spPr>
            <a:xfrm>
              <a:off x="1472452" y="1409643"/>
              <a:ext cx="0" cy="3195545"/>
            </a:xfrm>
            <a:prstGeom prst="line">
              <a:avLst/>
            </a:prstGeom>
            <a:ln>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BACD446-4828-40A1-9FB5-E7767A4619B1}"/>
                </a:ext>
              </a:extLst>
            </p:cNvPr>
            <p:cNvCxnSpPr>
              <a:cxnSpLocks/>
            </p:cNvCxnSpPr>
            <p:nvPr/>
          </p:nvCxnSpPr>
          <p:spPr>
            <a:xfrm>
              <a:off x="1305764" y="3004241"/>
              <a:ext cx="333375" cy="0"/>
            </a:xfrm>
            <a:prstGeom prst="line">
              <a:avLst/>
            </a:prstGeom>
            <a:ln>
              <a:solidFill>
                <a:schemeClr val="accent2">
                  <a:lumMod val="20000"/>
                  <a:lumOff val="80000"/>
                </a:schemeClr>
              </a:solidFill>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20F12283-8C40-83C3-5EB3-A936F432E17D}"/>
                </a:ext>
              </a:extLst>
            </p:cNvPr>
            <p:cNvCxnSpPr>
              <a:cxnSpLocks/>
            </p:cNvCxnSpPr>
            <p:nvPr/>
          </p:nvCxnSpPr>
          <p:spPr>
            <a:xfrm>
              <a:off x="1305764" y="4605188"/>
              <a:ext cx="333375" cy="0"/>
            </a:xfrm>
            <a:prstGeom prst="line">
              <a:avLst/>
            </a:prstGeom>
            <a:ln>
              <a:solidFill>
                <a:schemeClr val="accent2">
                  <a:lumMod val="20000"/>
                  <a:lumOff val="80000"/>
                </a:schemeClr>
              </a:solidFill>
            </a:ln>
          </p:spPr>
          <p:style>
            <a:lnRef idx="1">
              <a:schemeClr val="dk1"/>
            </a:lnRef>
            <a:fillRef idx="0">
              <a:schemeClr val="dk1"/>
            </a:fillRef>
            <a:effectRef idx="0">
              <a:schemeClr val="dk1"/>
            </a:effectRef>
            <a:fontRef idx="minor">
              <a:schemeClr val="tx1"/>
            </a:fontRef>
          </p:style>
        </p:cxnSp>
        <p:sp>
          <p:nvSpPr>
            <p:cNvPr id="44" name="TextBox 43">
              <a:extLst>
                <a:ext uri="{FF2B5EF4-FFF2-40B4-BE49-F238E27FC236}">
                  <a16:creationId xmlns:a16="http://schemas.microsoft.com/office/drawing/2014/main" id="{EBAC2C3F-3E86-9D6A-70C9-473E8DE7E621}"/>
                </a:ext>
              </a:extLst>
            </p:cNvPr>
            <p:cNvSpPr txBox="1"/>
            <p:nvPr/>
          </p:nvSpPr>
          <p:spPr>
            <a:xfrm>
              <a:off x="1651579" y="1255754"/>
              <a:ext cx="1019175" cy="307777"/>
            </a:xfrm>
            <a:prstGeom prst="rect">
              <a:avLst/>
            </a:prstGeom>
            <a:noFill/>
          </p:spPr>
          <p:txBody>
            <a:bodyPr wrap="square" rtlCol="0">
              <a:spAutoFit/>
            </a:bodyPr>
            <a:lstStyle/>
            <a:p>
              <a:r>
                <a:rPr lang="en-US" dirty="0">
                  <a:solidFill>
                    <a:schemeClr val="accent2">
                      <a:lumMod val="20000"/>
                      <a:lumOff val="80000"/>
                    </a:schemeClr>
                  </a:solidFill>
                </a:rPr>
                <a:t>Saturation</a:t>
              </a:r>
            </a:p>
          </p:txBody>
        </p:sp>
        <p:sp>
          <p:nvSpPr>
            <p:cNvPr id="46" name="TextBox 45">
              <a:extLst>
                <a:ext uri="{FF2B5EF4-FFF2-40B4-BE49-F238E27FC236}">
                  <a16:creationId xmlns:a16="http://schemas.microsoft.com/office/drawing/2014/main" id="{8FFB7B56-9D9A-660F-C819-48CE856827DB}"/>
                </a:ext>
              </a:extLst>
            </p:cNvPr>
            <p:cNvSpPr txBox="1"/>
            <p:nvPr/>
          </p:nvSpPr>
          <p:spPr>
            <a:xfrm>
              <a:off x="1639139" y="2844566"/>
              <a:ext cx="1312863" cy="307777"/>
            </a:xfrm>
            <a:prstGeom prst="rect">
              <a:avLst/>
            </a:prstGeom>
            <a:noFill/>
          </p:spPr>
          <p:txBody>
            <a:bodyPr wrap="square" rtlCol="0">
              <a:spAutoFit/>
            </a:bodyPr>
            <a:lstStyle/>
            <a:p>
              <a:r>
                <a:rPr lang="en-US" dirty="0">
                  <a:solidFill>
                    <a:schemeClr val="accent2">
                      <a:lumMod val="20000"/>
                      <a:lumOff val="80000"/>
                    </a:schemeClr>
                  </a:solidFill>
                </a:rPr>
                <a:t>Field Capacity</a:t>
              </a:r>
            </a:p>
          </p:txBody>
        </p:sp>
        <p:sp>
          <p:nvSpPr>
            <p:cNvPr id="48" name="TextBox 47">
              <a:extLst>
                <a:ext uri="{FF2B5EF4-FFF2-40B4-BE49-F238E27FC236}">
                  <a16:creationId xmlns:a16="http://schemas.microsoft.com/office/drawing/2014/main" id="{C9FE4591-0920-B31C-B6E5-1BC56C5D7800}"/>
                </a:ext>
              </a:extLst>
            </p:cNvPr>
            <p:cNvSpPr txBox="1"/>
            <p:nvPr/>
          </p:nvSpPr>
          <p:spPr>
            <a:xfrm>
              <a:off x="1647078" y="3170263"/>
              <a:ext cx="1644645" cy="307777"/>
            </a:xfrm>
            <a:prstGeom prst="rect">
              <a:avLst/>
            </a:prstGeom>
            <a:noFill/>
          </p:spPr>
          <p:txBody>
            <a:bodyPr wrap="square" rtlCol="0">
              <a:spAutoFit/>
            </a:bodyPr>
            <a:lstStyle/>
            <a:p>
              <a:r>
                <a:rPr lang="en-US" dirty="0">
                  <a:solidFill>
                    <a:schemeClr val="accent2">
                      <a:lumMod val="20000"/>
                      <a:lumOff val="80000"/>
                    </a:schemeClr>
                  </a:solidFill>
                </a:rPr>
                <a:t>Stress Threshold</a:t>
              </a:r>
            </a:p>
          </p:txBody>
        </p:sp>
        <p:sp>
          <p:nvSpPr>
            <p:cNvPr id="52" name="TextBox 51">
              <a:extLst>
                <a:ext uri="{FF2B5EF4-FFF2-40B4-BE49-F238E27FC236}">
                  <a16:creationId xmlns:a16="http://schemas.microsoft.com/office/drawing/2014/main" id="{6913297E-A854-B60E-B3A4-225D89B894D3}"/>
                </a:ext>
              </a:extLst>
            </p:cNvPr>
            <p:cNvSpPr txBox="1"/>
            <p:nvPr/>
          </p:nvSpPr>
          <p:spPr>
            <a:xfrm>
              <a:off x="1647078" y="4451299"/>
              <a:ext cx="1209671" cy="307777"/>
            </a:xfrm>
            <a:prstGeom prst="rect">
              <a:avLst/>
            </a:prstGeom>
            <a:noFill/>
          </p:spPr>
          <p:txBody>
            <a:bodyPr wrap="square" rtlCol="0">
              <a:spAutoFit/>
            </a:bodyPr>
            <a:lstStyle/>
            <a:p>
              <a:r>
                <a:rPr lang="en-US" dirty="0">
                  <a:solidFill>
                    <a:schemeClr val="accent2">
                      <a:lumMod val="20000"/>
                      <a:lumOff val="80000"/>
                    </a:schemeClr>
                  </a:solidFill>
                </a:rPr>
                <a:t>Wilting Point</a:t>
              </a:r>
            </a:p>
          </p:txBody>
        </p:sp>
        <p:sp>
          <p:nvSpPr>
            <p:cNvPr id="53" name="Arrow: Up-Down 52">
              <a:extLst>
                <a:ext uri="{FF2B5EF4-FFF2-40B4-BE49-F238E27FC236}">
                  <a16:creationId xmlns:a16="http://schemas.microsoft.com/office/drawing/2014/main" id="{D9110A96-B3ED-C137-0CBB-3F9F4E972D46}"/>
                </a:ext>
              </a:extLst>
            </p:cNvPr>
            <p:cNvSpPr/>
            <p:nvPr/>
          </p:nvSpPr>
          <p:spPr>
            <a:xfrm>
              <a:off x="2101640" y="1613244"/>
              <a:ext cx="119052" cy="1167520"/>
            </a:xfrm>
            <a:prstGeom prst="upDownArrow">
              <a:avLst/>
            </a:prstGeom>
            <a:noFill/>
            <a:ln>
              <a:solidFill>
                <a:srgbClr val="32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09C26541-FDBA-84DA-5ADC-CC0E1EF1BFCA}"/>
                </a:ext>
              </a:extLst>
            </p:cNvPr>
            <p:cNvSpPr txBox="1"/>
            <p:nvPr/>
          </p:nvSpPr>
          <p:spPr>
            <a:xfrm>
              <a:off x="2272548" y="1938209"/>
              <a:ext cx="1019175" cy="523220"/>
            </a:xfrm>
            <a:prstGeom prst="rect">
              <a:avLst/>
            </a:prstGeom>
            <a:noFill/>
          </p:spPr>
          <p:txBody>
            <a:bodyPr wrap="square" rtlCol="0">
              <a:spAutoFit/>
            </a:bodyPr>
            <a:lstStyle/>
            <a:p>
              <a:pPr algn="ctr"/>
              <a:r>
                <a:rPr lang="en-US" dirty="0">
                  <a:solidFill>
                    <a:srgbClr val="320000"/>
                  </a:solidFill>
                </a:rPr>
                <a:t>Waterlog Stress</a:t>
              </a:r>
            </a:p>
          </p:txBody>
        </p:sp>
        <p:sp>
          <p:nvSpPr>
            <p:cNvPr id="57" name="Arrow: Up-Down 56">
              <a:extLst>
                <a:ext uri="{FF2B5EF4-FFF2-40B4-BE49-F238E27FC236}">
                  <a16:creationId xmlns:a16="http://schemas.microsoft.com/office/drawing/2014/main" id="{E9598991-62BB-0393-850D-6599892ED326}"/>
                </a:ext>
              </a:extLst>
            </p:cNvPr>
            <p:cNvSpPr/>
            <p:nvPr/>
          </p:nvSpPr>
          <p:spPr>
            <a:xfrm>
              <a:off x="2093741" y="3519057"/>
              <a:ext cx="119039" cy="948899"/>
            </a:xfrm>
            <a:prstGeom prst="upDownArrow">
              <a:avLst/>
            </a:prstGeom>
            <a:noFill/>
            <a:ln>
              <a:solidFill>
                <a:srgbClr val="32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33974359-5647-5B06-28E7-6D35C6209C40}"/>
                </a:ext>
              </a:extLst>
            </p:cNvPr>
            <p:cNvSpPr txBox="1"/>
            <p:nvPr/>
          </p:nvSpPr>
          <p:spPr>
            <a:xfrm>
              <a:off x="2270702" y="3663654"/>
              <a:ext cx="1019175" cy="523220"/>
            </a:xfrm>
            <a:prstGeom prst="rect">
              <a:avLst/>
            </a:prstGeom>
            <a:noFill/>
          </p:spPr>
          <p:txBody>
            <a:bodyPr wrap="square" rtlCol="0">
              <a:spAutoFit/>
            </a:bodyPr>
            <a:lstStyle/>
            <a:p>
              <a:pPr algn="ctr"/>
              <a:r>
                <a:rPr lang="en-US" dirty="0">
                  <a:solidFill>
                    <a:srgbClr val="320000"/>
                  </a:solidFill>
                </a:rPr>
                <a:t>Drought Stress</a:t>
              </a:r>
            </a:p>
          </p:txBody>
        </p:sp>
        <p:sp>
          <p:nvSpPr>
            <p:cNvPr id="60" name="Right Brace 59">
              <a:extLst>
                <a:ext uri="{FF2B5EF4-FFF2-40B4-BE49-F238E27FC236}">
                  <a16:creationId xmlns:a16="http://schemas.microsoft.com/office/drawing/2014/main" id="{790D0D99-2723-A049-B2CB-CC55FAF4EA91}"/>
                </a:ext>
              </a:extLst>
            </p:cNvPr>
            <p:cNvSpPr/>
            <p:nvPr/>
          </p:nvSpPr>
          <p:spPr>
            <a:xfrm>
              <a:off x="3247277" y="2952750"/>
              <a:ext cx="85713" cy="371402"/>
            </a:xfrm>
            <a:prstGeom prst="rightBrace">
              <a:avLst/>
            </a:prstGeom>
            <a:ln>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2" name="TextBox 61">
              <a:extLst>
                <a:ext uri="{FF2B5EF4-FFF2-40B4-BE49-F238E27FC236}">
                  <a16:creationId xmlns:a16="http://schemas.microsoft.com/office/drawing/2014/main" id="{1789D113-FFE3-BDB0-D48A-D6698FB7CE8D}"/>
                </a:ext>
              </a:extLst>
            </p:cNvPr>
            <p:cNvSpPr txBox="1"/>
            <p:nvPr/>
          </p:nvSpPr>
          <p:spPr>
            <a:xfrm>
              <a:off x="3323474" y="2890733"/>
              <a:ext cx="1019175" cy="523220"/>
            </a:xfrm>
            <a:prstGeom prst="rect">
              <a:avLst/>
            </a:prstGeom>
            <a:noFill/>
          </p:spPr>
          <p:txBody>
            <a:bodyPr wrap="square" rtlCol="0">
              <a:spAutoFit/>
            </a:bodyPr>
            <a:lstStyle/>
            <a:p>
              <a:pPr algn="ctr"/>
              <a:r>
                <a:rPr lang="en-US" dirty="0">
                  <a:solidFill>
                    <a:srgbClr val="92D050"/>
                  </a:solidFill>
                </a:rPr>
                <a:t>Desired Zone</a:t>
              </a:r>
            </a:p>
          </p:txBody>
        </p:sp>
        <p:sp>
          <p:nvSpPr>
            <p:cNvPr id="63" name="Rectangle: Rounded Corners 62">
              <a:extLst>
                <a:ext uri="{FF2B5EF4-FFF2-40B4-BE49-F238E27FC236}">
                  <a16:creationId xmlns:a16="http://schemas.microsoft.com/office/drawing/2014/main" id="{7C66AEBC-91A2-DDA8-C537-A84743AC27AE}"/>
                </a:ext>
              </a:extLst>
            </p:cNvPr>
            <p:cNvSpPr/>
            <p:nvPr/>
          </p:nvSpPr>
          <p:spPr>
            <a:xfrm>
              <a:off x="436447" y="1014784"/>
              <a:ext cx="3856154" cy="3967339"/>
            </a:xfrm>
            <a:prstGeom prst="roundRect">
              <a:avLst>
                <a:gd name="adj" fmla="val 7411"/>
              </a:avLst>
            </a:prstGeom>
            <a:no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8" name="Rectangle: Rounded Corners 197">
            <a:extLst>
              <a:ext uri="{FF2B5EF4-FFF2-40B4-BE49-F238E27FC236}">
                <a16:creationId xmlns:a16="http://schemas.microsoft.com/office/drawing/2014/main" id="{C04C730B-0C03-3117-D752-31175E278F74}"/>
              </a:ext>
            </a:extLst>
          </p:cNvPr>
          <p:cNvSpPr/>
          <p:nvPr/>
        </p:nvSpPr>
        <p:spPr>
          <a:xfrm>
            <a:off x="5603622" y="3853828"/>
            <a:ext cx="1801227" cy="331900"/>
          </a:xfrm>
          <a:prstGeom prst="roundRect">
            <a:avLst/>
          </a:prstGeom>
          <a:noFill/>
          <a:ln>
            <a:solidFill>
              <a:schemeClr val="bg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accent2">
                    <a:lumMod val="20000"/>
                    <a:lumOff val="80000"/>
                  </a:schemeClr>
                </a:solidFill>
              </a:rPr>
              <a:t>Model Predictive Controller</a:t>
            </a:r>
          </a:p>
        </p:txBody>
      </p:sp>
      <p:sp>
        <p:nvSpPr>
          <p:cNvPr id="200" name="Rectangle: Rounded Corners 199">
            <a:extLst>
              <a:ext uri="{FF2B5EF4-FFF2-40B4-BE49-F238E27FC236}">
                <a16:creationId xmlns:a16="http://schemas.microsoft.com/office/drawing/2014/main" id="{A9626F29-B801-1B74-E063-920D048A07C1}"/>
              </a:ext>
            </a:extLst>
          </p:cNvPr>
          <p:cNvSpPr/>
          <p:nvPr/>
        </p:nvSpPr>
        <p:spPr>
          <a:xfrm>
            <a:off x="4756840" y="3424249"/>
            <a:ext cx="1747395" cy="331901"/>
          </a:xfrm>
          <a:prstGeom prst="roundRect">
            <a:avLst/>
          </a:prstGeom>
          <a:noFill/>
          <a:ln>
            <a:solidFill>
              <a:schemeClr val="bg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accent2">
                    <a:lumMod val="20000"/>
                    <a:lumOff val="80000"/>
                  </a:schemeClr>
                </a:solidFill>
              </a:rPr>
              <a:t>Fixed-Schedule Controller</a:t>
            </a:r>
          </a:p>
        </p:txBody>
      </p:sp>
      <p:sp>
        <p:nvSpPr>
          <p:cNvPr id="202" name="Rectangle: Rounded Corners 201">
            <a:extLst>
              <a:ext uri="{FF2B5EF4-FFF2-40B4-BE49-F238E27FC236}">
                <a16:creationId xmlns:a16="http://schemas.microsoft.com/office/drawing/2014/main" id="{C4F348C7-3842-12D8-81E7-88AB8772AF71}"/>
              </a:ext>
            </a:extLst>
          </p:cNvPr>
          <p:cNvSpPr/>
          <p:nvPr/>
        </p:nvSpPr>
        <p:spPr>
          <a:xfrm>
            <a:off x="6582463" y="3422826"/>
            <a:ext cx="1697949" cy="333324"/>
          </a:xfrm>
          <a:prstGeom prst="roundRect">
            <a:avLst/>
          </a:prstGeom>
          <a:noFill/>
          <a:ln>
            <a:solidFill>
              <a:schemeClr val="bg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accent2">
                    <a:lumMod val="20000"/>
                    <a:lumOff val="80000"/>
                  </a:schemeClr>
                </a:solidFill>
              </a:rPr>
              <a:t>Reactive Controller</a:t>
            </a:r>
          </a:p>
        </p:txBody>
      </p:sp>
      <p:sp>
        <p:nvSpPr>
          <p:cNvPr id="204" name="Rectangle: Rounded Corners 203">
            <a:extLst>
              <a:ext uri="{FF2B5EF4-FFF2-40B4-BE49-F238E27FC236}">
                <a16:creationId xmlns:a16="http://schemas.microsoft.com/office/drawing/2014/main" id="{829DFD08-8CAF-D61F-3ADD-3BD2CE7DC18E}"/>
              </a:ext>
            </a:extLst>
          </p:cNvPr>
          <p:cNvSpPr/>
          <p:nvPr/>
        </p:nvSpPr>
        <p:spPr>
          <a:xfrm>
            <a:off x="4886163" y="4279351"/>
            <a:ext cx="1587876" cy="589022"/>
          </a:xfrm>
          <a:prstGeom prst="roundRect">
            <a:avLst/>
          </a:prstGeom>
          <a:noFill/>
          <a:ln>
            <a:solidFill>
              <a:schemeClr val="bg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accent2">
                    <a:lumMod val="20000"/>
                    <a:lumOff val="80000"/>
                  </a:schemeClr>
                </a:solidFill>
              </a:rPr>
              <a:t>Soft Actor-Critic Controller (SAC)</a:t>
            </a:r>
          </a:p>
        </p:txBody>
      </p:sp>
      <p:sp>
        <p:nvSpPr>
          <p:cNvPr id="206" name="Rectangle: Rounded Corners 205">
            <a:extLst>
              <a:ext uri="{FF2B5EF4-FFF2-40B4-BE49-F238E27FC236}">
                <a16:creationId xmlns:a16="http://schemas.microsoft.com/office/drawing/2014/main" id="{EAA49E1C-84E9-4693-FDC3-D2DA5062365B}"/>
              </a:ext>
            </a:extLst>
          </p:cNvPr>
          <p:cNvSpPr/>
          <p:nvPr/>
        </p:nvSpPr>
        <p:spPr>
          <a:xfrm>
            <a:off x="6574697" y="4272196"/>
            <a:ext cx="1713479" cy="589022"/>
          </a:xfrm>
          <a:prstGeom prst="roundRect">
            <a:avLst/>
          </a:prstGeom>
          <a:noFill/>
          <a:ln>
            <a:solidFill>
              <a:schemeClr val="bg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accent2">
                    <a:lumMod val="20000"/>
                    <a:lumOff val="80000"/>
                  </a:schemeClr>
                </a:solidFill>
              </a:rPr>
              <a:t>Twin Delayed Deep Deterministic Policy Gradient (TD3)</a:t>
            </a:r>
          </a:p>
        </p:txBody>
      </p:sp>
      <p:sp>
        <p:nvSpPr>
          <p:cNvPr id="219" name="Rectangle: Rounded Corners 218">
            <a:extLst>
              <a:ext uri="{FF2B5EF4-FFF2-40B4-BE49-F238E27FC236}">
                <a16:creationId xmlns:a16="http://schemas.microsoft.com/office/drawing/2014/main" id="{8FEC9E00-A735-2011-01BB-86C1E92A920A}"/>
              </a:ext>
            </a:extLst>
          </p:cNvPr>
          <p:cNvSpPr/>
          <p:nvPr/>
        </p:nvSpPr>
        <p:spPr>
          <a:xfrm>
            <a:off x="4594287" y="3334448"/>
            <a:ext cx="3999207" cy="1620040"/>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pic>
        <p:nvPicPr>
          <p:cNvPr id="228" name="Picture 227">
            <a:extLst>
              <a:ext uri="{FF2B5EF4-FFF2-40B4-BE49-F238E27FC236}">
                <a16:creationId xmlns:a16="http://schemas.microsoft.com/office/drawing/2014/main" id="{ECE51150-1B3F-A4FB-0642-25B647A0B6D0}"/>
              </a:ext>
            </a:extLst>
          </p:cNvPr>
          <p:cNvPicPr>
            <a:picLocks noChangeAspect="1"/>
          </p:cNvPicPr>
          <p:nvPr/>
        </p:nvPicPr>
        <p:blipFill>
          <a:blip r:embed="rId4"/>
          <a:stretch>
            <a:fillRect/>
          </a:stretch>
        </p:blipFill>
        <p:spPr>
          <a:xfrm>
            <a:off x="4624283" y="987012"/>
            <a:ext cx="3969211" cy="2226315"/>
          </a:xfrm>
          <a:prstGeom prst="roundRect">
            <a:avLst>
              <a:gd name="adj" fmla="val 13294"/>
            </a:avLst>
          </a:prstGeom>
        </p:spPr>
      </p:pic>
      <p:sp>
        <p:nvSpPr>
          <p:cNvPr id="230" name="Google Shape;178;p3">
            <a:extLst>
              <a:ext uri="{FF2B5EF4-FFF2-40B4-BE49-F238E27FC236}">
                <a16:creationId xmlns:a16="http://schemas.microsoft.com/office/drawing/2014/main" id="{4402631F-FF59-B222-8CBA-D4021BF122F0}"/>
              </a:ext>
            </a:extLst>
          </p:cNvPr>
          <p:cNvSpPr txBox="1"/>
          <p:nvPr/>
        </p:nvSpPr>
        <p:spPr>
          <a:xfrm>
            <a:off x="8633460" y="4800600"/>
            <a:ext cx="24384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dirty="0">
                <a:solidFill>
                  <a:schemeClr val="lt2"/>
                </a:solidFill>
              </a:rPr>
              <a:t>7</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98825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id="{47BCF7F8-BA54-989D-664F-196D9087B604}"/>
            </a:ext>
          </a:extLst>
        </p:cNvPr>
        <p:cNvGrpSpPr/>
        <p:nvPr/>
      </p:nvGrpSpPr>
      <p:grpSpPr>
        <a:xfrm>
          <a:off x="0" y="0"/>
          <a:ext cx="0" cy="0"/>
          <a:chOff x="0" y="0"/>
          <a:chExt cx="0" cy="0"/>
        </a:xfrm>
      </p:grpSpPr>
      <p:sp>
        <p:nvSpPr>
          <p:cNvPr id="225" name="Google Shape;225;p11">
            <a:extLst>
              <a:ext uri="{FF2B5EF4-FFF2-40B4-BE49-F238E27FC236}">
                <a16:creationId xmlns:a16="http://schemas.microsoft.com/office/drawing/2014/main" id="{520CB46C-CD87-E8D1-A25D-51E9C87BD06F}"/>
              </a:ext>
            </a:extLst>
          </p:cNvPr>
          <p:cNvSpPr txBox="1"/>
          <p:nvPr/>
        </p:nvSpPr>
        <p:spPr>
          <a:xfrm>
            <a:off x="365760" y="333065"/>
            <a:ext cx="8368420" cy="527400"/>
          </a:xfrm>
          <a:prstGeom prst="rect">
            <a:avLst/>
          </a:prstGeom>
          <a:noFill/>
          <a:ln>
            <a:noFill/>
          </a:ln>
        </p:spPr>
        <p:txBody>
          <a:bodyPr spcFirstLastPara="1" wrap="square" lIns="91425" tIns="45700" rIns="91425" bIns="45700" anchor="ctr" anchorCtr="0">
            <a:noAutofit/>
          </a:bodyPr>
          <a:lstStyle/>
          <a:p>
            <a:pPr>
              <a:buClr>
                <a:schemeClr val="lt1"/>
              </a:buClr>
              <a:buSzPts val="2667"/>
            </a:pPr>
            <a:r>
              <a:rPr lang="en-US" sz="3000" b="1" dirty="0">
                <a:solidFill>
                  <a:srgbClr val="FFFFFF"/>
                </a:solidFill>
                <a:latin typeface="Times New Roman"/>
                <a:ea typeface="Times New Roman"/>
                <a:cs typeface="Times New Roman"/>
                <a:sym typeface="Times New Roman"/>
              </a:rPr>
              <a:t>Heuristic Controllers</a:t>
            </a:r>
          </a:p>
        </p:txBody>
      </p:sp>
      <p:pic>
        <p:nvPicPr>
          <p:cNvPr id="7" name="Picture 6">
            <a:extLst>
              <a:ext uri="{FF2B5EF4-FFF2-40B4-BE49-F238E27FC236}">
                <a16:creationId xmlns:a16="http://schemas.microsoft.com/office/drawing/2014/main" id="{A75FB7C7-75EA-CE2E-3A89-8EC97A69FF1C}"/>
              </a:ext>
            </a:extLst>
          </p:cNvPr>
          <p:cNvPicPr>
            <a:picLocks noChangeAspect="1"/>
          </p:cNvPicPr>
          <p:nvPr/>
        </p:nvPicPr>
        <p:blipFill>
          <a:blip r:embed="rId3"/>
          <a:stretch>
            <a:fillRect/>
          </a:stretch>
        </p:blipFill>
        <p:spPr>
          <a:xfrm>
            <a:off x="365760" y="2841762"/>
            <a:ext cx="4040250" cy="2065960"/>
          </a:xfrm>
          <a:prstGeom prst="roundRect">
            <a:avLst/>
          </a:prstGeom>
        </p:spPr>
      </p:pic>
      <p:pic>
        <p:nvPicPr>
          <p:cNvPr id="17" name="Picture 16">
            <a:extLst>
              <a:ext uri="{FF2B5EF4-FFF2-40B4-BE49-F238E27FC236}">
                <a16:creationId xmlns:a16="http://schemas.microsoft.com/office/drawing/2014/main" id="{9EFF1E57-B716-432D-9F32-DAD57B1F86A4}"/>
              </a:ext>
            </a:extLst>
          </p:cNvPr>
          <p:cNvPicPr>
            <a:picLocks noChangeAspect="1"/>
          </p:cNvPicPr>
          <p:nvPr/>
        </p:nvPicPr>
        <p:blipFill>
          <a:blip r:embed="rId4"/>
          <a:stretch>
            <a:fillRect/>
          </a:stretch>
        </p:blipFill>
        <p:spPr>
          <a:xfrm>
            <a:off x="4634785" y="1430627"/>
            <a:ext cx="4052015" cy="3472070"/>
          </a:xfrm>
          <a:prstGeom prst="roundRect">
            <a:avLst>
              <a:gd name="adj" fmla="val 8508"/>
            </a:avLst>
          </a:prstGeom>
        </p:spPr>
      </p:pic>
      <p:sp>
        <p:nvSpPr>
          <p:cNvPr id="22" name="TextBox 21">
            <a:extLst>
              <a:ext uri="{FF2B5EF4-FFF2-40B4-BE49-F238E27FC236}">
                <a16:creationId xmlns:a16="http://schemas.microsoft.com/office/drawing/2014/main" id="{82B2AAA7-8860-3361-A95A-3F46E4D694E6}"/>
              </a:ext>
            </a:extLst>
          </p:cNvPr>
          <p:cNvSpPr txBox="1"/>
          <p:nvPr/>
        </p:nvSpPr>
        <p:spPr>
          <a:xfrm>
            <a:off x="4634784" y="993785"/>
            <a:ext cx="4052016" cy="369332"/>
          </a:xfrm>
          <a:prstGeom prst="rect">
            <a:avLst/>
          </a:prstGeom>
          <a:noFill/>
        </p:spPr>
        <p:txBody>
          <a:bodyPr wrap="square">
            <a:spAutoFit/>
          </a:bodyPr>
          <a:lstStyle/>
          <a:p>
            <a:pPr algn="ctr"/>
            <a:r>
              <a:rPr lang="en-US" sz="1800" dirty="0">
                <a:solidFill>
                  <a:schemeClr val="accent2">
                    <a:lumMod val="20000"/>
                    <a:lumOff val="80000"/>
                  </a:schemeClr>
                </a:solidFill>
              </a:rPr>
              <a:t>Reactive Controller</a:t>
            </a:r>
          </a:p>
        </p:txBody>
      </p:sp>
      <p:sp>
        <p:nvSpPr>
          <p:cNvPr id="24" name="TextBox 23">
            <a:extLst>
              <a:ext uri="{FF2B5EF4-FFF2-40B4-BE49-F238E27FC236}">
                <a16:creationId xmlns:a16="http://schemas.microsoft.com/office/drawing/2014/main" id="{7955AC53-76B9-9CF8-38BC-7DE59DEC74CA}"/>
              </a:ext>
            </a:extLst>
          </p:cNvPr>
          <p:cNvSpPr txBox="1"/>
          <p:nvPr/>
        </p:nvSpPr>
        <p:spPr>
          <a:xfrm>
            <a:off x="365760" y="993785"/>
            <a:ext cx="4040250" cy="369332"/>
          </a:xfrm>
          <a:prstGeom prst="rect">
            <a:avLst/>
          </a:prstGeom>
          <a:noFill/>
        </p:spPr>
        <p:txBody>
          <a:bodyPr wrap="square">
            <a:spAutoFit/>
          </a:bodyPr>
          <a:lstStyle/>
          <a:p>
            <a:pPr algn="ctr"/>
            <a:r>
              <a:rPr lang="en-US" sz="1800" dirty="0">
                <a:solidFill>
                  <a:schemeClr val="accent2">
                    <a:lumMod val="20000"/>
                    <a:lumOff val="80000"/>
                  </a:schemeClr>
                </a:solidFill>
              </a:rPr>
              <a:t>Fixed-Schedule Controller</a:t>
            </a:r>
          </a:p>
        </p:txBody>
      </p:sp>
      <p:cxnSp>
        <p:nvCxnSpPr>
          <p:cNvPr id="30" name="Straight Connector 29">
            <a:extLst>
              <a:ext uri="{FF2B5EF4-FFF2-40B4-BE49-F238E27FC236}">
                <a16:creationId xmlns:a16="http://schemas.microsoft.com/office/drawing/2014/main" id="{9FB3F0FB-4256-9612-AF92-9589419284FD}"/>
              </a:ext>
            </a:extLst>
          </p:cNvPr>
          <p:cNvCxnSpPr>
            <a:cxnSpLocks/>
          </p:cNvCxnSpPr>
          <p:nvPr/>
        </p:nvCxnSpPr>
        <p:spPr>
          <a:xfrm>
            <a:off x="4509216" y="993785"/>
            <a:ext cx="0" cy="3905102"/>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26C6B8B-D095-6F88-2306-C329F58A54BE}"/>
                  </a:ext>
                </a:extLst>
              </p:cNvPr>
              <p:cNvSpPr txBox="1"/>
              <p:nvPr/>
            </p:nvSpPr>
            <p:spPr>
              <a:xfrm>
                <a:off x="365760" y="1496437"/>
                <a:ext cx="4017888" cy="12404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2">
                                  <a:lumMod val="10000"/>
                                  <a:lumOff val="90000"/>
                                </a:schemeClr>
                              </a:solidFill>
                              <a:latin typeface="Cambria Math" panose="02040503050406030204" pitchFamily="18" charset="0"/>
                            </a:rPr>
                          </m:ctrlPr>
                        </m:sSubPr>
                        <m:e>
                          <m:r>
                            <a:rPr lang="en-US" b="0" i="1" smtClean="0">
                              <a:solidFill>
                                <a:schemeClr val="bg2">
                                  <a:lumMod val="10000"/>
                                  <a:lumOff val="90000"/>
                                </a:schemeClr>
                              </a:solidFill>
                              <a:latin typeface="Cambria Math" panose="02040503050406030204" pitchFamily="18" charset="0"/>
                            </a:rPr>
                            <m:t>𝑤</m:t>
                          </m:r>
                        </m:e>
                        <m:sub>
                          <m:r>
                            <a:rPr lang="en-US" b="0" i="1" smtClean="0">
                              <a:solidFill>
                                <a:schemeClr val="bg2">
                                  <a:lumMod val="10000"/>
                                  <a:lumOff val="90000"/>
                                </a:schemeClr>
                              </a:solidFill>
                              <a:latin typeface="Cambria Math" panose="02040503050406030204" pitchFamily="18" charset="0"/>
                            </a:rPr>
                            <m:t>𝑗</m:t>
                          </m:r>
                        </m:sub>
                      </m:sSub>
                      <m:r>
                        <a:rPr lang="en-US" b="0" i="1" smtClean="0">
                          <a:solidFill>
                            <a:schemeClr val="bg2">
                              <a:lumMod val="10000"/>
                              <a:lumOff val="90000"/>
                            </a:schemeClr>
                          </a:solidFill>
                          <a:latin typeface="Cambria Math" panose="02040503050406030204" pitchFamily="18" charset="0"/>
                        </a:rPr>
                        <m:t>=</m:t>
                      </m:r>
                      <m:f>
                        <m:fPr>
                          <m:ctrlPr>
                            <a:rPr lang="en-US" b="0" i="1" smtClean="0">
                              <a:solidFill>
                                <a:schemeClr val="bg2">
                                  <a:lumMod val="10000"/>
                                  <a:lumOff val="90000"/>
                                </a:schemeClr>
                              </a:solidFill>
                              <a:latin typeface="Cambria Math" panose="02040503050406030204" pitchFamily="18" charset="0"/>
                            </a:rPr>
                          </m:ctrlPr>
                        </m:fPr>
                        <m:num>
                          <m:r>
                            <a:rPr lang="en-US" b="0" i="1" smtClean="0">
                              <a:solidFill>
                                <a:schemeClr val="bg2">
                                  <a:lumMod val="10000"/>
                                  <a:lumOff val="90000"/>
                                </a:schemeClr>
                              </a:solidFill>
                              <a:latin typeface="Cambria Math" panose="02040503050406030204" pitchFamily="18" charset="0"/>
                            </a:rPr>
                            <m:t>2</m:t>
                          </m:r>
                          <m:d>
                            <m:dPr>
                              <m:ctrlPr>
                                <a:rPr lang="en-US" b="0" i="1" smtClean="0">
                                  <a:solidFill>
                                    <a:schemeClr val="bg2">
                                      <a:lumMod val="10000"/>
                                      <a:lumOff val="90000"/>
                                    </a:schemeClr>
                                  </a:solidFill>
                                  <a:latin typeface="Cambria Math" panose="02040503050406030204" pitchFamily="18" charset="0"/>
                                </a:rPr>
                              </m:ctrlPr>
                            </m:dPr>
                            <m:e>
                              <m:r>
                                <a:rPr lang="en-US" b="0" i="1" smtClean="0">
                                  <a:solidFill>
                                    <a:schemeClr val="bg2">
                                      <a:lumMod val="10000"/>
                                      <a:lumOff val="90000"/>
                                    </a:schemeClr>
                                  </a:solidFill>
                                  <a:latin typeface="Cambria Math" panose="02040503050406030204" pitchFamily="18" charset="0"/>
                                </a:rPr>
                                <m:t>𝑘</m:t>
                              </m:r>
                              <m:r>
                                <a:rPr lang="en-US" b="0" i="1" smtClean="0">
                                  <a:solidFill>
                                    <a:schemeClr val="bg2">
                                      <a:lumMod val="10000"/>
                                      <a:lumOff val="90000"/>
                                    </a:schemeClr>
                                  </a:solidFill>
                                  <a:latin typeface="Cambria Math" panose="02040503050406030204" pitchFamily="18" charset="0"/>
                                </a:rPr>
                                <m:t>−</m:t>
                              </m:r>
                              <m:r>
                                <a:rPr lang="en-US" b="0" i="1" smtClean="0">
                                  <a:solidFill>
                                    <a:schemeClr val="bg2">
                                      <a:lumMod val="10000"/>
                                      <a:lumOff val="90000"/>
                                    </a:schemeClr>
                                  </a:solidFill>
                                  <a:latin typeface="Cambria Math" panose="02040503050406030204" pitchFamily="18" charset="0"/>
                                </a:rPr>
                                <m:t>𝑗</m:t>
                              </m:r>
                              <m:r>
                                <a:rPr lang="en-US" b="0" i="1" smtClean="0">
                                  <a:solidFill>
                                    <a:schemeClr val="bg2">
                                      <a:lumMod val="10000"/>
                                      <a:lumOff val="90000"/>
                                    </a:schemeClr>
                                  </a:solidFill>
                                  <a:latin typeface="Cambria Math" panose="02040503050406030204" pitchFamily="18" charset="0"/>
                                </a:rPr>
                                <m:t>+1</m:t>
                              </m:r>
                            </m:e>
                          </m:d>
                        </m:num>
                        <m:den>
                          <m:r>
                            <a:rPr lang="en-US" b="0" i="1" smtClean="0">
                              <a:solidFill>
                                <a:schemeClr val="bg2">
                                  <a:lumMod val="10000"/>
                                  <a:lumOff val="90000"/>
                                </a:schemeClr>
                              </a:solidFill>
                              <a:latin typeface="Cambria Math" panose="02040503050406030204" pitchFamily="18" charset="0"/>
                            </a:rPr>
                            <m:t>𝐾</m:t>
                          </m:r>
                          <m:d>
                            <m:dPr>
                              <m:ctrlPr>
                                <a:rPr lang="en-US" b="0" i="1" smtClean="0">
                                  <a:solidFill>
                                    <a:schemeClr val="bg2">
                                      <a:lumMod val="10000"/>
                                      <a:lumOff val="90000"/>
                                    </a:schemeClr>
                                  </a:solidFill>
                                  <a:latin typeface="Cambria Math" panose="02040503050406030204" pitchFamily="18" charset="0"/>
                                </a:rPr>
                              </m:ctrlPr>
                            </m:dPr>
                            <m:e>
                              <m:r>
                                <a:rPr lang="en-US" b="0" i="1" smtClean="0">
                                  <a:solidFill>
                                    <a:schemeClr val="bg2">
                                      <a:lumMod val="10000"/>
                                      <a:lumOff val="90000"/>
                                    </a:schemeClr>
                                  </a:solidFill>
                                  <a:latin typeface="Cambria Math" panose="02040503050406030204" pitchFamily="18" charset="0"/>
                                </a:rPr>
                                <m:t>𝐾</m:t>
                              </m:r>
                              <m:r>
                                <a:rPr lang="en-US" b="0" i="1" smtClean="0">
                                  <a:solidFill>
                                    <a:schemeClr val="bg2">
                                      <a:lumMod val="10000"/>
                                      <a:lumOff val="90000"/>
                                    </a:schemeClr>
                                  </a:solidFill>
                                  <a:latin typeface="Cambria Math" panose="02040503050406030204" pitchFamily="18" charset="0"/>
                                </a:rPr>
                                <m:t>+1</m:t>
                              </m:r>
                            </m:e>
                          </m:d>
                        </m:den>
                      </m:f>
                      <m:r>
                        <a:rPr lang="en-US" b="0" i="1" smtClean="0">
                          <a:solidFill>
                            <a:schemeClr val="bg2">
                              <a:lumMod val="10000"/>
                              <a:lumOff val="90000"/>
                            </a:schemeClr>
                          </a:solidFill>
                          <a:latin typeface="Cambria Math" panose="02040503050406030204" pitchFamily="18" charset="0"/>
                        </a:rPr>
                        <m:t>, </m:t>
                      </m:r>
                      <m:r>
                        <a:rPr lang="en-US" b="0" i="1" smtClean="0">
                          <a:solidFill>
                            <a:schemeClr val="bg2">
                              <a:lumMod val="10000"/>
                              <a:lumOff val="90000"/>
                            </a:schemeClr>
                          </a:solidFill>
                          <a:latin typeface="Cambria Math" panose="02040503050406030204" pitchFamily="18" charset="0"/>
                        </a:rPr>
                        <m:t>𝑗</m:t>
                      </m:r>
                      <m:r>
                        <a:rPr lang="en-US" b="0" i="1" smtClean="0">
                          <a:solidFill>
                            <a:schemeClr val="bg2">
                              <a:lumMod val="10000"/>
                              <a:lumOff val="90000"/>
                            </a:schemeClr>
                          </a:solidFill>
                          <a:latin typeface="Cambria Math" panose="02040503050406030204" pitchFamily="18" charset="0"/>
                        </a:rPr>
                        <m:t>=1,2,…,</m:t>
                      </m:r>
                      <m:r>
                        <a:rPr lang="en-US" b="0" i="1" smtClean="0">
                          <a:solidFill>
                            <a:schemeClr val="bg2">
                              <a:lumMod val="10000"/>
                              <a:lumOff val="90000"/>
                            </a:schemeClr>
                          </a:solidFill>
                          <a:latin typeface="Cambria Math" panose="02040503050406030204" pitchFamily="18" charset="0"/>
                        </a:rPr>
                        <m:t>𝐾</m:t>
                      </m:r>
                      <m:r>
                        <a:rPr lang="en-US" b="0" i="1" smtClean="0">
                          <a:solidFill>
                            <a:schemeClr val="bg2">
                              <a:lumMod val="10000"/>
                              <a:lumOff val="90000"/>
                            </a:schemeClr>
                          </a:solidFill>
                          <a:latin typeface="Cambria Math" panose="02040503050406030204" pitchFamily="18" charset="0"/>
                        </a:rPr>
                        <m:t>=19</m:t>
                      </m:r>
                    </m:oMath>
                  </m:oMathPara>
                </a14:m>
                <a:endParaRPr lang="en-US" b="0" i="1" dirty="0">
                  <a:solidFill>
                    <a:schemeClr val="bg2">
                      <a:lumMod val="10000"/>
                      <a:lumOff val="90000"/>
                    </a:schemeClr>
                  </a:solidFill>
                  <a:latin typeface="Cambria Math" panose="02040503050406030204" pitchFamily="18" charset="0"/>
                </a:endParaRPr>
              </a:p>
              <a:p>
                <a:endParaRPr lang="en-US" b="0" i="1" dirty="0">
                  <a:solidFill>
                    <a:schemeClr val="bg2">
                      <a:lumMod val="10000"/>
                      <a:lumOff val="9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Sup>
                        <m:sSubSupPr>
                          <m:ctrlPr>
                            <a:rPr lang="en-US" b="0" i="1" smtClean="0">
                              <a:solidFill>
                                <a:schemeClr val="bg2">
                                  <a:lumMod val="10000"/>
                                  <a:lumOff val="90000"/>
                                </a:schemeClr>
                              </a:solidFill>
                              <a:latin typeface="Cambria Math" panose="02040503050406030204" pitchFamily="18" charset="0"/>
                            </a:rPr>
                          </m:ctrlPr>
                        </m:sSubSupPr>
                        <m:e>
                          <m:r>
                            <a:rPr lang="en-US" b="0" i="1" smtClean="0">
                              <a:solidFill>
                                <a:schemeClr val="bg2">
                                  <a:lumMod val="10000"/>
                                  <a:lumOff val="90000"/>
                                </a:schemeClr>
                              </a:solidFill>
                              <a:latin typeface="Cambria Math" panose="02040503050406030204" pitchFamily="18" charset="0"/>
                            </a:rPr>
                            <m:t>𝑢</m:t>
                          </m:r>
                        </m:e>
                        <m:sub>
                          <m:r>
                            <a:rPr lang="en-US" b="0" i="1" smtClean="0">
                              <a:solidFill>
                                <a:schemeClr val="bg2">
                                  <a:lumMod val="10000"/>
                                  <a:lumOff val="90000"/>
                                </a:schemeClr>
                              </a:solidFill>
                              <a:latin typeface="Cambria Math" panose="02040503050406030204" pitchFamily="18" charset="0"/>
                            </a:rPr>
                            <m:t>𝑓𝑖𝑥𝑒𝑑</m:t>
                          </m:r>
                        </m:sub>
                        <m:sup>
                          <m:r>
                            <a:rPr lang="en-US" b="0" i="1" smtClean="0">
                              <a:solidFill>
                                <a:schemeClr val="bg2">
                                  <a:lumMod val="10000"/>
                                  <a:lumOff val="90000"/>
                                </a:schemeClr>
                              </a:solidFill>
                              <a:latin typeface="Cambria Math" panose="02040503050406030204" pitchFamily="18" charset="0"/>
                            </a:rPr>
                            <m:t>𝑛</m:t>
                          </m:r>
                        </m:sup>
                      </m:sSubSup>
                      <m:d>
                        <m:dPr>
                          <m:ctrlPr>
                            <a:rPr lang="en-US" b="0" i="1" smtClean="0">
                              <a:solidFill>
                                <a:schemeClr val="bg2">
                                  <a:lumMod val="10000"/>
                                  <a:lumOff val="90000"/>
                                </a:schemeClr>
                              </a:solidFill>
                              <a:latin typeface="Cambria Math" panose="02040503050406030204" pitchFamily="18" charset="0"/>
                            </a:rPr>
                          </m:ctrlPr>
                        </m:dPr>
                        <m:e>
                          <m:r>
                            <a:rPr lang="en-US" b="0" i="1" smtClean="0">
                              <a:solidFill>
                                <a:schemeClr val="bg2">
                                  <a:lumMod val="10000"/>
                                  <a:lumOff val="90000"/>
                                </a:schemeClr>
                              </a:solidFill>
                              <a:latin typeface="Cambria Math" panose="02040503050406030204" pitchFamily="18" charset="0"/>
                            </a:rPr>
                            <m:t>𝑘</m:t>
                          </m:r>
                        </m:e>
                      </m:d>
                      <m:r>
                        <a:rPr lang="en-US" b="0" i="1" smtClean="0">
                          <a:solidFill>
                            <a:schemeClr val="bg2">
                              <a:lumMod val="10000"/>
                              <a:lumOff val="90000"/>
                            </a:schemeClr>
                          </a:solidFill>
                          <a:latin typeface="Cambria Math" panose="02040503050406030204" pitchFamily="18" charset="0"/>
                        </a:rPr>
                        <m:t>=</m:t>
                      </m:r>
                      <m:func>
                        <m:funcPr>
                          <m:ctrlPr>
                            <a:rPr lang="en-US" b="0" i="1" smtClean="0">
                              <a:solidFill>
                                <a:schemeClr val="bg2">
                                  <a:lumMod val="10000"/>
                                  <a:lumOff val="90000"/>
                                </a:schemeClr>
                              </a:solidFill>
                              <a:latin typeface="Cambria Math" panose="02040503050406030204" pitchFamily="18" charset="0"/>
                            </a:rPr>
                          </m:ctrlPr>
                        </m:funcPr>
                        <m:fName>
                          <m:r>
                            <m:rPr>
                              <m:sty m:val="p"/>
                            </m:rPr>
                            <a:rPr lang="en-US" b="0" i="0" smtClean="0">
                              <a:solidFill>
                                <a:schemeClr val="bg2">
                                  <a:lumMod val="10000"/>
                                  <a:lumOff val="90000"/>
                                </a:schemeClr>
                              </a:solidFill>
                              <a:latin typeface="Cambria Math" panose="02040503050406030204" pitchFamily="18" charset="0"/>
                            </a:rPr>
                            <m:t>min</m:t>
                          </m:r>
                        </m:fName>
                        <m:e>
                          <m:d>
                            <m:dPr>
                              <m:ctrlPr>
                                <a:rPr lang="en-US" b="0" i="1" smtClean="0">
                                  <a:solidFill>
                                    <a:schemeClr val="bg2">
                                      <a:lumMod val="10000"/>
                                      <a:lumOff val="90000"/>
                                    </a:schemeClr>
                                  </a:solidFill>
                                  <a:latin typeface="Cambria Math" panose="02040503050406030204" pitchFamily="18" charset="0"/>
                                </a:rPr>
                              </m:ctrlPr>
                            </m:dPr>
                            <m:e>
                              <m:f>
                                <m:fPr>
                                  <m:ctrlPr>
                                    <a:rPr lang="en-US" b="0" i="1" smtClean="0">
                                      <a:solidFill>
                                        <a:schemeClr val="bg2">
                                          <a:lumMod val="10000"/>
                                          <a:lumOff val="90000"/>
                                        </a:schemeClr>
                                      </a:solidFill>
                                      <a:latin typeface="Cambria Math" panose="02040503050406030204" pitchFamily="18" charset="0"/>
                                    </a:rPr>
                                  </m:ctrlPr>
                                </m:fPr>
                                <m:num>
                                  <m:sSub>
                                    <m:sSubPr>
                                      <m:ctrlPr>
                                        <a:rPr lang="en-US" b="0" i="1" smtClean="0">
                                          <a:solidFill>
                                            <a:schemeClr val="bg2">
                                              <a:lumMod val="10000"/>
                                              <a:lumOff val="90000"/>
                                            </a:schemeClr>
                                          </a:solidFill>
                                          <a:latin typeface="Cambria Math" panose="02040503050406030204" pitchFamily="18" charset="0"/>
                                        </a:rPr>
                                      </m:ctrlPr>
                                    </m:sSubPr>
                                    <m:e>
                                      <m:r>
                                        <a:rPr lang="en-US" b="0" i="1" smtClean="0">
                                          <a:solidFill>
                                            <a:schemeClr val="bg2">
                                              <a:lumMod val="10000"/>
                                              <a:lumOff val="90000"/>
                                            </a:schemeClr>
                                          </a:solidFill>
                                          <a:latin typeface="Cambria Math" panose="02040503050406030204" pitchFamily="18" charset="0"/>
                                        </a:rPr>
                                        <m:t>𝑤</m:t>
                                      </m:r>
                                    </m:e>
                                    <m:sub>
                                      <m:r>
                                        <a:rPr lang="en-US" b="0" i="1" smtClean="0">
                                          <a:solidFill>
                                            <a:schemeClr val="bg2">
                                              <a:lumMod val="10000"/>
                                              <a:lumOff val="90000"/>
                                            </a:schemeClr>
                                          </a:solidFill>
                                          <a:latin typeface="Cambria Math" panose="02040503050406030204" pitchFamily="18" charset="0"/>
                                        </a:rPr>
                                        <m:t>𝑗</m:t>
                                      </m:r>
                                    </m:sub>
                                  </m:sSub>
                                  <m:sSub>
                                    <m:sSubPr>
                                      <m:ctrlPr>
                                        <a:rPr lang="en-US" b="0" i="1" smtClean="0">
                                          <a:solidFill>
                                            <a:schemeClr val="bg2">
                                              <a:lumMod val="10000"/>
                                              <a:lumOff val="90000"/>
                                            </a:schemeClr>
                                          </a:solidFill>
                                          <a:latin typeface="Cambria Math" panose="02040503050406030204" pitchFamily="18" charset="0"/>
                                        </a:rPr>
                                      </m:ctrlPr>
                                    </m:sSubPr>
                                    <m:e>
                                      <m:r>
                                        <a:rPr lang="en-US" b="0" i="1" smtClean="0">
                                          <a:solidFill>
                                            <a:schemeClr val="bg2">
                                              <a:lumMod val="10000"/>
                                              <a:lumOff val="90000"/>
                                            </a:schemeClr>
                                          </a:solidFill>
                                          <a:latin typeface="Cambria Math" panose="02040503050406030204" pitchFamily="18" charset="0"/>
                                        </a:rPr>
                                        <m:t>𝑊</m:t>
                                      </m:r>
                                    </m:e>
                                    <m:sub>
                                      <m:r>
                                        <a:rPr lang="en-US" b="0" i="1" smtClean="0">
                                          <a:solidFill>
                                            <a:schemeClr val="bg2">
                                              <a:lumMod val="10000"/>
                                              <a:lumOff val="90000"/>
                                            </a:schemeClr>
                                          </a:solidFill>
                                          <a:latin typeface="Cambria Math" panose="02040503050406030204" pitchFamily="18" charset="0"/>
                                        </a:rPr>
                                        <m:t>𝑡𝑜𝑡𝑎𝑙</m:t>
                                      </m:r>
                                    </m:sub>
                                  </m:sSub>
                                </m:num>
                                <m:den>
                                  <m:r>
                                    <m:rPr>
                                      <m:sty m:val="p"/>
                                    </m:rPr>
                                    <a:rPr lang="en-US" b="0" i="0" smtClean="0">
                                      <a:solidFill>
                                        <a:schemeClr val="bg2">
                                          <a:lumMod val="10000"/>
                                          <a:lumOff val="90000"/>
                                        </a:schemeClr>
                                      </a:solidFill>
                                      <a:latin typeface="Cambria Math" panose="02040503050406030204" pitchFamily="18" charset="0"/>
                                    </a:rPr>
                                    <m:t>Δ</m:t>
                                  </m:r>
                                  <m:r>
                                    <a:rPr lang="en-US" b="0" i="1" smtClean="0">
                                      <a:solidFill>
                                        <a:schemeClr val="bg2">
                                          <a:lumMod val="10000"/>
                                          <a:lumOff val="90000"/>
                                        </a:schemeClr>
                                      </a:solidFill>
                                      <a:latin typeface="Cambria Math" panose="02040503050406030204" pitchFamily="18" charset="0"/>
                                    </a:rPr>
                                    <m:t>𝑗</m:t>
                                  </m:r>
                                  <m:d>
                                    <m:dPr>
                                      <m:ctrlPr>
                                        <a:rPr lang="en-US" b="0" i="1" smtClean="0">
                                          <a:solidFill>
                                            <a:schemeClr val="bg2">
                                              <a:lumMod val="10000"/>
                                              <a:lumOff val="90000"/>
                                            </a:schemeClr>
                                          </a:solidFill>
                                          <a:latin typeface="Cambria Math" panose="02040503050406030204" pitchFamily="18" charset="0"/>
                                        </a:rPr>
                                      </m:ctrlPr>
                                    </m:dPr>
                                    <m:e>
                                      <m:r>
                                        <a:rPr lang="en-US" b="0" i="1" smtClean="0">
                                          <a:solidFill>
                                            <a:schemeClr val="bg2">
                                              <a:lumMod val="10000"/>
                                              <a:lumOff val="90000"/>
                                            </a:schemeClr>
                                          </a:solidFill>
                                          <a:latin typeface="Cambria Math" panose="02040503050406030204" pitchFamily="18" charset="0"/>
                                        </a:rPr>
                                        <m:t>𝑘</m:t>
                                      </m:r>
                                    </m:e>
                                  </m:d>
                                </m:den>
                              </m:f>
                              <m:r>
                                <a:rPr lang="en-US" b="0" i="1" smtClean="0">
                                  <a:solidFill>
                                    <a:schemeClr val="bg2">
                                      <a:lumMod val="10000"/>
                                      <a:lumOff val="90000"/>
                                    </a:schemeClr>
                                  </a:solidFill>
                                  <a:latin typeface="Cambria Math" panose="02040503050406030204" pitchFamily="18" charset="0"/>
                                </a:rPr>
                                <m:t>,</m:t>
                              </m:r>
                              <m:sSub>
                                <m:sSubPr>
                                  <m:ctrlPr>
                                    <a:rPr lang="en-US" b="0" i="1" smtClean="0">
                                      <a:solidFill>
                                        <a:schemeClr val="bg2">
                                          <a:lumMod val="10000"/>
                                          <a:lumOff val="90000"/>
                                        </a:schemeClr>
                                      </a:solidFill>
                                      <a:latin typeface="Cambria Math" panose="02040503050406030204" pitchFamily="18" charset="0"/>
                                    </a:rPr>
                                  </m:ctrlPr>
                                </m:sSubPr>
                                <m:e>
                                  <m:r>
                                    <a:rPr lang="en-US" b="0" i="1" smtClean="0">
                                      <a:solidFill>
                                        <a:schemeClr val="bg2">
                                          <a:lumMod val="10000"/>
                                          <a:lumOff val="90000"/>
                                        </a:schemeClr>
                                      </a:solidFill>
                                      <a:latin typeface="Cambria Math" panose="02040503050406030204" pitchFamily="18" charset="0"/>
                                    </a:rPr>
                                    <m:t>𝑢</m:t>
                                  </m:r>
                                </m:e>
                                <m:sub>
                                  <m:r>
                                    <a:rPr lang="en-US" b="0" i="1" smtClean="0">
                                      <a:solidFill>
                                        <a:schemeClr val="bg2">
                                          <a:lumMod val="10000"/>
                                          <a:lumOff val="90000"/>
                                        </a:schemeClr>
                                      </a:solidFill>
                                      <a:latin typeface="Cambria Math" panose="02040503050406030204" pitchFamily="18" charset="0"/>
                                    </a:rPr>
                                    <m:t>𝑚𝑎𝑥</m:t>
                                  </m:r>
                                </m:sub>
                              </m:sSub>
                            </m:e>
                          </m:d>
                        </m:e>
                      </m:func>
                    </m:oMath>
                  </m:oMathPara>
                </a14:m>
                <a:endParaRPr lang="en-US" b="0" dirty="0">
                  <a:solidFill>
                    <a:schemeClr val="bg2">
                      <a:lumMod val="10000"/>
                      <a:lumOff val="90000"/>
                    </a:schemeClr>
                  </a:solidFill>
                </a:endParaRPr>
              </a:p>
            </p:txBody>
          </p:sp>
        </mc:Choice>
        <mc:Fallback xmlns="">
          <p:sp>
            <p:nvSpPr>
              <p:cNvPr id="35" name="TextBox 34">
                <a:extLst>
                  <a:ext uri="{FF2B5EF4-FFF2-40B4-BE49-F238E27FC236}">
                    <a16:creationId xmlns:a16="http://schemas.microsoft.com/office/drawing/2014/main" id="{226C6B8B-D095-6F88-2306-C329F58A54BE}"/>
                  </a:ext>
                </a:extLst>
              </p:cNvPr>
              <p:cNvSpPr txBox="1">
                <a:spLocks noRot="1" noChangeAspect="1" noMove="1" noResize="1" noEditPoints="1" noAdjustHandles="1" noChangeArrowheads="1" noChangeShapeType="1" noTextEdit="1"/>
              </p:cNvSpPr>
              <p:nvPr/>
            </p:nvSpPr>
            <p:spPr>
              <a:xfrm>
                <a:off x="365760" y="1496437"/>
                <a:ext cx="4017888" cy="1240404"/>
              </a:xfrm>
              <a:prstGeom prst="rect">
                <a:avLst/>
              </a:prstGeom>
              <a:blipFill>
                <a:blip r:embed="rId5"/>
                <a:stretch>
                  <a:fillRect/>
                </a:stretch>
              </a:blipFill>
            </p:spPr>
            <p:txBody>
              <a:bodyPr/>
              <a:lstStyle/>
              <a:p>
                <a:r>
                  <a:rPr lang="en-US">
                    <a:noFill/>
                  </a:rPr>
                  <a:t> </a:t>
                </a:r>
              </a:p>
            </p:txBody>
          </p:sp>
        </mc:Fallback>
      </mc:AlternateContent>
      <p:sp>
        <p:nvSpPr>
          <p:cNvPr id="39" name="Google Shape;178;p3">
            <a:extLst>
              <a:ext uri="{FF2B5EF4-FFF2-40B4-BE49-F238E27FC236}">
                <a16:creationId xmlns:a16="http://schemas.microsoft.com/office/drawing/2014/main" id="{9C8B85D7-8091-DF1E-F279-E9DCABA05046}"/>
              </a:ext>
            </a:extLst>
          </p:cNvPr>
          <p:cNvSpPr txBox="1"/>
          <p:nvPr/>
        </p:nvSpPr>
        <p:spPr>
          <a:xfrm>
            <a:off x="8633460" y="4800600"/>
            <a:ext cx="24384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dirty="0">
                <a:solidFill>
                  <a:schemeClr val="lt2"/>
                </a:solidFill>
              </a:rPr>
              <a:t>8</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569046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id="{12793F70-3F4A-B507-DCBB-DABC9C7BA175}"/>
            </a:ext>
          </a:extLst>
        </p:cNvPr>
        <p:cNvGrpSpPr/>
        <p:nvPr/>
      </p:nvGrpSpPr>
      <p:grpSpPr>
        <a:xfrm>
          <a:off x="0" y="0"/>
          <a:ext cx="0" cy="0"/>
          <a:chOff x="0" y="0"/>
          <a:chExt cx="0" cy="0"/>
        </a:xfrm>
      </p:grpSpPr>
      <p:sp>
        <p:nvSpPr>
          <p:cNvPr id="4" name="Google Shape;203;p8">
            <a:extLst>
              <a:ext uri="{FF2B5EF4-FFF2-40B4-BE49-F238E27FC236}">
                <a16:creationId xmlns:a16="http://schemas.microsoft.com/office/drawing/2014/main" id="{AD2DFDEF-728E-394B-C819-0FA7F6D36BBB}"/>
              </a:ext>
            </a:extLst>
          </p:cNvPr>
          <p:cNvSpPr txBox="1"/>
          <p:nvPr/>
        </p:nvSpPr>
        <p:spPr>
          <a:xfrm>
            <a:off x="303846" y="309209"/>
            <a:ext cx="8457660" cy="553957"/>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3600"/>
              <a:buFont typeface="Arial"/>
              <a:buNone/>
            </a:pPr>
            <a:r>
              <a:rPr lang="en-US" sz="3000" b="1" dirty="0">
                <a:solidFill>
                  <a:schemeClr val="lt2"/>
                </a:solidFill>
                <a:latin typeface="Times New Roman"/>
                <a:ea typeface="Times New Roman"/>
                <a:cs typeface="Times New Roman"/>
                <a:sym typeface="Times New Roman"/>
              </a:rPr>
              <a:t>MPC Problem Statement</a:t>
            </a:r>
            <a:endParaRPr sz="3000" b="1" i="0" u="none" strike="noStrike" cap="none" dirty="0">
              <a:solidFill>
                <a:schemeClr val="lt2"/>
              </a:solidFill>
              <a:latin typeface="Times New Roman"/>
              <a:ea typeface="Times New Roman"/>
              <a:cs typeface="Times New Roman"/>
              <a:sym typeface="Times New Roman"/>
            </a:endParaRPr>
          </a:p>
        </p:txBody>
      </p:sp>
      <mc:AlternateContent xmlns:mc="http://schemas.openxmlformats.org/markup-compatibility/2006" xmlns:a14="http://schemas.microsoft.com/office/drawing/2010/main">
        <mc:Choice Requires="a14">
          <p:sp>
            <p:nvSpPr>
              <p:cNvPr id="14" name="Google Shape;204;p8">
                <a:extLst>
                  <a:ext uri="{FF2B5EF4-FFF2-40B4-BE49-F238E27FC236}">
                    <a16:creationId xmlns:a16="http://schemas.microsoft.com/office/drawing/2014/main" id="{8790FC3C-2597-C387-BFF5-4FCC3770F60D}"/>
                  </a:ext>
                </a:extLst>
              </p:cNvPr>
              <p:cNvSpPr/>
              <p:nvPr/>
            </p:nvSpPr>
            <p:spPr>
              <a:xfrm>
                <a:off x="5881594" y="1910425"/>
                <a:ext cx="2879911" cy="655259"/>
              </a:xfrm>
              <a:prstGeom prst="round2SameRect">
                <a:avLst>
                  <a:gd name="adj1" fmla="val 10146"/>
                  <a:gd name="adj2" fmla="val 8115"/>
                </a:avLst>
              </a:prstGeom>
              <a:noFill/>
              <a:ln w="9525" cap="flat" cmpd="sng">
                <a:solidFill>
                  <a:schemeClr val="bg1">
                    <a:lumMod val="20000"/>
                    <a:lumOff val="80000"/>
                  </a:schemeClr>
                </a:solidFill>
                <a:prstDash val="solid"/>
                <a:round/>
                <a:headEnd type="none" w="sm" len="sm"/>
                <a:tailEnd type="none" w="sm" len="sm"/>
              </a:ln>
            </p:spPr>
            <p:txBody>
              <a:bodyPr spcFirstLastPara="1" wrap="square" lIns="91425" tIns="45700" rIns="91425" bIns="45700" anchor="t" anchorCtr="0">
                <a:noAutofit/>
              </a:bodyPr>
              <a:lstStyle/>
              <a:p>
                <a:pPr lvl="0">
                  <a:buSzPts val="1400"/>
                </a:pPr>
                <a14:m>
                  <m:oMathPara xmlns:m="http://schemas.openxmlformats.org/officeDocument/2006/math">
                    <m:oMathParaPr>
                      <m:jc m:val="centerGroup"/>
                    </m:oMathParaPr>
                    <m:oMath xmlns:m="http://schemas.openxmlformats.org/officeDocument/2006/math">
                      <m:sSub>
                        <m:sSubPr>
                          <m:ctrlPr>
                            <a:rPr lang="en-US" sz="1200" b="0" i="1" smtClean="0">
                              <a:solidFill>
                                <a:schemeClr val="accent2">
                                  <a:lumMod val="20000"/>
                                  <a:lumOff val="80000"/>
                                </a:schemeClr>
                              </a:solidFill>
                              <a:latin typeface="Cambria Math" panose="02040503050406030204" pitchFamily="18" charset="0"/>
                            </a:rPr>
                          </m:ctrlPr>
                        </m:sSubPr>
                        <m:e>
                          <m:r>
                            <a:rPr lang="en-US" sz="1200" b="0" i="1" smtClean="0">
                              <a:solidFill>
                                <a:schemeClr val="accent2">
                                  <a:lumMod val="20000"/>
                                  <a:lumOff val="80000"/>
                                </a:schemeClr>
                              </a:solidFill>
                              <a:latin typeface="Cambria Math" panose="02040503050406030204" pitchFamily="18" charset="0"/>
                            </a:rPr>
                            <m:t>𝐽</m:t>
                          </m:r>
                        </m:e>
                        <m:sub>
                          <m:r>
                            <a:rPr lang="en-US" sz="1200" b="0" i="1" smtClean="0">
                              <a:solidFill>
                                <a:schemeClr val="accent2">
                                  <a:lumMod val="20000"/>
                                  <a:lumOff val="80000"/>
                                </a:schemeClr>
                              </a:solidFill>
                              <a:latin typeface="Cambria Math" panose="02040503050406030204" pitchFamily="18" charset="0"/>
                            </a:rPr>
                            <m:t>𝑜𝑣𝑒𝑟𝐹𝐶</m:t>
                          </m:r>
                        </m:sub>
                      </m:sSub>
                      <m:r>
                        <a:rPr lang="en-US" sz="1200" b="0" i="1" smtClean="0">
                          <a:solidFill>
                            <a:schemeClr val="accent2">
                              <a:lumMod val="20000"/>
                              <a:lumOff val="80000"/>
                            </a:schemeClr>
                          </a:solidFill>
                          <a:latin typeface="Cambria Math" panose="02040503050406030204" pitchFamily="18" charset="0"/>
                        </a:rPr>
                        <m:t>=</m:t>
                      </m:r>
                      <m:f>
                        <m:fPr>
                          <m:ctrlPr>
                            <a:rPr lang="en-US" sz="1200" i="1">
                              <a:solidFill>
                                <a:schemeClr val="accent2">
                                  <a:lumMod val="20000"/>
                                  <a:lumOff val="80000"/>
                                </a:schemeClr>
                              </a:solidFill>
                              <a:latin typeface="Cambria Math" panose="02040503050406030204" pitchFamily="18" charset="0"/>
                            </a:rPr>
                          </m:ctrlPr>
                        </m:fPr>
                        <m:num>
                          <m:r>
                            <a:rPr lang="en-US" sz="1200" i="1">
                              <a:solidFill>
                                <a:schemeClr val="accent2">
                                  <a:lumMod val="20000"/>
                                  <a:lumOff val="80000"/>
                                </a:schemeClr>
                              </a:solidFill>
                              <a:latin typeface="Cambria Math" panose="02040503050406030204" pitchFamily="18" charset="0"/>
                            </a:rPr>
                            <m:t>1</m:t>
                          </m:r>
                        </m:num>
                        <m:den>
                          <m:r>
                            <a:rPr lang="en-US" sz="1200" i="1">
                              <a:solidFill>
                                <a:schemeClr val="accent2">
                                  <a:lumMod val="20000"/>
                                  <a:lumOff val="80000"/>
                                </a:schemeClr>
                              </a:solidFill>
                              <a:latin typeface="Cambria Math" panose="02040503050406030204" pitchFamily="18" charset="0"/>
                            </a:rPr>
                            <m:t>𝑁</m:t>
                          </m:r>
                          <m:r>
                            <a:rPr lang="en-US" sz="1200" i="1">
                              <a:solidFill>
                                <a:schemeClr val="accent2">
                                  <a:lumMod val="20000"/>
                                  <a:lumOff val="80000"/>
                                </a:schemeClr>
                              </a:solidFill>
                              <a:latin typeface="Cambria Math" panose="02040503050406030204" pitchFamily="18" charset="0"/>
                            </a:rPr>
                            <m:t>⋅</m:t>
                          </m:r>
                          <m:sSub>
                            <m:sSubPr>
                              <m:ctrlPr>
                                <a:rPr lang="en-US" sz="1200" i="1">
                                  <a:solidFill>
                                    <a:schemeClr val="accent2">
                                      <a:lumMod val="20000"/>
                                      <a:lumOff val="80000"/>
                                    </a:schemeClr>
                                  </a:solidFill>
                                  <a:latin typeface="Cambria Math" panose="02040503050406030204" pitchFamily="18" charset="0"/>
                                </a:rPr>
                              </m:ctrlPr>
                            </m:sSubPr>
                            <m:e>
                              <m:r>
                                <a:rPr lang="en-US" sz="1200" b="0" i="1" smtClean="0">
                                  <a:solidFill>
                                    <a:schemeClr val="accent2">
                                      <a:lumMod val="20000"/>
                                      <a:lumOff val="80000"/>
                                    </a:schemeClr>
                                  </a:solidFill>
                                  <a:latin typeface="Cambria Math" panose="02040503050406030204" pitchFamily="18" charset="0"/>
                                </a:rPr>
                                <m:t>𝑥</m:t>
                              </m:r>
                            </m:e>
                            <m:sub>
                              <m:r>
                                <a:rPr lang="en-US" sz="1200" b="0" i="1" smtClean="0">
                                  <a:solidFill>
                                    <a:schemeClr val="accent2">
                                      <a:lumMod val="20000"/>
                                      <a:lumOff val="80000"/>
                                    </a:schemeClr>
                                  </a:solidFill>
                                  <a:latin typeface="Cambria Math" panose="02040503050406030204" pitchFamily="18" charset="0"/>
                                </a:rPr>
                                <m:t>5,   </m:t>
                              </m:r>
                              <m:r>
                                <a:rPr lang="en-US" sz="1200" b="0" i="1" smtClean="0">
                                  <a:solidFill>
                                    <a:schemeClr val="accent2">
                                      <a:lumMod val="20000"/>
                                      <a:lumOff val="80000"/>
                                    </a:schemeClr>
                                  </a:solidFill>
                                  <a:latin typeface="Cambria Math" panose="02040503050406030204" pitchFamily="18" charset="0"/>
                                </a:rPr>
                                <m:t>𝑟𝑒𝑓</m:t>
                              </m:r>
                            </m:sub>
                          </m:sSub>
                          <m:r>
                            <a:rPr lang="en-US" sz="1200" i="1">
                              <a:solidFill>
                                <a:schemeClr val="accent2">
                                  <a:lumMod val="20000"/>
                                  <a:lumOff val="80000"/>
                                </a:schemeClr>
                              </a:solidFill>
                              <a:latin typeface="Cambria Math" panose="02040503050406030204" pitchFamily="18" charset="0"/>
                            </a:rPr>
                            <m:t>⋅</m:t>
                          </m:r>
                          <m:sSub>
                            <m:sSubPr>
                              <m:ctrlPr>
                                <a:rPr lang="en-US" sz="1200" i="1">
                                  <a:solidFill>
                                    <a:schemeClr val="accent2">
                                      <a:lumMod val="20000"/>
                                      <a:lumOff val="80000"/>
                                    </a:schemeClr>
                                  </a:solidFill>
                                  <a:latin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rPr>
                                <m:t>𝐻</m:t>
                              </m:r>
                            </m:e>
                            <m:sub>
                              <m:r>
                                <a:rPr lang="en-US" sz="1200" i="1">
                                  <a:solidFill>
                                    <a:schemeClr val="accent2">
                                      <a:lumMod val="20000"/>
                                      <a:lumOff val="80000"/>
                                    </a:schemeClr>
                                  </a:solidFill>
                                  <a:latin typeface="Cambria Math" panose="02040503050406030204" pitchFamily="18" charset="0"/>
                                </a:rPr>
                                <m:t>𝑝</m:t>
                              </m:r>
                            </m:sub>
                          </m:sSub>
                        </m:den>
                      </m:f>
                      <m:nary>
                        <m:naryPr>
                          <m:chr m:val="∑"/>
                          <m:ctrlPr>
                            <a:rPr lang="en-US" sz="1200" i="1">
                              <a:solidFill>
                                <a:schemeClr val="accent2">
                                  <a:lumMod val="20000"/>
                                  <a:lumOff val="80000"/>
                                </a:schemeClr>
                              </a:solidFill>
                              <a:latin typeface="Cambria Math" panose="02040503050406030204" pitchFamily="18" charset="0"/>
                            </a:rPr>
                          </m:ctrlPr>
                        </m:naryPr>
                        <m:sub>
                          <m:r>
                            <m:rPr>
                              <m:brk m:alnAt="23"/>
                            </m:rPr>
                            <a:rPr lang="en-US" sz="1200" i="1">
                              <a:solidFill>
                                <a:schemeClr val="accent2">
                                  <a:lumMod val="20000"/>
                                  <a:lumOff val="80000"/>
                                </a:schemeClr>
                              </a:solidFill>
                              <a:latin typeface="Cambria Math" panose="02040503050406030204" pitchFamily="18" charset="0"/>
                            </a:rPr>
                            <m:t>𝑗</m:t>
                          </m:r>
                          <m:r>
                            <a:rPr lang="en-US" sz="1200" i="1">
                              <a:solidFill>
                                <a:schemeClr val="accent2">
                                  <a:lumMod val="20000"/>
                                  <a:lumOff val="80000"/>
                                </a:schemeClr>
                              </a:solidFill>
                              <a:latin typeface="Cambria Math" panose="02040503050406030204" pitchFamily="18" charset="0"/>
                            </a:rPr>
                            <m:t>=</m:t>
                          </m:r>
                          <m:r>
                            <a:rPr lang="en-US" sz="1200" i="1">
                              <a:solidFill>
                                <a:schemeClr val="accent2">
                                  <a:lumMod val="20000"/>
                                  <a:lumOff val="80000"/>
                                </a:schemeClr>
                              </a:solidFill>
                              <a:latin typeface="Cambria Math" panose="02040503050406030204" pitchFamily="18" charset="0"/>
                            </a:rPr>
                            <m:t>𝑘</m:t>
                          </m:r>
                        </m:sub>
                        <m:sup>
                          <m:r>
                            <a:rPr lang="en-US" sz="1200" i="1">
                              <a:solidFill>
                                <a:schemeClr val="accent2">
                                  <a:lumMod val="20000"/>
                                  <a:lumOff val="80000"/>
                                </a:schemeClr>
                              </a:solidFill>
                              <a:latin typeface="Cambria Math" panose="02040503050406030204" pitchFamily="18" charset="0"/>
                            </a:rPr>
                            <m:t>𝑘</m:t>
                          </m:r>
                          <m:r>
                            <a:rPr lang="en-US" sz="1200" i="1">
                              <a:solidFill>
                                <a:schemeClr val="accent2">
                                  <a:lumMod val="20000"/>
                                  <a:lumOff val="80000"/>
                                </a:schemeClr>
                              </a:solidFill>
                              <a:latin typeface="Cambria Math" panose="02040503050406030204" pitchFamily="18" charset="0"/>
                            </a:rPr>
                            <m:t>+</m:t>
                          </m:r>
                          <m:sSub>
                            <m:sSubPr>
                              <m:ctrlPr>
                                <a:rPr lang="en-US" sz="1200" i="1">
                                  <a:solidFill>
                                    <a:schemeClr val="accent2">
                                      <a:lumMod val="20000"/>
                                      <a:lumOff val="80000"/>
                                    </a:schemeClr>
                                  </a:solidFill>
                                  <a:latin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rPr>
                                <m:t>𝐻</m:t>
                              </m:r>
                            </m:e>
                            <m:sub>
                              <m:r>
                                <a:rPr lang="en-US" sz="1200" i="1">
                                  <a:solidFill>
                                    <a:schemeClr val="accent2">
                                      <a:lumMod val="20000"/>
                                      <a:lumOff val="80000"/>
                                    </a:schemeClr>
                                  </a:solidFill>
                                  <a:latin typeface="Cambria Math" panose="02040503050406030204" pitchFamily="18" charset="0"/>
                                </a:rPr>
                                <m:t>𝑝</m:t>
                              </m:r>
                            </m:sub>
                          </m:sSub>
                          <m:r>
                            <a:rPr lang="en-US" sz="1200" i="1">
                              <a:solidFill>
                                <a:schemeClr val="accent2">
                                  <a:lumMod val="20000"/>
                                  <a:lumOff val="80000"/>
                                </a:schemeClr>
                              </a:solidFill>
                              <a:latin typeface="Cambria Math" panose="02040503050406030204" pitchFamily="18" charset="0"/>
                            </a:rPr>
                            <m:t>−1</m:t>
                          </m:r>
                        </m:sup>
                        <m:e>
                          <m:nary>
                            <m:naryPr>
                              <m:chr m:val="∑"/>
                              <m:ctrlPr>
                                <a:rPr lang="en-US" sz="1200" i="1">
                                  <a:solidFill>
                                    <a:schemeClr val="accent2">
                                      <a:lumMod val="20000"/>
                                      <a:lumOff val="80000"/>
                                    </a:schemeClr>
                                  </a:solidFill>
                                  <a:latin typeface="Cambria Math" panose="02040503050406030204" pitchFamily="18" charset="0"/>
                                </a:rPr>
                              </m:ctrlPr>
                            </m:naryPr>
                            <m:sub>
                              <m:r>
                                <m:rPr>
                                  <m:brk m:alnAt="23"/>
                                </m:rPr>
                                <a:rPr lang="en-US" sz="1200" i="1">
                                  <a:solidFill>
                                    <a:schemeClr val="accent2">
                                      <a:lumMod val="20000"/>
                                      <a:lumOff val="80000"/>
                                    </a:schemeClr>
                                  </a:solidFill>
                                  <a:latin typeface="Cambria Math" panose="02040503050406030204" pitchFamily="18" charset="0"/>
                                </a:rPr>
                                <m:t>𝑛</m:t>
                              </m:r>
                              <m:r>
                                <a:rPr lang="en-US" sz="1200" i="1">
                                  <a:solidFill>
                                    <a:schemeClr val="accent2">
                                      <a:lumMod val="20000"/>
                                      <a:lumOff val="80000"/>
                                    </a:schemeClr>
                                  </a:solidFill>
                                  <a:latin typeface="Cambria Math" panose="02040503050406030204" pitchFamily="18" charset="0"/>
                                </a:rPr>
                                <m:t>=1</m:t>
                              </m:r>
                            </m:sub>
                            <m:sup>
                              <m:r>
                                <a:rPr lang="en-US" sz="1200" i="1">
                                  <a:solidFill>
                                    <a:schemeClr val="accent2">
                                      <a:lumMod val="20000"/>
                                      <a:lumOff val="80000"/>
                                    </a:schemeClr>
                                  </a:solidFill>
                                  <a:latin typeface="Cambria Math" panose="02040503050406030204" pitchFamily="18" charset="0"/>
                                </a:rPr>
                                <m:t>𝑁</m:t>
                              </m:r>
                            </m:sup>
                            <m:e>
                              <m:sSubSup>
                                <m:sSubSupPr>
                                  <m:ctrlPr>
                                    <a:rPr lang="en-US" sz="1200" b="0" i="1" smtClean="0">
                                      <a:solidFill>
                                        <a:schemeClr val="accent2">
                                          <a:lumMod val="20000"/>
                                          <a:lumOff val="80000"/>
                                        </a:schemeClr>
                                      </a:solidFill>
                                      <a:latin typeface="Cambria Math" panose="02040503050406030204" pitchFamily="18" charset="0"/>
                                    </a:rPr>
                                  </m:ctrlPr>
                                </m:sSubSupPr>
                                <m:e>
                                  <m:r>
                                    <a:rPr lang="en-US" sz="1200" b="0" i="1" smtClean="0">
                                      <a:solidFill>
                                        <a:schemeClr val="accent2">
                                          <a:lumMod val="20000"/>
                                          <a:lumOff val="80000"/>
                                        </a:schemeClr>
                                      </a:solidFill>
                                      <a:latin typeface="Cambria Math" panose="02040503050406030204" pitchFamily="18" charset="0"/>
                                    </a:rPr>
                                    <m:t>𝑥</m:t>
                                  </m:r>
                                </m:e>
                                <m:sub>
                                  <m:r>
                                    <a:rPr lang="en-US" sz="1200" b="0" i="1" smtClean="0">
                                      <a:solidFill>
                                        <a:schemeClr val="accent2">
                                          <a:lumMod val="20000"/>
                                          <a:lumOff val="80000"/>
                                        </a:schemeClr>
                                      </a:solidFill>
                                      <a:latin typeface="Cambria Math" panose="02040503050406030204" pitchFamily="18" charset="0"/>
                                    </a:rPr>
                                    <m:t>5</m:t>
                                  </m:r>
                                </m:sub>
                                <m:sup>
                                  <m:r>
                                    <a:rPr lang="en-US" sz="1200" i="1">
                                      <a:solidFill>
                                        <a:schemeClr val="accent2">
                                          <a:lumMod val="20000"/>
                                          <a:lumOff val="80000"/>
                                        </a:schemeClr>
                                      </a:solidFill>
                                      <a:latin typeface="Cambria Math" panose="02040503050406030204" pitchFamily="18" charset="0"/>
                                    </a:rPr>
                                    <m:t>𝑛</m:t>
                                  </m:r>
                                </m:sup>
                              </m:sSubSup>
                              <m:d>
                                <m:dPr>
                                  <m:ctrlPr>
                                    <a:rPr lang="en-US" sz="1200" i="1">
                                      <a:solidFill>
                                        <a:schemeClr val="accent2">
                                          <a:lumMod val="20000"/>
                                          <a:lumOff val="80000"/>
                                        </a:schemeClr>
                                      </a:solidFill>
                                      <a:latin typeface="Cambria Math" panose="02040503050406030204" pitchFamily="18" charset="0"/>
                                    </a:rPr>
                                  </m:ctrlPr>
                                </m:dPr>
                                <m:e>
                                  <m:r>
                                    <a:rPr lang="en-US" sz="1200" i="1">
                                      <a:solidFill>
                                        <a:schemeClr val="accent2">
                                          <a:lumMod val="20000"/>
                                          <a:lumOff val="80000"/>
                                        </a:schemeClr>
                                      </a:solidFill>
                                      <a:latin typeface="Cambria Math" panose="02040503050406030204" pitchFamily="18" charset="0"/>
                                    </a:rPr>
                                    <m:t>𝑗</m:t>
                                  </m:r>
                                </m:e>
                              </m:d>
                            </m:e>
                          </m:nary>
                        </m:e>
                      </m:nary>
                    </m:oMath>
                  </m:oMathPara>
                </a14:m>
                <a:endParaRPr lang="en-US" sz="1200" b="0" i="0" u="none" strike="noStrike" cap="none" dirty="0">
                  <a:solidFill>
                    <a:schemeClr val="accent2">
                      <a:lumMod val="20000"/>
                      <a:lumOff val="80000"/>
                    </a:schemeClr>
                  </a:solidFill>
                  <a:sym typeface="Arial"/>
                </a:endParaRPr>
              </a:p>
            </p:txBody>
          </p:sp>
        </mc:Choice>
        <mc:Fallback xmlns="">
          <p:sp>
            <p:nvSpPr>
              <p:cNvPr id="14" name="Google Shape;204;p8">
                <a:extLst>
                  <a:ext uri="{FF2B5EF4-FFF2-40B4-BE49-F238E27FC236}">
                    <a16:creationId xmlns:a16="http://schemas.microsoft.com/office/drawing/2014/main" id="{8790FC3C-2597-C387-BFF5-4FCC3770F60D}"/>
                  </a:ext>
                </a:extLst>
              </p:cNvPr>
              <p:cNvSpPr>
                <a:spLocks noRot="1" noChangeAspect="1" noMove="1" noResize="1" noEditPoints="1" noAdjustHandles="1" noChangeArrowheads="1" noChangeShapeType="1" noTextEdit="1"/>
              </p:cNvSpPr>
              <p:nvPr/>
            </p:nvSpPr>
            <p:spPr>
              <a:xfrm>
                <a:off x="5881594" y="1910425"/>
                <a:ext cx="2879911" cy="655259"/>
              </a:xfrm>
              <a:prstGeom prst="round2SameRect">
                <a:avLst>
                  <a:gd name="adj1" fmla="val 10146"/>
                  <a:gd name="adj2" fmla="val 8115"/>
                </a:avLst>
              </a:prstGeom>
              <a:blipFill>
                <a:blip r:embed="rId3"/>
                <a:stretch>
                  <a:fillRect/>
                </a:stretch>
              </a:blipFill>
              <a:ln w="9525" cap="flat" cmpd="sng">
                <a:solidFill>
                  <a:schemeClr val="bg1">
                    <a:lumMod val="20000"/>
                    <a:lumOff val="80000"/>
                  </a:schemeClr>
                </a:solidFill>
                <a:prstDash val="solid"/>
                <a:round/>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Google Shape;204;p8">
                <a:extLst>
                  <a:ext uri="{FF2B5EF4-FFF2-40B4-BE49-F238E27FC236}">
                    <a16:creationId xmlns:a16="http://schemas.microsoft.com/office/drawing/2014/main" id="{5030CD5D-46DE-9AEC-6480-F068550BBD57}"/>
                  </a:ext>
                </a:extLst>
              </p:cNvPr>
              <p:cNvSpPr/>
              <p:nvPr/>
            </p:nvSpPr>
            <p:spPr>
              <a:xfrm>
                <a:off x="355780" y="1919183"/>
                <a:ext cx="2603499" cy="646501"/>
              </a:xfrm>
              <a:prstGeom prst="round2SameRect">
                <a:avLst>
                  <a:gd name="adj1" fmla="val 10146"/>
                  <a:gd name="adj2" fmla="val 8115"/>
                </a:avLst>
              </a:prstGeom>
              <a:noFill/>
              <a:ln w="9525" cap="flat" cmpd="sng">
                <a:solidFill>
                  <a:schemeClr val="bg1">
                    <a:lumMod val="20000"/>
                    <a:lumOff val="80000"/>
                  </a:schemeClr>
                </a:solidFill>
                <a:prstDash val="solid"/>
                <a:round/>
                <a:headEnd type="none" w="sm" len="sm"/>
                <a:tailEnd type="none" w="sm" len="sm"/>
              </a:ln>
            </p:spPr>
            <p:txBody>
              <a:bodyPr spcFirstLastPara="1" wrap="square" lIns="91425" tIns="45700" rIns="91425" bIns="45700" anchor="t" anchorCtr="0">
                <a:noAutofit/>
              </a:bodyPr>
              <a:lstStyle/>
              <a:p>
                <a:pPr lvl="0">
                  <a:buSzPts val="1400"/>
                </a:pPr>
                <a14:m>
                  <m:oMathPara xmlns:m="http://schemas.openxmlformats.org/officeDocument/2006/math">
                    <m:oMathParaPr>
                      <m:jc m:val="centerGroup"/>
                    </m:oMathParaPr>
                    <m:oMath xmlns:m="http://schemas.openxmlformats.org/officeDocument/2006/math">
                      <m:sSub>
                        <m:sSubPr>
                          <m:ctrlPr>
                            <a:rPr lang="en-US" sz="1200" b="0" i="1" u="none" strike="noStrike" cap="none" smtClean="0">
                              <a:solidFill>
                                <a:schemeClr val="accent2">
                                  <a:lumMod val="20000"/>
                                  <a:lumOff val="80000"/>
                                </a:schemeClr>
                              </a:solidFill>
                              <a:latin typeface="Cambria Math" panose="02040503050406030204" pitchFamily="18" charset="0"/>
                              <a:sym typeface="Arial"/>
                            </a:rPr>
                          </m:ctrlPr>
                        </m:sSubPr>
                        <m:e>
                          <m:r>
                            <a:rPr lang="en-US" sz="1200" b="0" i="1" u="none" strike="noStrike" cap="none" smtClean="0">
                              <a:solidFill>
                                <a:schemeClr val="accent2">
                                  <a:lumMod val="20000"/>
                                  <a:lumOff val="80000"/>
                                </a:schemeClr>
                              </a:solidFill>
                              <a:latin typeface="Cambria Math" panose="02040503050406030204" pitchFamily="18" charset="0"/>
                              <a:sym typeface="Arial"/>
                            </a:rPr>
                            <m:t>𝐽</m:t>
                          </m:r>
                        </m:e>
                        <m:sub>
                          <m:r>
                            <a:rPr lang="en-US" sz="1200" b="0" i="1" u="none" strike="noStrike" cap="none" smtClean="0">
                              <a:solidFill>
                                <a:schemeClr val="accent2">
                                  <a:lumMod val="20000"/>
                                  <a:lumOff val="80000"/>
                                </a:schemeClr>
                              </a:solidFill>
                              <a:latin typeface="Cambria Math" panose="02040503050406030204" pitchFamily="18" charset="0"/>
                              <a:sym typeface="Arial"/>
                            </a:rPr>
                            <m:t>𝑏𝑖𝑜𝑚𝑎𝑠𝑠</m:t>
                          </m:r>
                        </m:sub>
                      </m:sSub>
                      <m:r>
                        <a:rPr lang="en-US" sz="1200" b="0" i="1" u="none" strike="noStrike" cap="none" smtClean="0">
                          <a:solidFill>
                            <a:schemeClr val="accent2">
                              <a:lumMod val="20000"/>
                              <a:lumOff val="80000"/>
                            </a:schemeClr>
                          </a:solidFill>
                          <a:latin typeface="Cambria Math" panose="02040503050406030204" pitchFamily="18" charset="0"/>
                          <a:sym typeface="Arial"/>
                        </a:rPr>
                        <m:t>=</m:t>
                      </m:r>
                      <m:f>
                        <m:fPr>
                          <m:ctrlPr>
                            <a:rPr lang="en-US" sz="1200" b="0" i="1" u="none" strike="noStrike" cap="none" smtClean="0">
                              <a:solidFill>
                                <a:schemeClr val="accent2">
                                  <a:lumMod val="20000"/>
                                  <a:lumOff val="80000"/>
                                </a:schemeClr>
                              </a:solidFill>
                              <a:latin typeface="Cambria Math" panose="02040503050406030204" pitchFamily="18" charset="0"/>
                              <a:sym typeface="Arial"/>
                            </a:rPr>
                          </m:ctrlPr>
                        </m:fPr>
                        <m:num>
                          <m:r>
                            <a:rPr lang="en-US" sz="1200" b="0" i="1" u="none" strike="noStrike" cap="none" smtClean="0">
                              <a:solidFill>
                                <a:schemeClr val="accent2">
                                  <a:lumMod val="20000"/>
                                  <a:lumOff val="80000"/>
                                </a:schemeClr>
                              </a:solidFill>
                              <a:latin typeface="Cambria Math" panose="02040503050406030204" pitchFamily="18" charset="0"/>
                              <a:sym typeface="Arial"/>
                            </a:rPr>
                            <m:t>1</m:t>
                          </m:r>
                        </m:num>
                        <m:den>
                          <m:r>
                            <a:rPr lang="en-US" sz="1200" b="0" i="1" u="none" strike="noStrike" cap="none" smtClean="0">
                              <a:solidFill>
                                <a:schemeClr val="accent2">
                                  <a:lumMod val="20000"/>
                                  <a:lumOff val="80000"/>
                                </a:schemeClr>
                              </a:solidFill>
                              <a:latin typeface="Cambria Math" panose="02040503050406030204" pitchFamily="18" charset="0"/>
                              <a:sym typeface="Arial"/>
                            </a:rPr>
                            <m:t>𝑁</m:t>
                          </m:r>
                          <m:r>
                            <a:rPr lang="en-US" sz="1200" b="0" i="1" u="none" strike="noStrike" cap="none" smtClean="0">
                              <a:solidFill>
                                <a:schemeClr val="accent2">
                                  <a:lumMod val="20000"/>
                                  <a:lumOff val="80000"/>
                                </a:schemeClr>
                              </a:solidFill>
                              <a:latin typeface="Cambria Math" panose="02040503050406030204" pitchFamily="18" charset="0"/>
                              <a:sym typeface="Arial"/>
                            </a:rPr>
                            <m:t>⋅</m:t>
                          </m:r>
                          <m:sSub>
                            <m:sSubPr>
                              <m:ctrlPr>
                                <a:rPr lang="en-US" sz="1200" b="0" i="1" u="none" strike="noStrike" cap="none" smtClean="0">
                                  <a:solidFill>
                                    <a:schemeClr val="accent2">
                                      <a:lumMod val="20000"/>
                                      <a:lumOff val="80000"/>
                                    </a:schemeClr>
                                  </a:solidFill>
                                  <a:latin typeface="Cambria Math" panose="02040503050406030204" pitchFamily="18" charset="0"/>
                                  <a:sym typeface="Arial"/>
                                </a:rPr>
                              </m:ctrlPr>
                            </m:sSubPr>
                            <m:e>
                              <m:r>
                                <a:rPr lang="en-US" sz="1200" b="0" i="1" u="none" strike="noStrike" cap="none" smtClean="0">
                                  <a:solidFill>
                                    <a:schemeClr val="accent2">
                                      <a:lumMod val="20000"/>
                                      <a:lumOff val="80000"/>
                                    </a:schemeClr>
                                  </a:solidFill>
                                  <a:latin typeface="Cambria Math" panose="02040503050406030204" pitchFamily="18" charset="0"/>
                                  <a:sym typeface="Arial"/>
                                </a:rPr>
                                <m:t>𝑥</m:t>
                              </m:r>
                            </m:e>
                            <m:sub>
                              <m:r>
                                <a:rPr lang="en-US" sz="1200" b="0" i="1" u="none" strike="noStrike" cap="none" smtClean="0">
                                  <a:solidFill>
                                    <a:schemeClr val="accent2">
                                      <a:lumMod val="20000"/>
                                      <a:lumOff val="80000"/>
                                    </a:schemeClr>
                                  </a:solidFill>
                                  <a:latin typeface="Cambria Math" panose="02040503050406030204" pitchFamily="18" charset="0"/>
                                  <a:sym typeface="Arial"/>
                                </a:rPr>
                                <m:t>4,   </m:t>
                              </m:r>
                              <m:r>
                                <a:rPr lang="en-US" sz="1200" b="0" i="1" u="none" strike="noStrike" cap="none" smtClean="0">
                                  <a:solidFill>
                                    <a:schemeClr val="accent2">
                                      <a:lumMod val="20000"/>
                                      <a:lumOff val="80000"/>
                                    </a:schemeClr>
                                  </a:solidFill>
                                  <a:latin typeface="Cambria Math" panose="02040503050406030204" pitchFamily="18" charset="0"/>
                                  <a:sym typeface="Arial"/>
                                </a:rPr>
                                <m:t>𝑟𝑒𝑓</m:t>
                              </m:r>
                            </m:sub>
                          </m:sSub>
                        </m:den>
                      </m:f>
                      <m:nary>
                        <m:naryPr>
                          <m:chr m:val="∑"/>
                          <m:ctrlPr>
                            <a:rPr lang="en-US" sz="1200" b="0" i="1" u="none" strike="noStrike" cap="none" smtClean="0">
                              <a:solidFill>
                                <a:schemeClr val="accent2">
                                  <a:lumMod val="20000"/>
                                  <a:lumOff val="80000"/>
                                </a:schemeClr>
                              </a:solidFill>
                              <a:latin typeface="Cambria Math" panose="02040503050406030204" pitchFamily="18" charset="0"/>
                              <a:sym typeface="Arial"/>
                            </a:rPr>
                          </m:ctrlPr>
                        </m:naryPr>
                        <m:sub>
                          <m:r>
                            <m:rPr>
                              <m:brk m:alnAt="23"/>
                            </m:rPr>
                            <a:rPr lang="en-US" sz="1200" b="0" i="1" u="none" strike="noStrike" cap="none" smtClean="0">
                              <a:solidFill>
                                <a:schemeClr val="accent2">
                                  <a:lumMod val="20000"/>
                                  <a:lumOff val="80000"/>
                                </a:schemeClr>
                              </a:solidFill>
                              <a:latin typeface="Cambria Math" panose="02040503050406030204" pitchFamily="18" charset="0"/>
                              <a:sym typeface="Arial"/>
                            </a:rPr>
                            <m:t>𝑛</m:t>
                          </m:r>
                          <m:r>
                            <a:rPr lang="en-US" sz="1200" b="0" i="1" u="none" strike="noStrike" cap="none" smtClean="0">
                              <a:solidFill>
                                <a:schemeClr val="accent2">
                                  <a:lumMod val="20000"/>
                                  <a:lumOff val="80000"/>
                                </a:schemeClr>
                              </a:solidFill>
                              <a:latin typeface="Cambria Math" panose="02040503050406030204" pitchFamily="18" charset="0"/>
                              <a:sym typeface="Arial"/>
                            </a:rPr>
                            <m:t>=1</m:t>
                          </m:r>
                        </m:sub>
                        <m:sup>
                          <m:r>
                            <a:rPr lang="en-US" sz="1200" b="0" i="1" u="none" strike="noStrike" cap="none" smtClean="0">
                              <a:solidFill>
                                <a:schemeClr val="accent2">
                                  <a:lumMod val="20000"/>
                                  <a:lumOff val="80000"/>
                                </a:schemeClr>
                              </a:solidFill>
                              <a:latin typeface="Cambria Math" panose="02040503050406030204" pitchFamily="18" charset="0"/>
                              <a:sym typeface="Arial"/>
                            </a:rPr>
                            <m:t>𝑁</m:t>
                          </m:r>
                        </m:sup>
                        <m:e>
                          <m:sSubSup>
                            <m:sSubSupPr>
                              <m:ctrlPr>
                                <a:rPr lang="en-US" sz="1200" b="0" i="1" u="none" strike="noStrike" cap="none" smtClean="0">
                                  <a:solidFill>
                                    <a:schemeClr val="accent2">
                                      <a:lumMod val="20000"/>
                                      <a:lumOff val="80000"/>
                                    </a:schemeClr>
                                  </a:solidFill>
                                  <a:latin typeface="Cambria Math" panose="02040503050406030204" pitchFamily="18" charset="0"/>
                                  <a:sym typeface="Arial"/>
                                </a:rPr>
                              </m:ctrlPr>
                            </m:sSubSupPr>
                            <m:e>
                              <m:r>
                                <a:rPr lang="en-US" sz="1200" b="0" i="1" u="none" strike="noStrike" cap="none" smtClean="0">
                                  <a:solidFill>
                                    <a:schemeClr val="accent2">
                                      <a:lumMod val="20000"/>
                                      <a:lumOff val="80000"/>
                                    </a:schemeClr>
                                  </a:solidFill>
                                  <a:latin typeface="Cambria Math" panose="02040503050406030204" pitchFamily="18" charset="0"/>
                                  <a:sym typeface="Arial"/>
                                </a:rPr>
                                <m:t>𝑥</m:t>
                              </m:r>
                            </m:e>
                            <m:sub>
                              <m:r>
                                <a:rPr lang="en-US" sz="1200" b="0" i="1" u="none" strike="noStrike" cap="none" smtClean="0">
                                  <a:solidFill>
                                    <a:schemeClr val="accent2">
                                      <a:lumMod val="20000"/>
                                      <a:lumOff val="80000"/>
                                    </a:schemeClr>
                                  </a:solidFill>
                                  <a:latin typeface="Cambria Math" panose="02040503050406030204" pitchFamily="18" charset="0"/>
                                  <a:sym typeface="Arial"/>
                                </a:rPr>
                                <m:t>4</m:t>
                              </m:r>
                            </m:sub>
                            <m:sup>
                              <m:r>
                                <a:rPr lang="en-US" sz="1200" b="0" i="1" u="none" strike="noStrike" cap="none" smtClean="0">
                                  <a:solidFill>
                                    <a:schemeClr val="accent2">
                                      <a:lumMod val="20000"/>
                                      <a:lumOff val="80000"/>
                                    </a:schemeClr>
                                  </a:solidFill>
                                  <a:latin typeface="Cambria Math" panose="02040503050406030204" pitchFamily="18" charset="0"/>
                                  <a:sym typeface="Arial"/>
                                </a:rPr>
                                <m:t>𝑛</m:t>
                              </m:r>
                            </m:sup>
                          </m:sSubSup>
                          <m:d>
                            <m:dPr>
                              <m:ctrlPr>
                                <a:rPr lang="en-US" sz="1200" b="0" i="1" u="none" strike="noStrike" cap="none" smtClean="0">
                                  <a:solidFill>
                                    <a:schemeClr val="accent2">
                                      <a:lumMod val="20000"/>
                                      <a:lumOff val="80000"/>
                                    </a:schemeClr>
                                  </a:solidFill>
                                  <a:latin typeface="Cambria Math" panose="02040503050406030204" pitchFamily="18" charset="0"/>
                                  <a:sym typeface="Arial"/>
                                </a:rPr>
                              </m:ctrlPr>
                            </m:dPr>
                            <m:e>
                              <m:r>
                                <a:rPr lang="en-US" sz="1200" b="0" i="1" u="none" strike="noStrike" cap="none" smtClean="0">
                                  <a:solidFill>
                                    <a:schemeClr val="accent2">
                                      <a:lumMod val="20000"/>
                                      <a:lumOff val="80000"/>
                                    </a:schemeClr>
                                  </a:solidFill>
                                  <a:latin typeface="Cambria Math" panose="02040503050406030204" pitchFamily="18" charset="0"/>
                                  <a:sym typeface="Arial"/>
                                </a:rPr>
                                <m:t>𝑘</m:t>
                              </m:r>
                              <m:r>
                                <a:rPr lang="en-US" sz="1200" b="0" i="1" u="none" strike="noStrike" cap="none" smtClean="0">
                                  <a:solidFill>
                                    <a:schemeClr val="accent2">
                                      <a:lumMod val="20000"/>
                                      <a:lumOff val="80000"/>
                                    </a:schemeClr>
                                  </a:solidFill>
                                  <a:latin typeface="Cambria Math" panose="02040503050406030204" pitchFamily="18" charset="0"/>
                                  <a:sym typeface="Arial"/>
                                </a:rPr>
                                <m:t>+</m:t>
                              </m:r>
                              <m:sSub>
                                <m:sSubPr>
                                  <m:ctrlPr>
                                    <a:rPr lang="en-US" sz="1200" b="0" i="1" u="none" strike="noStrike" cap="none" smtClean="0">
                                      <a:solidFill>
                                        <a:schemeClr val="accent2">
                                          <a:lumMod val="20000"/>
                                          <a:lumOff val="80000"/>
                                        </a:schemeClr>
                                      </a:solidFill>
                                      <a:latin typeface="Cambria Math" panose="02040503050406030204" pitchFamily="18" charset="0"/>
                                      <a:sym typeface="Arial"/>
                                    </a:rPr>
                                  </m:ctrlPr>
                                </m:sSubPr>
                                <m:e>
                                  <m:r>
                                    <a:rPr lang="en-US" sz="1200" b="0" i="1" u="none" strike="noStrike" cap="none" smtClean="0">
                                      <a:solidFill>
                                        <a:schemeClr val="accent2">
                                          <a:lumMod val="20000"/>
                                          <a:lumOff val="80000"/>
                                        </a:schemeClr>
                                      </a:solidFill>
                                      <a:latin typeface="Cambria Math" panose="02040503050406030204" pitchFamily="18" charset="0"/>
                                      <a:sym typeface="Arial"/>
                                    </a:rPr>
                                    <m:t>𝐻</m:t>
                                  </m:r>
                                </m:e>
                                <m:sub>
                                  <m:r>
                                    <a:rPr lang="en-US" sz="1200" b="0" i="1" u="none" strike="noStrike" cap="none" smtClean="0">
                                      <a:solidFill>
                                        <a:schemeClr val="accent2">
                                          <a:lumMod val="20000"/>
                                          <a:lumOff val="80000"/>
                                        </a:schemeClr>
                                      </a:solidFill>
                                      <a:latin typeface="Cambria Math" panose="02040503050406030204" pitchFamily="18" charset="0"/>
                                      <a:sym typeface="Arial"/>
                                    </a:rPr>
                                    <m:t>𝑝</m:t>
                                  </m:r>
                                </m:sub>
                              </m:sSub>
                            </m:e>
                          </m:d>
                        </m:e>
                      </m:nary>
                    </m:oMath>
                  </m:oMathPara>
                </a14:m>
                <a:endParaRPr lang="en-US" sz="1200" b="0" i="1" u="none" strike="noStrike" cap="none" dirty="0">
                  <a:solidFill>
                    <a:schemeClr val="accent2">
                      <a:lumMod val="20000"/>
                      <a:lumOff val="80000"/>
                    </a:schemeClr>
                  </a:solidFill>
                  <a:latin typeface="Cambria Math" panose="02040503050406030204" pitchFamily="18" charset="0"/>
                  <a:sym typeface="Arial"/>
                </a:endParaRPr>
              </a:p>
            </p:txBody>
          </p:sp>
        </mc:Choice>
        <mc:Fallback xmlns="">
          <p:sp>
            <p:nvSpPr>
              <p:cNvPr id="20" name="Google Shape;204;p8">
                <a:extLst>
                  <a:ext uri="{FF2B5EF4-FFF2-40B4-BE49-F238E27FC236}">
                    <a16:creationId xmlns:a16="http://schemas.microsoft.com/office/drawing/2014/main" id="{5030CD5D-46DE-9AEC-6480-F068550BBD57}"/>
                  </a:ext>
                </a:extLst>
              </p:cNvPr>
              <p:cNvSpPr>
                <a:spLocks noRot="1" noChangeAspect="1" noMove="1" noResize="1" noEditPoints="1" noAdjustHandles="1" noChangeArrowheads="1" noChangeShapeType="1" noTextEdit="1"/>
              </p:cNvSpPr>
              <p:nvPr/>
            </p:nvSpPr>
            <p:spPr>
              <a:xfrm>
                <a:off x="355780" y="1919183"/>
                <a:ext cx="2603499" cy="646501"/>
              </a:xfrm>
              <a:prstGeom prst="round2SameRect">
                <a:avLst>
                  <a:gd name="adj1" fmla="val 10146"/>
                  <a:gd name="adj2" fmla="val 8115"/>
                </a:avLst>
              </a:prstGeom>
              <a:blipFill>
                <a:blip r:embed="rId4"/>
                <a:stretch>
                  <a:fillRect/>
                </a:stretch>
              </a:blipFill>
              <a:ln w="9525" cap="flat" cmpd="sng">
                <a:solidFill>
                  <a:schemeClr val="bg1">
                    <a:lumMod val="20000"/>
                    <a:lumOff val="80000"/>
                  </a:schemeClr>
                </a:solidFill>
                <a:prstDash val="solid"/>
                <a:round/>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Google Shape;204;p8">
                <a:extLst>
                  <a:ext uri="{FF2B5EF4-FFF2-40B4-BE49-F238E27FC236}">
                    <a16:creationId xmlns:a16="http://schemas.microsoft.com/office/drawing/2014/main" id="{C0AA9A64-97D9-6275-9B0E-ED57D8AD032A}"/>
                  </a:ext>
                </a:extLst>
              </p:cNvPr>
              <p:cNvSpPr/>
              <p:nvPr/>
            </p:nvSpPr>
            <p:spPr>
              <a:xfrm>
                <a:off x="355780" y="2645210"/>
                <a:ext cx="4498107" cy="646501"/>
              </a:xfrm>
              <a:prstGeom prst="round2SameRect">
                <a:avLst>
                  <a:gd name="adj1" fmla="val 10146"/>
                  <a:gd name="adj2" fmla="val 8115"/>
                </a:avLst>
              </a:prstGeom>
              <a:noFill/>
              <a:ln w="9525" cap="flat" cmpd="sng">
                <a:solidFill>
                  <a:schemeClr val="bg1">
                    <a:lumMod val="20000"/>
                    <a:lumOff val="80000"/>
                  </a:schemeClr>
                </a:solidFill>
                <a:prstDash val="solid"/>
                <a:round/>
                <a:headEnd type="none" w="sm" len="sm"/>
                <a:tailEnd type="none" w="sm" len="sm"/>
              </a:ln>
            </p:spPr>
            <p:txBody>
              <a:bodyPr spcFirstLastPara="1" wrap="square" lIns="91425" tIns="45700" rIns="91425" bIns="45700" anchor="t" anchorCtr="0">
                <a:noAutofit/>
              </a:bodyPr>
              <a:lstStyle/>
              <a:p>
                <a:pPr lvl="0">
                  <a:buSzPts val="1400"/>
                </a:pPr>
                <a14:m>
                  <m:oMathPara xmlns:m="http://schemas.openxmlformats.org/officeDocument/2006/math">
                    <m:oMathParaPr>
                      <m:jc m:val="centerGroup"/>
                    </m:oMathParaPr>
                    <m:oMath xmlns:m="http://schemas.openxmlformats.org/officeDocument/2006/math">
                      <m:sSub>
                        <m:sSubPr>
                          <m:ctrlPr>
                            <a:rPr lang="en-US" sz="1200" b="0" i="1" smtClean="0">
                              <a:solidFill>
                                <a:schemeClr val="accent2">
                                  <a:lumMod val="20000"/>
                                  <a:lumOff val="80000"/>
                                </a:schemeClr>
                              </a:solidFill>
                              <a:latin typeface="Cambria Math" panose="02040503050406030204" pitchFamily="18" charset="0"/>
                            </a:rPr>
                          </m:ctrlPr>
                        </m:sSubPr>
                        <m:e>
                          <m:r>
                            <a:rPr lang="en-US" sz="1200" b="0" i="1" smtClean="0">
                              <a:solidFill>
                                <a:schemeClr val="accent2">
                                  <a:lumMod val="20000"/>
                                  <a:lumOff val="80000"/>
                                </a:schemeClr>
                              </a:solidFill>
                              <a:latin typeface="Cambria Math" panose="02040503050406030204" pitchFamily="18" charset="0"/>
                            </a:rPr>
                            <m:t>𝐽</m:t>
                          </m:r>
                        </m:e>
                        <m:sub>
                          <m:r>
                            <a:rPr lang="en-US" sz="1200" b="0" i="1" smtClean="0">
                              <a:solidFill>
                                <a:schemeClr val="accent2">
                                  <a:lumMod val="20000"/>
                                  <a:lumOff val="80000"/>
                                </a:schemeClr>
                              </a:solidFill>
                              <a:latin typeface="Cambria Math" panose="02040503050406030204" pitchFamily="18" charset="0"/>
                            </a:rPr>
                            <m:t>𝑑𝑟𝑜𝑢𝑔h𝑡</m:t>
                          </m:r>
                        </m:sub>
                      </m:sSub>
                      <m:r>
                        <a:rPr lang="en-US" sz="1200" b="0" i="1" smtClean="0">
                          <a:solidFill>
                            <a:schemeClr val="accent2">
                              <a:lumMod val="20000"/>
                              <a:lumOff val="80000"/>
                            </a:schemeClr>
                          </a:solidFill>
                          <a:latin typeface="Cambria Math" panose="02040503050406030204" pitchFamily="18" charset="0"/>
                        </a:rPr>
                        <m:t>=</m:t>
                      </m:r>
                      <m:f>
                        <m:fPr>
                          <m:ctrlPr>
                            <a:rPr lang="en-US" sz="1200" i="1">
                              <a:solidFill>
                                <a:schemeClr val="accent2">
                                  <a:lumMod val="20000"/>
                                  <a:lumOff val="80000"/>
                                </a:schemeClr>
                              </a:solidFill>
                              <a:latin typeface="Cambria Math" panose="02040503050406030204" pitchFamily="18" charset="0"/>
                            </a:rPr>
                          </m:ctrlPr>
                        </m:fPr>
                        <m:num>
                          <m:r>
                            <a:rPr lang="en-US" sz="1200" i="1">
                              <a:solidFill>
                                <a:schemeClr val="accent2">
                                  <a:lumMod val="20000"/>
                                  <a:lumOff val="80000"/>
                                </a:schemeClr>
                              </a:solidFill>
                              <a:latin typeface="Cambria Math" panose="02040503050406030204" pitchFamily="18" charset="0"/>
                            </a:rPr>
                            <m:t>1</m:t>
                          </m:r>
                        </m:num>
                        <m:den>
                          <m:r>
                            <a:rPr lang="en-US" sz="1200" b="0" i="1" smtClean="0">
                              <a:solidFill>
                                <a:schemeClr val="accent2">
                                  <a:lumMod val="20000"/>
                                  <a:lumOff val="80000"/>
                                </a:schemeClr>
                              </a:solidFill>
                              <a:latin typeface="Cambria Math" panose="02040503050406030204" pitchFamily="18" charset="0"/>
                            </a:rPr>
                            <m:t>𝑁</m:t>
                          </m:r>
                          <m:r>
                            <a:rPr lang="en-US" sz="1200" i="1">
                              <a:solidFill>
                                <a:schemeClr val="accent2">
                                  <a:lumMod val="20000"/>
                                  <a:lumOff val="80000"/>
                                </a:schemeClr>
                              </a:solidFill>
                              <a:latin typeface="Cambria Math" panose="02040503050406030204" pitchFamily="18" charset="0"/>
                            </a:rPr>
                            <m:t>⋅</m:t>
                          </m:r>
                          <m:sSub>
                            <m:sSubPr>
                              <m:ctrlPr>
                                <a:rPr lang="en-US" sz="1200" i="1">
                                  <a:solidFill>
                                    <a:schemeClr val="accent2">
                                      <a:lumMod val="20000"/>
                                      <a:lumOff val="80000"/>
                                    </a:schemeClr>
                                  </a:solidFill>
                                  <a:latin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rPr>
                                <m:t>𝐻</m:t>
                              </m:r>
                            </m:e>
                            <m:sub>
                              <m:r>
                                <a:rPr lang="en-US" sz="1200" i="1">
                                  <a:solidFill>
                                    <a:schemeClr val="accent2">
                                      <a:lumMod val="20000"/>
                                      <a:lumOff val="80000"/>
                                    </a:schemeClr>
                                  </a:solidFill>
                                  <a:latin typeface="Cambria Math" panose="02040503050406030204" pitchFamily="18" charset="0"/>
                                </a:rPr>
                                <m:t>𝑝</m:t>
                              </m:r>
                            </m:sub>
                          </m:sSub>
                          <m:r>
                            <a:rPr lang="en-US" sz="1200" b="0" i="1" smtClean="0">
                              <a:solidFill>
                                <a:schemeClr val="accent2">
                                  <a:lumMod val="20000"/>
                                  <a:lumOff val="80000"/>
                                </a:schemeClr>
                              </a:solidFill>
                              <a:latin typeface="Cambria Math" panose="02040503050406030204" pitchFamily="18" charset="0"/>
                            </a:rPr>
                            <m:t>⋅</m:t>
                          </m:r>
                          <m:d>
                            <m:dPr>
                              <m:ctrlPr>
                                <a:rPr lang="en-US" sz="1200" b="0" i="1" smtClean="0">
                                  <a:solidFill>
                                    <a:schemeClr val="accent2">
                                      <a:lumMod val="20000"/>
                                      <a:lumOff val="80000"/>
                                    </a:schemeClr>
                                  </a:solidFill>
                                  <a:latin typeface="Cambria Math" panose="02040503050406030204" pitchFamily="18" charset="0"/>
                                </a:rPr>
                              </m:ctrlPr>
                            </m:dPr>
                            <m:e>
                              <m:r>
                                <a:rPr lang="en-US" sz="1200" b="0" i="1" smtClean="0">
                                  <a:solidFill>
                                    <a:schemeClr val="accent2">
                                      <a:lumMod val="20000"/>
                                      <a:lumOff val="80000"/>
                                    </a:schemeClr>
                                  </a:solidFill>
                                  <a:latin typeface="Cambria Math" panose="02040503050406030204" pitchFamily="18" charset="0"/>
                                </a:rPr>
                                <m:t>𝑆𝑇</m:t>
                              </m:r>
                              <m:r>
                                <a:rPr lang="en-US" sz="1200" b="0" i="1" smtClean="0">
                                  <a:solidFill>
                                    <a:schemeClr val="accent2">
                                      <a:lumMod val="20000"/>
                                      <a:lumOff val="80000"/>
                                    </a:schemeClr>
                                  </a:solidFill>
                                  <a:latin typeface="Cambria Math" panose="02040503050406030204" pitchFamily="18" charset="0"/>
                                </a:rPr>
                                <m:t>−</m:t>
                              </m:r>
                              <m:r>
                                <a:rPr lang="en-US" sz="1200" b="0" i="1" smtClean="0">
                                  <a:solidFill>
                                    <a:schemeClr val="accent2">
                                      <a:lumMod val="20000"/>
                                      <a:lumOff val="80000"/>
                                    </a:schemeClr>
                                  </a:solidFill>
                                  <a:latin typeface="Cambria Math" panose="02040503050406030204" pitchFamily="18" charset="0"/>
                                </a:rPr>
                                <m:t>𝑊𝑃</m:t>
                              </m:r>
                            </m:e>
                          </m:d>
                        </m:den>
                      </m:f>
                      <m:nary>
                        <m:naryPr>
                          <m:chr m:val="∑"/>
                          <m:ctrlPr>
                            <a:rPr lang="en-US" sz="1200" i="1">
                              <a:solidFill>
                                <a:schemeClr val="accent2">
                                  <a:lumMod val="20000"/>
                                  <a:lumOff val="80000"/>
                                </a:schemeClr>
                              </a:solidFill>
                              <a:latin typeface="Cambria Math" panose="02040503050406030204" pitchFamily="18" charset="0"/>
                            </a:rPr>
                          </m:ctrlPr>
                        </m:naryPr>
                        <m:sub>
                          <m:r>
                            <m:rPr>
                              <m:brk m:alnAt="23"/>
                            </m:rPr>
                            <a:rPr lang="en-US" sz="1200" i="1">
                              <a:solidFill>
                                <a:schemeClr val="accent2">
                                  <a:lumMod val="20000"/>
                                  <a:lumOff val="80000"/>
                                </a:schemeClr>
                              </a:solidFill>
                              <a:latin typeface="Cambria Math" panose="02040503050406030204" pitchFamily="18" charset="0"/>
                            </a:rPr>
                            <m:t>𝑗</m:t>
                          </m:r>
                          <m:r>
                            <a:rPr lang="en-US" sz="1200" i="1">
                              <a:solidFill>
                                <a:schemeClr val="accent2">
                                  <a:lumMod val="20000"/>
                                  <a:lumOff val="80000"/>
                                </a:schemeClr>
                              </a:solidFill>
                              <a:latin typeface="Cambria Math" panose="02040503050406030204" pitchFamily="18" charset="0"/>
                            </a:rPr>
                            <m:t>=</m:t>
                          </m:r>
                          <m:r>
                            <a:rPr lang="en-US" sz="1200" i="1">
                              <a:solidFill>
                                <a:schemeClr val="accent2">
                                  <a:lumMod val="20000"/>
                                  <a:lumOff val="80000"/>
                                </a:schemeClr>
                              </a:solidFill>
                              <a:latin typeface="Cambria Math" panose="02040503050406030204" pitchFamily="18" charset="0"/>
                            </a:rPr>
                            <m:t>𝑘</m:t>
                          </m:r>
                        </m:sub>
                        <m:sup>
                          <m:r>
                            <a:rPr lang="en-US" sz="1200" i="1">
                              <a:solidFill>
                                <a:schemeClr val="accent2">
                                  <a:lumMod val="20000"/>
                                  <a:lumOff val="80000"/>
                                </a:schemeClr>
                              </a:solidFill>
                              <a:latin typeface="Cambria Math" panose="02040503050406030204" pitchFamily="18" charset="0"/>
                            </a:rPr>
                            <m:t>𝑘</m:t>
                          </m:r>
                          <m:r>
                            <a:rPr lang="en-US" sz="1200" i="1">
                              <a:solidFill>
                                <a:schemeClr val="accent2">
                                  <a:lumMod val="20000"/>
                                  <a:lumOff val="80000"/>
                                </a:schemeClr>
                              </a:solidFill>
                              <a:latin typeface="Cambria Math" panose="02040503050406030204" pitchFamily="18" charset="0"/>
                            </a:rPr>
                            <m:t>+</m:t>
                          </m:r>
                          <m:sSub>
                            <m:sSubPr>
                              <m:ctrlPr>
                                <a:rPr lang="en-US" sz="1200" i="1">
                                  <a:solidFill>
                                    <a:schemeClr val="accent2">
                                      <a:lumMod val="20000"/>
                                      <a:lumOff val="80000"/>
                                    </a:schemeClr>
                                  </a:solidFill>
                                  <a:latin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rPr>
                                <m:t>𝐻</m:t>
                              </m:r>
                            </m:e>
                            <m:sub>
                              <m:r>
                                <a:rPr lang="en-US" sz="1200" i="1">
                                  <a:solidFill>
                                    <a:schemeClr val="accent2">
                                      <a:lumMod val="20000"/>
                                      <a:lumOff val="80000"/>
                                    </a:schemeClr>
                                  </a:solidFill>
                                  <a:latin typeface="Cambria Math" panose="02040503050406030204" pitchFamily="18" charset="0"/>
                                </a:rPr>
                                <m:t>𝑝</m:t>
                              </m:r>
                            </m:sub>
                          </m:sSub>
                          <m:r>
                            <a:rPr lang="en-US" sz="1200" i="1">
                              <a:solidFill>
                                <a:schemeClr val="accent2">
                                  <a:lumMod val="20000"/>
                                  <a:lumOff val="80000"/>
                                </a:schemeClr>
                              </a:solidFill>
                              <a:latin typeface="Cambria Math" panose="02040503050406030204" pitchFamily="18" charset="0"/>
                            </a:rPr>
                            <m:t>−1</m:t>
                          </m:r>
                        </m:sup>
                        <m:e>
                          <m:nary>
                            <m:naryPr>
                              <m:chr m:val="∑"/>
                              <m:ctrlPr>
                                <a:rPr lang="en-US" sz="1200" i="1">
                                  <a:solidFill>
                                    <a:schemeClr val="accent2">
                                      <a:lumMod val="20000"/>
                                      <a:lumOff val="80000"/>
                                    </a:schemeClr>
                                  </a:solidFill>
                                  <a:latin typeface="Cambria Math" panose="02040503050406030204" pitchFamily="18" charset="0"/>
                                </a:rPr>
                              </m:ctrlPr>
                            </m:naryPr>
                            <m:sub>
                              <m:r>
                                <m:rPr>
                                  <m:brk m:alnAt="23"/>
                                </m:rPr>
                                <a:rPr lang="en-US" sz="1200" i="1">
                                  <a:solidFill>
                                    <a:schemeClr val="accent2">
                                      <a:lumMod val="20000"/>
                                      <a:lumOff val="80000"/>
                                    </a:schemeClr>
                                  </a:solidFill>
                                  <a:latin typeface="Cambria Math" panose="02040503050406030204" pitchFamily="18" charset="0"/>
                                </a:rPr>
                                <m:t>𝑛</m:t>
                              </m:r>
                              <m:r>
                                <a:rPr lang="en-US" sz="1200" i="1">
                                  <a:solidFill>
                                    <a:schemeClr val="accent2">
                                      <a:lumMod val="20000"/>
                                      <a:lumOff val="80000"/>
                                    </a:schemeClr>
                                  </a:solidFill>
                                  <a:latin typeface="Cambria Math" panose="02040503050406030204" pitchFamily="18" charset="0"/>
                                </a:rPr>
                                <m:t>=1</m:t>
                              </m:r>
                            </m:sub>
                            <m:sup>
                              <m:r>
                                <a:rPr lang="en-US" sz="1200" i="1">
                                  <a:solidFill>
                                    <a:schemeClr val="accent2">
                                      <a:lumMod val="20000"/>
                                      <a:lumOff val="80000"/>
                                    </a:schemeClr>
                                  </a:solidFill>
                                  <a:latin typeface="Cambria Math" panose="02040503050406030204" pitchFamily="18" charset="0"/>
                                </a:rPr>
                                <m:t>𝑁</m:t>
                              </m:r>
                            </m:sup>
                            <m:e>
                              <m:r>
                                <a:rPr lang="en-US" sz="1200" b="0" i="1" smtClean="0">
                                  <a:solidFill>
                                    <a:schemeClr val="accent2">
                                      <a:lumMod val="20000"/>
                                      <a:lumOff val="80000"/>
                                    </a:schemeClr>
                                  </a:solidFill>
                                  <a:latin typeface="Cambria Math" panose="02040503050406030204" pitchFamily="18" charset="0"/>
                                </a:rPr>
                                <m:t>𝑠𝑚𝑎</m:t>
                              </m:r>
                              <m:sSub>
                                <m:sSubPr>
                                  <m:ctrlPr>
                                    <a:rPr lang="en-US" sz="1200" b="0" i="1" smtClean="0">
                                      <a:solidFill>
                                        <a:schemeClr val="accent2">
                                          <a:lumMod val="20000"/>
                                          <a:lumOff val="80000"/>
                                        </a:schemeClr>
                                      </a:solidFill>
                                      <a:latin typeface="Cambria Math" panose="02040503050406030204" pitchFamily="18" charset="0"/>
                                    </a:rPr>
                                  </m:ctrlPr>
                                </m:sSubPr>
                                <m:e>
                                  <m:r>
                                    <a:rPr lang="en-US" sz="1200" b="0" i="1" smtClean="0">
                                      <a:solidFill>
                                        <a:schemeClr val="accent2">
                                          <a:lumMod val="20000"/>
                                          <a:lumOff val="80000"/>
                                        </a:schemeClr>
                                      </a:solidFill>
                                      <a:latin typeface="Cambria Math" panose="02040503050406030204" pitchFamily="18" charset="0"/>
                                    </a:rPr>
                                    <m:t>𝑥</m:t>
                                  </m:r>
                                </m:e>
                                <m:sub>
                                  <m:r>
                                    <a:rPr lang="en-US" sz="1200" b="0" i="1" smtClean="0">
                                      <a:solidFill>
                                        <a:schemeClr val="accent2">
                                          <a:lumMod val="20000"/>
                                          <a:lumOff val="80000"/>
                                        </a:schemeClr>
                                      </a:solidFill>
                                      <a:latin typeface="Cambria Math" panose="02040503050406030204" pitchFamily="18" charset="0"/>
                                    </a:rPr>
                                    <m:t>𝜀</m:t>
                                  </m:r>
                                </m:sub>
                              </m:sSub>
                              <m:d>
                                <m:dPr>
                                  <m:ctrlPr>
                                    <a:rPr lang="en-US" sz="1200" i="1">
                                      <a:solidFill>
                                        <a:schemeClr val="accent2">
                                          <a:lumMod val="20000"/>
                                          <a:lumOff val="80000"/>
                                        </a:schemeClr>
                                      </a:solidFill>
                                      <a:latin typeface="Cambria Math" panose="02040503050406030204" pitchFamily="18" charset="0"/>
                                    </a:rPr>
                                  </m:ctrlPr>
                                </m:dPr>
                                <m:e>
                                  <m:r>
                                    <a:rPr lang="en-US" sz="1200" b="0" i="1" smtClean="0">
                                      <a:solidFill>
                                        <a:schemeClr val="accent2">
                                          <a:lumMod val="20000"/>
                                          <a:lumOff val="80000"/>
                                        </a:schemeClr>
                                      </a:solidFill>
                                      <a:latin typeface="Cambria Math" panose="02040503050406030204" pitchFamily="18" charset="0"/>
                                    </a:rPr>
                                    <m:t>𝑆𝑇</m:t>
                                  </m:r>
                                  <m:r>
                                    <a:rPr lang="en-US" sz="1200" b="0" i="1" smtClean="0">
                                      <a:solidFill>
                                        <a:schemeClr val="accent2">
                                          <a:lumMod val="20000"/>
                                          <a:lumOff val="80000"/>
                                        </a:schemeClr>
                                      </a:solidFill>
                                      <a:latin typeface="Cambria Math" panose="02040503050406030204" pitchFamily="18" charset="0"/>
                                    </a:rPr>
                                    <m:t>−</m:t>
                                  </m:r>
                                  <m:sSubSup>
                                    <m:sSubSupPr>
                                      <m:ctrlPr>
                                        <a:rPr lang="en-US" sz="1200" b="0" i="1" smtClean="0">
                                          <a:solidFill>
                                            <a:schemeClr val="accent2">
                                              <a:lumMod val="20000"/>
                                              <a:lumOff val="80000"/>
                                            </a:schemeClr>
                                          </a:solidFill>
                                          <a:latin typeface="Cambria Math" panose="02040503050406030204" pitchFamily="18" charset="0"/>
                                        </a:rPr>
                                      </m:ctrlPr>
                                    </m:sSubSupPr>
                                    <m:e>
                                      <m:r>
                                        <a:rPr lang="en-US" sz="1200" b="0" i="1" smtClean="0">
                                          <a:solidFill>
                                            <a:schemeClr val="accent2">
                                              <a:lumMod val="20000"/>
                                              <a:lumOff val="80000"/>
                                            </a:schemeClr>
                                          </a:solidFill>
                                          <a:latin typeface="Cambria Math" panose="02040503050406030204" pitchFamily="18" charset="0"/>
                                        </a:rPr>
                                        <m:t>𝑥</m:t>
                                      </m:r>
                                    </m:e>
                                    <m:sub>
                                      <m:r>
                                        <a:rPr lang="en-US" sz="1200" b="0" i="1" smtClean="0">
                                          <a:solidFill>
                                            <a:schemeClr val="accent2">
                                              <a:lumMod val="20000"/>
                                              <a:lumOff val="80000"/>
                                            </a:schemeClr>
                                          </a:solidFill>
                                          <a:latin typeface="Cambria Math" panose="02040503050406030204" pitchFamily="18" charset="0"/>
                                        </a:rPr>
                                        <m:t>1</m:t>
                                      </m:r>
                                    </m:sub>
                                    <m:sup>
                                      <m:r>
                                        <a:rPr lang="en-US" sz="1200" b="0" i="1" smtClean="0">
                                          <a:solidFill>
                                            <a:schemeClr val="accent2">
                                              <a:lumMod val="20000"/>
                                              <a:lumOff val="80000"/>
                                            </a:schemeClr>
                                          </a:solidFill>
                                          <a:latin typeface="Cambria Math" panose="02040503050406030204" pitchFamily="18" charset="0"/>
                                        </a:rPr>
                                        <m:t>𝑛</m:t>
                                      </m:r>
                                    </m:sup>
                                  </m:sSubSup>
                                  <m:d>
                                    <m:dPr>
                                      <m:ctrlPr>
                                        <a:rPr lang="en-US" sz="1200" b="0" i="1" smtClean="0">
                                          <a:solidFill>
                                            <a:schemeClr val="accent2">
                                              <a:lumMod val="20000"/>
                                              <a:lumOff val="80000"/>
                                            </a:schemeClr>
                                          </a:solidFill>
                                          <a:latin typeface="Cambria Math" panose="02040503050406030204" pitchFamily="18" charset="0"/>
                                        </a:rPr>
                                      </m:ctrlPr>
                                    </m:dPr>
                                    <m:e>
                                      <m:r>
                                        <a:rPr lang="en-US" sz="1200" i="1">
                                          <a:solidFill>
                                            <a:schemeClr val="accent2">
                                              <a:lumMod val="20000"/>
                                              <a:lumOff val="80000"/>
                                            </a:schemeClr>
                                          </a:solidFill>
                                          <a:latin typeface="Cambria Math" panose="02040503050406030204" pitchFamily="18" charset="0"/>
                                        </a:rPr>
                                        <m:t>𝑗</m:t>
                                      </m:r>
                                    </m:e>
                                  </m:d>
                                  <m:r>
                                    <a:rPr lang="en-US" sz="1200" b="0" i="1" smtClean="0">
                                      <a:solidFill>
                                        <a:schemeClr val="accent2">
                                          <a:lumMod val="20000"/>
                                          <a:lumOff val="80000"/>
                                        </a:schemeClr>
                                      </a:solidFill>
                                      <a:latin typeface="Cambria Math" panose="02040503050406030204" pitchFamily="18" charset="0"/>
                                    </a:rPr>
                                    <m:t>,0</m:t>
                                  </m:r>
                                </m:e>
                              </m:d>
                            </m:e>
                          </m:nary>
                        </m:e>
                      </m:nary>
                    </m:oMath>
                  </m:oMathPara>
                </a14:m>
                <a:endParaRPr lang="en-US" sz="1200" b="0" i="1" dirty="0">
                  <a:solidFill>
                    <a:schemeClr val="accent2">
                      <a:lumMod val="20000"/>
                      <a:lumOff val="80000"/>
                    </a:schemeClr>
                  </a:solidFill>
                  <a:latin typeface="Cambria Math" panose="02040503050406030204" pitchFamily="18" charset="0"/>
                </a:endParaRPr>
              </a:p>
            </p:txBody>
          </p:sp>
        </mc:Choice>
        <mc:Fallback xmlns="">
          <p:sp>
            <p:nvSpPr>
              <p:cNvPr id="22" name="Google Shape;204;p8">
                <a:extLst>
                  <a:ext uri="{FF2B5EF4-FFF2-40B4-BE49-F238E27FC236}">
                    <a16:creationId xmlns:a16="http://schemas.microsoft.com/office/drawing/2014/main" id="{C0AA9A64-97D9-6275-9B0E-ED57D8AD032A}"/>
                  </a:ext>
                </a:extLst>
              </p:cNvPr>
              <p:cNvSpPr>
                <a:spLocks noRot="1" noChangeAspect="1" noMove="1" noResize="1" noEditPoints="1" noAdjustHandles="1" noChangeArrowheads="1" noChangeShapeType="1" noTextEdit="1"/>
              </p:cNvSpPr>
              <p:nvPr/>
            </p:nvSpPr>
            <p:spPr>
              <a:xfrm>
                <a:off x="355780" y="2645210"/>
                <a:ext cx="4498107" cy="646501"/>
              </a:xfrm>
              <a:prstGeom prst="round2SameRect">
                <a:avLst>
                  <a:gd name="adj1" fmla="val 10146"/>
                  <a:gd name="adj2" fmla="val 8115"/>
                </a:avLst>
              </a:prstGeom>
              <a:blipFill>
                <a:blip r:embed="rId5"/>
                <a:stretch>
                  <a:fillRect/>
                </a:stretch>
              </a:blipFill>
              <a:ln w="9525" cap="flat" cmpd="sng">
                <a:solidFill>
                  <a:schemeClr val="bg1">
                    <a:lumMod val="20000"/>
                    <a:lumOff val="80000"/>
                  </a:schemeClr>
                </a:solidFill>
                <a:prstDash val="solid"/>
                <a:round/>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Google Shape;204;p8">
                <a:extLst>
                  <a:ext uri="{FF2B5EF4-FFF2-40B4-BE49-F238E27FC236}">
                    <a16:creationId xmlns:a16="http://schemas.microsoft.com/office/drawing/2014/main" id="{F5786B0E-BC22-DAB4-5EE0-558F84F50DF8}"/>
                  </a:ext>
                </a:extLst>
              </p:cNvPr>
              <p:cNvSpPr/>
              <p:nvPr/>
            </p:nvSpPr>
            <p:spPr>
              <a:xfrm>
                <a:off x="4916668" y="2636452"/>
                <a:ext cx="3838712" cy="655259"/>
              </a:xfrm>
              <a:prstGeom prst="round2SameRect">
                <a:avLst>
                  <a:gd name="adj1" fmla="val 10146"/>
                  <a:gd name="adj2" fmla="val 8115"/>
                </a:avLst>
              </a:prstGeom>
              <a:noFill/>
              <a:ln w="9525" cap="flat" cmpd="sng">
                <a:solidFill>
                  <a:schemeClr val="bg1">
                    <a:lumMod val="20000"/>
                    <a:lumOff val="80000"/>
                  </a:schemeClr>
                </a:solidFill>
                <a:prstDash val="solid"/>
                <a:round/>
                <a:headEnd type="none" w="sm" len="sm"/>
                <a:tailEnd type="none" w="sm" len="sm"/>
              </a:ln>
            </p:spPr>
            <p:txBody>
              <a:bodyPr spcFirstLastPara="1" wrap="square" lIns="91425" tIns="45700" rIns="91425" bIns="45700" anchor="t" anchorCtr="0">
                <a:noAutofit/>
              </a:bodyPr>
              <a:lstStyle/>
              <a:p>
                <a:pPr lvl="0">
                  <a:buSzPts val="1400"/>
                </a:pPr>
                <a14:m>
                  <m:oMathPara xmlns:m="http://schemas.openxmlformats.org/officeDocument/2006/math">
                    <m:oMathParaPr>
                      <m:jc m:val="centerGroup"/>
                    </m:oMathParaPr>
                    <m:oMath xmlns:m="http://schemas.openxmlformats.org/officeDocument/2006/math">
                      <m:sSub>
                        <m:sSubPr>
                          <m:ctrlPr>
                            <a:rPr lang="en-US" sz="1200" b="0" i="1" smtClean="0">
                              <a:solidFill>
                                <a:schemeClr val="accent2">
                                  <a:lumMod val="20000"/>
                                  <a:lumOff val="80000"/>
                                </a:schemeClr>
                              </a:solidFill>
                              <a:latin typeface="Cambria Math" panose="02040503050406030204" pitchFamily="18" charset="0"/>
                            </a:rPr>
                          </m:ctrlPr>
                        </m:sSubPr>
                        <m:e>
                          <m:r>
                            <a:rPr lang="en-US" sz="1200" b="0" i="1" smtClean="0">
                              <a:solidFill>
                                <a:schemeClr val="accent2">
                                  <a:lumMod val="20000"/>
                                  <a:lumOff val="80000"/>
                                </a:schemeClr>
                              </a:solidFill>
                              <a:latin typeface="Cambria Math" panose="02040503050406030204" pitchFamily="18" charset="0"/>
                            </a:rPr>
                            <m:t>𝐽</m:t>
                          </m:r>
                        </m:e>
                        <m:sub>
                          <m:r>
                            <m:rPr>
                              <m:sty m:val="p"/>
                            </m:rPr>
                            <a:rPr lang="en-US" sz="1200" b="0" i="0" smtClean="0">
                              <a:solidFill>
                                <a:schemeClr val="accent2">
                                  <a:lumMod val="20000"/>
                                  <a:lumOff val="80000"/>
                                </a:schemeClr>
                              </a:solidFill>
                              <a:latin typeface="Cambria Math" panose="02040503050406030204" pitchFamily="18" charset="0"/>
                            </a:rPr>
                            <m:t>Δ</m:t>
                          </m:r>
                          <m:r>
                            <a:rPr lang="en-US" sz="1200" b="0" i="1" smtClean="0">
                              <a:solidFill>
                                <a:schemeClr val="accent2">
                                  <a:lumMod val="20000"/>
                                  <a:lumOff val="80000"/>
                                </a:schemeClr>
                              </a:solidFill>
                              <a:latin typeface="Cambria Math" panose="02040503050406030204" pitchFamily="18" charset="0"/>
                            </a:rPr>
                            <m:t>𝑢</m:t>
                          </m:r>
                        </m:sub>
                      </m:sSub>
                      <m:r>
                        <a:rPr lang="en-US" sz="1200" b="0" i="1" smtClean="0">
                          <a:solidFill>
                            <a:schemeClr val="accent2">
                              <a:lumMod val="20000"/>
                              <a:lumOff val="80000"/>
                            </a:schemeClr>
                          </a:solidFill>
                          <a:latin typeface="Cambria Math" panose="02040503050406030204" pitchFamily="18" charset="0"/>
                        </a:rPr>
                        <m:t>=</m:t>
                      </m:r>
                      <m:f>
                        <m:fPr>
                          <m:ctrlPr>
                            <a:rPr lang="en-US" sz="1200" i="1">
                              <a:solidFill>
                                <a:schemeClr val="accent2">
                                  <a:lumMod val="20000"/>
                                  <a:lumOff val="80000"/>
                                </a:schemeClr>
                              </a:solidFill>
                              <a:latin typeface="Cambria Math" panose="02040503050406030204" pitchFamily="18" charset="0"/>
                            </a:rPr>
                          </m:ctrlPr>
                        </m:fPr>
                        <m:num>
                          <m:r>
                            <a:rPr lang="en-US" sz="1200" i="1">
                              <a:solidFill>
                                <a:schemeClr val="accent2">
                                  <a:lumMod val="20000"/>
                                  <a:lumOff val="80000"/>
                                </a:schemeClr>
                              </a:solidFill>
                              <a:latin typeface="Cambria Math" panose="02040503050406030204" pitchFamily="18" charset="0"/>
                            </a:rPr>
                            <m:t>1</m:t>
                          </m:r>
                        </m:num>
                        <m:den>
                          <m:r>
                            <a:rPr lang="en-US" sz="1200" i="1">
                              <a:solidFill>
                                <a:schemeClr val="accent2">
                                  <a:lumMod val="20000"/>
                                  <a:lumOff val="80000"/>
                                </a:schemeClr>
                              </a:solidFill>
                              <a:latin typeface="Cambria Math" panose="02040503050406030204" pitchFamily="18" charset="0"/>
                            </a:rPr>
                            <m:t>𝑁</m:t>
                          </m:r>
                          <m:r>
                            <a:rPr lang="en-US" sz="1200" i="1">
                              <a:solidFill>
                                <a:schemeClr val="accent2">
                                  <a:lumMod val="20000"/>
                                  <a:lumOff val="80000"/>
                                </a:schemeClr>
                              </a:solidFill>
                              <a:latin typeface="Cambria Math" panose="02040503050406030204" pitchFamily="18" charset="0"/>
                            </a:rPr>
                            <m:t>⋅</m:t>
                          </m:r>
                          <m:sSubSup>
                            <m:sSubSupPr>
                              <m:ctrlPr>
                                <a:rPr lang="en-US" sz="1200" b="0" i="1" smtClean="0">
                                  <a:solidFill>
                                    <a:schemeClr val="accent2">
                                      <a:lumMod val="20000"/>
                                      <a:lumOff val="80000"/>
                                    </a:schemeClr>
                                  </a:solidFill>
                                  <a:latin typeface="Cambria Math" panose="02040503050406030204" pitchFamily="18" charset="0"/>
                                </a:rPr>
                              </m:ctrlPr>
                            </m:sSubSupPr>
                            <m:e>
                              <m:r>
                                <a:rPr lang="en-US" sz="1200" i="1">
                                  <a:solidFill>
                                    <a:schemeClr val="accent2">
                                      <a:lumMod val="20000"/>
                                      <a:lumOff val="80000"/>
                                    </a:schemeClr>
                                  </a:solidFill>
                                  <a:latin typeface="Cambria Math" panose="02040503050406030204" pitchFamily="18" charset="0"/>
                                </a:rPr>
                                <m:t>𝑢</m:t>
                              </m:r>
                            </m:e>
                            <m:sub>
                              <m:r>
                                <a:rPr lang="en-US" sz="1200" i="1">
                                  <a:solidFill>
                                    <a:schemeClr val="accent2">
                                      <a:lumMod val="20000"/>
                                      <a:lumOff val="80000"/>
                                    </a:schemeClr>
                                  </a:solidFill>
                                  <a:latin typeface="Cambria Math" panose="02040503050406030204" pitchFamily="18" charset="0"/>
                                </a:rPr>
                                <m:t>𝑚𝑎𝑥</m:t>
                              </m:r>
                            </m:sub>
                            <m:sup>
                              <m:r>
                                <a:rPr lang="en-US" sz="1200" b="0" i="1" smtClean="0">
                                  <a:solidFill>
                                    <a:schemeClr val="accent2">
                                      <a:lumMod val="20000"/>
                                      <a:lumOff val="80000"/>
                                    </a:schemeClr>
                                  </a:solidFill>
                                  <a:latin typeface="Cambria Math" panose="02040503050406030204" pitchFamily="18" charset="0"/>
                                </a:rPr>
                                <m:t>2</m:t>
                              </m:r>
                            </m:sup>
                          </m:sSubSup>
                          <m:r>
                            <a:rPr lang="en-US" sz="1200" i="1">
                              <a:solidFill>
                                <a:schemeClr val="accent2">
                                  <a:lumMod val="20000"/>
                                  <a:lumOff val="80000"/>
                                </a:schemeClr>
                              </a:solidFill>
                              <a:latin typeface="Cambria Math" panose="02040503050406030204" pitchFamily="18" charset="0"/>
                            </a:rPr>
                            <m:t>⋅</m:t>
                          </m:r>
                          <m:sSub>
                            <m:sSubPr>
                              <m:ctrlPr>
                                <a:rPr lang="en-US" sz="1200" i="1">
                                  <a:solidFill>
                                    <a:schemeClr val="accent2">
                                      <a:lumMod val="20000"/>
                                      <a:lumOff val="80000"/>
                                    </a:schemeClr>
                                  </a:solidFill>
                                  <a:latin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rPr>
                                <m:t>𝐻</m:t>
                              </m:r>
                            </m:e>
                            <m:sub>
                              <m:r>
                                <a:rPr lang="en-US" sz="1200" i="1">
                                  <a:solidFill>
                                    <a:schemeClr val="accent2">
                                      <a:lumMod val="20000"/>
                                      <a:lumOff val="80000"/>
                                    </a:schemeClr>
                                  </a:solidFill>
                                  <a:latin typeface="Cambria Math" panose="02040503050406030204" pitchFamily="18" charset="0"/>
                                </a:rPr>
                                <m:t>𝑝</m:t>
                              </m:r>
                            </m:sub>
                          </m:sSub>
                        </m:den>
                      </m:f>
                      <m:nary>
                        <m:naryPr>
                          <m:chr m:val="∑"/>
                          <m:ctrlPr>
                            <a:rPr lang="en-US" sz="1200" i="1">
                              <a:solidFill>
                                <a:schemeClr val="accent2">
                                  <a:lumMod val="20000"/>
                                  <a:lumOff val="80000"/>
                                </a:schemeClr>
                              </a:solidFill>
                              <a:latin typeface="Cambria Math" panose="02040503050406030204" pitchFamily="18" charset="0"/>
                            </a:rPr>
                          </m:ctrlPr>
                        </m:naryPr>
                        <m:sub>
                          <m:r>
                            <m:rPr>
                              <m:brk m:alnAt="23"/>
                            </m:rPr>
                            <a:rPr lang="en-US" sz="1200" i="1">
                              <a:solidFill>
                                <a:schemeClr val="accent2">
                                  <a:lumMod val="20000"/>
                                  <a:lumOff val="80000"/>
                                </a:schemeClr>
                              </a:solidFill>
                              <a:latin typeface="Cambria Math" panose="02040503050406030204" pitchFamily="18" charset="0"/>
                            </a:rPr>
                            <m:t>𝑗</m:t>
                          </m:r>
                          <m:r>
                            <a:rPr lang="en-US" sz="1200" i="1">
                              <a:solidFill>
                                <a:schemeClr val="accent2">
                                  <a:lumMod val="20000"/>
                                  <a:lumOff val="80000"/>
                                </a:schemeClr>
                              </a:solidFill>
                              <a:latin typeface="Cambria Math" panose="02040503050406030204" pitchFamily="18" charset="0"/>
                            </a:rPr>
                            <m:t>=</m:t>
                          </m:r>
                          <m:r>
                            <a:rPr lang="en-US" sz="1200" i="1">
                              <a:solidFill>
                                <a:schemeClr val="accent2">
                                  <a:lumMod val="20000"/>
                                  <a:lumOff val="80000"/>
                                </a:schemeClr>
                              </a:solidFill>
                              <a:latin typeface="Cambria Math" panose="02040503050406030204" pitchFamily="18" charset="0"/>
                            </a:rPr>
                            <m:t>𝑘</m:t>
                          </m:r>
                        </m:sub>
                        <m:sup>
                          <m:r>
                            <a:rPr lang="en-US" sz="1200" i="1">
                              <a:solidFill>
                                <a:schemeClr val="accent2">
                                  <a:lumMod val="20000"/>
                                  <a:lumOff val="80000"/>
                                </a:schemeClr>
                              </a:solidFill>
                              <a:latin typeface="Cambria Math" panose="02040503050406030204" pitchFamily="18" charset="0"/>
                            </a:rPr>
                            <m:t>𝑘</m:t>
                          </m:r>
                          <m:r>
                            <a:rPr lang="en-US" sz="1200" i="1">
                              <a:solidFill>
                                <a:schemeClr val="accent2">
                                  <a:lumMod val="20000"/>
                                  <a:lumOff val="80000"/>
                                </a:schemeClr>
                              </a:solidFill>
                              <a:latin typeface="Cambria Math" panose="02040503050406030204" pitchFamily="18" charset="0"/>
                            </a:rPr>
                            <m:t>+</m:t>
                          </m:r>
                          <m:sSub>
                            <m:sSubPr>
                              <m:ctrlPr>
                                <a:rPr lang="en-US" sz="1200" i="1">
                                  <a:solidFill>
                                    <a:schemeClr val="accent2">
                                      <a:lumMod val="20000"/>
                                      <a:lumOff val="80000"/>
                                    </a:schemeClr>
                                  </a:solidFill>
                                  <a:latin typeface="Cambria Math" panose="02040503050406030204" pitchFamily="18" charset="0"/>
                                </a:rPr>
                              </m:ctrlPr>
                            </m:sSubPr>
                            <m:e>
                              <m:r>
                                <a:rPr lang="en-US" sz="1200" i="1">
                                  <a:solidFill>
                                    <a:schemeClr val="accent2">
                                      <a:lumMod val="20000"/>
                                      <a:lumOff val="80000"/>
                                    </a:schemeClr>
                                  </a:solidFill>
                                  <a:latin typeface="Cambria Math" panose="02040503050406030204" pitchFamily="18" charset="0"/>
                                </a:rPr>
                                <m:t>𝐻</m:t>
                              </m:r>
                            </m:e>
                            <m:sub>
                              <m:r>
                                <a:rPr lang="en-US" sz="1200" i="1">
                                  <a:solidFill>
                                    <a:schemeClr val="accent2">
                                      <a:lumMod val="20000"/>
                                      <a:lumOff val="80000"/>
                                    </a:schemeClr>
                                  </a:solidFill>
                                  <a:latin typeface="Cambria Math" panose="02040503050406030204" pitchFamily="18" charset="0"/>
                                </a:rPr>
                                <m:t>𝑝</m:t>
                              </m:r>
                            </m:sub>
                          </m:sSub>
                          <m:r>
                            <a:rPr lang="en-US" sz="1200" i="1">
                              <a:solidFill>
                                <a:schemeClr val="accent2">
                                  <a:lumMod val="20000"/>
                                  <a:lumOff val="80000"/>
                                </a:schemeClr>
                              </a:solidFill>
                              <a:latin typeface="Cambria Math" panose="02040503050406030204" pitchFamily="18" charset="0"/>
                            </a:rPr>
                            <m:t>−1</m:t>
                          </m:r>
                        </m:sup>
                        <m:e>
                          <m:nary>
                            <m:naryPr>
                              <m:chr m:val="∑"/>
                              <m:ctrlPr>
                                <a:rPr lang="en-US" sz="1200" i="1">
                                  <a:solidFill>
                                    <a:schemeClr val="accent2">
                                      <a:lumMod val="20000"/>
                                      <a:lumOff val="80000"/>
                                    </a:schemeClr>
                                  </a:solidFill>
                                  <a:latin typeface="Cambria Math" panose="02040503050406030204" pitchFamily="18" charset="0"/>
                                </a:rPr>
                              </m:ctrlPr>
                            </m:naryPr>
                            <m:sub>
                              <m:r>
                                <m:rPr>
                                  <m:brk m:alnAt="23"/>
                                </m:rPr>
                                <a:rPr lang="en-US" sz="1200" i="1">
                                  <a:solidFill>
                                    <a:schemeClr val="accent2">
                                      <a:lumMod val="20000"/>
                                      <a:lumOff val="80000"/>
                                    </a:schemeClr>
                                  </a:solidFill>
                                  <a:latin typeface="Cambria Math" panose="02040503050406030204" pitchFamily="18" charset="0"/>
                                </a:rPr>
                                <m:t>𝑛</m:t>
                              </m:r>
                              <m:r>
                                <a:rPr lang="en-US" sz="1200" i="1">
                                  <a:solidFill>
                                    <a:schemeClr val="accent2">
                                      <a:lumMod val="20000"/>
                                      <a:lumOff val="80000"/>
                                    </a:schemeClr>
                                  </a:solidFill>
                                  <a:latin typeface="Cambria Math" panose="02040503050406030204" pitchFamily="18" charset="0"/>
                                </a:rPr>
                                <m:t>=1</m:t>
                              </m:r>
                            </m:sub>
                            <m:sup>
                              <m:r>
                                <a:rPr lang="en-US" sz="1200" i="1">
                                  <a:solidFill>
                                    <a:schemeClr val="accent2">
                                      <a:lumMod val="20000"/>
                                      <a:lumOff val="80000"/>
                                    </a:schemeClr>
                                  </a:solidFill>
                                  <a:latin typeface="Cambria Math" panose="02040503050406030204" pitchFamily="18" charset="0"/>
                                </a:rPr>
                                <m:t>𝑁</m:t>
                              </m:r>
                            </m:sup>
                            <m:e>
                              <m:sSup>
                                <m:sSupPr>
                                  <m:ctrlPr>
                                    <a:rPr lang="en-US" sz="1200" b="0" i="1" smtClean="0">
                                      <a:solidFill>
                                        <a:schemeClr val="accent2">
                                          <a:lumMod val="20000"/>
                                          <a:lumOff val="80000"/>
                                        </a:schemeClr>
                                      </a:solidFill>
                                      <a:latin typeface="Cambria Math" panose="02040503050406030204" pitchFamily="18" charset="0"/>
                                    </a:rPr>
                                  </m:ctrlPr>
                                </m:sSupPr>
                                <m:e>
                                  <m:d>
                                    <m:dPr>
                                      <m:ctrlPr>
                                        <a:rPr lang="en-US" sz="1200" b="0" i="1" smtClean="0">
                                          <a:solidFill>
                                            <a:schemeClr val="accent2">
                                              <a:lumMod val="20000"/>
                                              <a:lumOff val="80000"/>
                                            </a:schemeClr>
                                          </a:solidFill>
                                          <a:latin typeface="Cambria Math" panose="02040503050406030204" pitchFamily="18" charset="0"/>
                                        </a:rPr>
                                      </m:ctrlPr>
                                    </m:dPr>
                                    <m:e>
                                      <m:sSup>
                                        <m:sSupPr>
                                          <m:ctrlPr>
                                            <a:rPr lang="en-US" sz="1200" i="1">
                                              <a:solidFill>
                                                <a:schemeClr val="accent2">
                                                  <a:lumMod val="20000"/>
                                                  <a:lumOff val="80000"/>
                                                </a:schemeClr>
                                              </a:solidFill>
                                              <a:latin typeface="Cambria Math" panose="02040503050406030204" pitchFamily="18" charset="0"/>
                                            </a:rPr>
                                          </m:ctrlPr>
                                        </m:sSupPr>
                                        <m:e>
                                          <m:r>
                                            <a:rPr lang="en-US" sz="1200" i="1">
                                              <a:solidFill>
                                                <a:schemeClr val="accent2">
                                                  <a:lumMod val="20000"/>
                                                  <a:lumOff val="80000"/>
                                                </a:schemeClr>
                                              </a:solidFill>
                                              <a:latin typeface="Cambria Math" panose="02040503050406030204" pitchFamily="18" charset="0"/>
                                            </a:rPr>
                                            <m:t>𝑢</m:t>
                                          </m:r>
                                        </m:e>
                                        <m:sup>
                                          <m:r>
                                            <a:rPr lang="en-US" sz="1200" i="1">
                                              <a:solidFill>
                                                <a:schemeClr val="accent2">
                                                  <a:lumMod val="20000"/>
                                                  <a:lumOff val="80000"/>
                                                </a:schemeClr>
                                              </a:solidFill>
                                              <a:latin typeface="Cambria Math" panose="02040503050406030204" pitchFamily="18" charset="0"/>
                                            </a:rPr>
                                            <m:t>𝑛</m:t>
                                          </m:r>
                                        </m:sup>
                                      </m:sSup>
                                      <m:d>
                                        <m:dPr>
                                          <m:ctrlPr>
                                            <a:rPr lang="en-US" sz="1200" i="1">
                                              <a:solidFill>
                                                <a:schemeClr val="accent2">
                                                  <a:lumMod val="20000"/>
                                                  <a:lumOff val="80000"/>
                                                </a:schemeClr>
                                              </a:solidFill>
                                              <a:latin typeface="Cambria Math" panose="02040503050406030204" pitchFamily="18" charset="0"/>
                                            </a:rPr>
                                          </m:ctrlPr>
                                        </m:dPr>
                                        <m:e>
                                          <m:r>
                                            <a:rPr lang="en-US" sz="1200" i="1">
                                              <a:solidFill>
                                                <a:schemeClr val="accent2">
                                                  <a:lumMod val="20000"/>
                                                  <a:lumOff val="80000"/>
                                                </a:schemeClr>
                                              </a:solidFill>
                                              <a:latin typeface="Cambria Math" panose="02040503050406030204" pitchFamily="18" charset="0"/>
                                            </a:rPr>
                                            <m:t>𝑗</m:t>
                                          </m:r>
                                        </m:e>
                                      </m:d>
                                      <m:r>
                                        <a:rPr lang="en-US" sz="1200" b="0" i="1" smtClean="0">
                                          <a:solidFill>
                                            <a:schemeClr val="accent2">
                                              <a:lumMod val="20000"/>
                                              <a:lumOff val="80000"/>
                                            </a:schemeClr>
                                          </a:solidFill>
                                          <a:latin typeface="Cambria Math" panose="02040503050406030204" pitchFamily="18" charset="0"/>
                                        </a:rPr>
                                        <m:t>−</m:t>
                                      </m:r>
                                      <m:sSup>
                                        <m:sSupPr>
                                          <m:ctrlPr>
                                            <a:rPr lang="en-US" sz="1200" b="0" i="1" smtClean="0">
                                              <a:solidFill>
                                                <a:schemeClr val="accent2">
                                                  <a:lumMod val="20000"/>
                                                  <a:lumOff val="80000"/>
                                                </a:schemeClr>
                                              </a:solidFill>
                                              <a:latin typeface="Cambria Math" panose="02040503050406030204" pitchFamily="18" charset="0"/>
                                            </a:rPr>
                                          </m:ctrlPr>
                                        </m:sSupPr>
                                        <m:e>
                                          <m:r>
                                            <a:rPr lang="en-US" sz="1200" b="0" i="1" smtClean="0">
                                              <a:solidFill>
                                                <a:schemeClr val="accent2">
                                                  <a:lumMod val="20000"/>
                                                  <a:lumOff val="80000"/>
                                                </a:schemeClr>
                                              </a:solidFill>
                                              <a:latin typeface="Cambria Math" panose="02040503050406030204" pitchFamily="18" charset="0"/>
                                            </a:rPr>
                                            <m:t>𝑢</m:t>
                                          </m:r>
                                        </m:e>
                                        <m:sup>
                                          <m:r>
                                            <a:rPr lang="en-US" sz="1200" b="0" i="1" smtClean="0">
                                              <a:solidFill>
                                                <a:schemeClr val="accent2">
                                                  <a:lumMod val="20000"/>
                                                  <a:lumOff val="80000"/>
                                                </a:schemeClr>
                                              </a:solidFill>
                                              <a:latin typeface="Cambria Math" panose="02040503050406030204" pitchFamily="18" charset="0"/>
                                            </a:rPr>
                                            <m:t>𝑛</m:t>
                                          </m:r>
                                        </m:sup>
                                      </m:sSup>
                                      <m:d>
                                        <m:dPr>
                                          <m:ctrlPr>
                                            <a:rPr lang="en-US" sz="1200" b="0" i="1" smtClean="0">
                                              <a:solidFill>
                                                <a:schemeClr val="accent2">
                                                  <a:lumMod val="20000"/>
                                                  <a:lumOff val="80000"/>
                                                </a:schemeClr>
                                              </a:solidFill>
                                              <a:latin typeface="Cambria Math" panose="02040503050406030204" pitchFamily="18" charset="0"/>
                                            </a:rPr>
                                          </m:ctrlPr>
                                        </m:dPr>
                                        <m:e>
                                          <m:r>
                                            <a:rPr lang="en-US" sz="1200" b="0" i="1" smtClean="0">
                                              <a:solidFill>
                                                <a:schemeClr val="accent2">
                                                  <a:lumMod val="20000"/>
                                                  <a:lumOff val="80000"/>
                                                </a:schemeClr>
                                              </a:solidFill>
                                              <a:latin typeface="Cambria Math" panose="02040503050406030204" pitchFamily="18" charset="0"/>
                                            </a:rPr>
                                            <m:t>𝑗</m:t>
                                          </m:r>
                                          <m:r>
                                            <a:rPr lang="en-US" sz="1200" b="0" i="1" smtClean="0">
                                              <a:solidFill>
                                                <a:schemeClr val="accent2">
                                                  <a:lumMod val="20000"/>
                                                  <a:lumOff val="80000"/>
                                                </a:schemeClr>
                                              </a:solidFill>
                                              <a:latin typeface="Cambria Math" panose="02040503050406030204" pitchFamily="18" charset="0"/>
                                            </a:rPr>
                                            <m:t>−1</m:t>
                                          </m:r>
                                        </m:e>
                                      </m:d>
                                    </m:e>
                                  </m:d>
                                </m:e>
                                <m:sup>
                                  <m:r>
                                    <a:rPr lang="en-US" sz="1200" b="0" i="1" smtClean="0">
                                      <a:solidFill>
                                        <a:schemeClr val="accent2">
                                          <a:lumMod val="20000"/>
                                          <a:lumOff val="80000"/>
                                        </a:schemeClr>
                                      </a:solidFill>
                                      <a:latin typeface="Cambria Math" panose="02040503050406030204" pitchFamily="18" charset="0"/>
                                    </a:rPr>
                                    <m:t>2</m:t>
                                  </m:r>
                                </m:sup>
                              </m:sSup>
                            </m:e>
                          </m:nary>
                        </m:e>
                      </m:nary>
                    </m:oMath>
                  </m:oMathPara>
                </a14:m>
                <a:endParaRPr lang="en-US" sz="1200" b="0" i="1" dirty="0">
                  <a:solidFill>
                    <a:schemeClr val="accent2">
                      <a:lumMod val="20000"/>
                      <a:lumOff val="80000"/>
                    </a:schemeClr>
                  </a:solidFill>
                  <a:latin typeface="Cambria Math" panose="02040503050406030204" pitchFamily="18" charset="0"/>
                </a:endParaRPr>
              </a:p>
            </p:txBody>
          </p:sp>
        </mc:Choice>
        <mc:Fallback xmlns="">
          <p:sp>
            <p:nvSpPr>
              <p:cNvPr id="24" name="Google Shape;204;p8">
                <a:extLst>
                  <a:ext uri="{FF2B5EF4-FFF2-40B4-BE49-F238E27FC236}">
                    <a16:creationId xmlns:a16="http://schemas.microsoft.com/office/drawing/2014/main" id="{F5786B0E-BC22-DAB4-5EE0-558F84F50DF8}"/>
                  </a:ext>
                </a:extLst>
              </p:cNvPr>
              <p:cNvSpPr>
                <a:spLocks noRot="1" noChangeAspect="1" noMove="1" noResize="1" noEditPoints="1" noAdjustHandles="1" noChangeArrowheads="1" noChangeShapeType="1" noTextEdit="1"/>
              </p:cNvSpPr>
              <p:nvPr/>
            </p:nvSpPr>
            <p:spPr>
              <a:xfrm>
                <a:off x="4916668" y="2636452"/>
                <a:ext cx="3838712" cy="655259"/>
              </a:xfrm>
              <a:prstGeom prst="round2SameRect">
                <a:avLst>
                  <a:gd name="adj1" fmla="val 10146"/>
                  <a:gd name="adj2" fmla="val 8115"/>
                </a:avLst>
              </a:prstGeom>
              <a:blipFill>
                <a:blip r:embed="rId6"/>
                <a:stretch>
                  <a:fillRect/>
                </a:stretch>
              </a:blipFill>
              <a:ln w="9525" cap="flat" cmpd="sng">
                <a:solidFill>
                  <a:schemeClr val="bg1">
                    <a:lumMod val="20000"/>
                    <a:lumOff val="80000"/>
                  </a:schemeClr>
                </a:solidFill>
                <a:prstDash val="solid"/>
                <a:round/>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Google Shape;204;p8">
                <a:extLst>
                  <a:ext uri="{FF2B5EF4-FFF2-40B4-BE49-F238E27FC236}">
                    <a16:creationId xmlns:a16="http://schemas.microsoft.com/office/drawing/2014/main" id="{8B4100F9-D5CB-AD33-F2A5-906A199DD610}"/>
                  </a:ext>
                </a:extLst>
              </p:cNvPr>
              <p:cNvSpPr/>
              <p:nvPr/>
            </p:nvSpPr>
            <p:spPr>
              <a:xfrm>
                <a:off x="3036973" y="1910427"/>
                <a:ext cx="2791191" cy="646500"/>
              </a:xfrm>
              <a:prstGeom prst="round2SameRect">
                <a:avLst>
                  <a:gd name="adj1" fmla="val 10146"/>
                  <a:gd name="adj2" fmla="val 8115"/>
                </a:avLst>
              </a:prstGeom>
              <a:noFill/>
              <a:ln w="9525" cap="flat" cmpd="sng">
                <a:solidFill>
                  <a:schemeClr val="bg1">
                    <a:lumMod val="20000"/>
                    <a:lumOff val="80000"/>
                  </a:schemeClr>
                </a:solidFill>
                <a:prstDash val="solid"/>
                <a:round/>
                <a:headEnd type="none" w="sm" len="sm"/>
                <a:tailEnd type="none" w="sm" len="sm"/>
              </a:ln>
            </p:spPr>
            <p:txBody>
              <a:bodyPr spcFirstLastPara="1" wrap="square" lIns="91425" tIns="45700" rIns="91425" bIns="45700" anchor="t" anchorCtr="0">
                <a:noAutofit/>
              </a:bodyPr>
              <a:lstStyle/>
              <a:p>
                <a:pPr lvl="0">
                  <a:buSzPts val="1400"/>
                </a:pPr>
                <a14:m>
                  <m:oMathPara xmlns:m="http://schemas.openxmlformats.org/officeDocument/2006/math">
                    <m:oMathParaPr>
                      <m:jc m:val="centerGroup"/>
                    </m:oMathParaPr>
                    <m:oMath xmlns:m="http://schemas.openxmlformats.org/officeDocument/2006/math">
                      <m:sSub>
                        <m:sSubPr>
                          <m:ctrlPr>
                            <a:rPr lang="en-US" sz="1200" b="0" i="1" u="none" strike="noStrike" cap="none" smtClean="0">
                              <a:solidFill>
                                <a:schemeClr val="accent2">
                                  <a:lumMod val="20000"/>
                                  <a:lumOff val="80000"/>
                                </a:schemeClr>
                              </a:solidFill>
                              <a:latin typeface="Cambria Math" panose="02040503050406030204" pitchFamily="18" charset="0"/>
                              <a:sym typeface="Arial"/>
                            </a:rPr>
                          </m:ctrlPr>
                        </m:sSubPr>
                        <m:e>
                          <m:r>
                            <a:rPr lang="en-US" sz="1200" b="0" i="1" u="none" strike="noStrike" cap="none" smtClean="0">
                              <a:solidFill>
                                <a:schemeClr val="accent2">
                                  <a:lumMod val="20000"/>
                                  <a:lumOff val="80000"/>
                                </a:schemeClr>
                              </a:solidFill>
                              <a:latin typeface="Cambria Math" panose="02040503050406030204" pitchFamily="18" charset="0"/>
                              <a:sym typeface="Arial"/>
                            </a:rPr>
                            <m:t>𝐽</m:t>
                          </m:r>
                        </m:e>
                        <m:sub>
                          <m:r>
                            <a:rPr lang="en-US" sz="1200" b="0" i="1" u="none" strike="noStrike" cap="none" smtClean="0">
                              <a:solidFill>
                                <a:schemeClr val="accent2">
                                  <a:lumMod val="20000"/>
                                  <a:lumOff val="80000"/>
                                </a:schemeClr>
                              </a:solidFill>
                              <a:latin typeface="Cambria Math" panose="02040503050406030204" pitchFamily="18" charset="0"/>
                              <a:sym typeface="Arial"/>
                            </a:rPr>
                            <m:t>𝑤𝑎𝑡𝑒𝑟</m:t>
                          </m:r>
                        </m:sub>
                      </m:sSub>
                      <m:r>
                        <a:rPr lang="en-US" sz="1200" b="0" i="1" u="none" strike="noStrike" cap="none" smtClean="0">
                          <a:solidFill>
                            <a:schemeClr val="accent2">
                              <a:lumMod val="20000"/>
                              <a:lumOff val="80000"/>
                            </a:schemeClr>
                          </a:solidFill>
                          <a:latin typeface="Cambria Math" panose="02040503050406030204" pitchFamily="18" charset="0"/>
                          <a:sym typeface="Arial"/>
                        </a:rPr>
                        <m:t>=</m:t>
                      </m:r>
                      <m:f>
                        <m:fPr>
                          <m:ctrlPr>
                            <a:rPr lang="en-US" sz="1200" b="0" i="1" u="none" strike="noStrike" cap="none" smtClean="0">
                              <a:solidFill>
                                <a:schemeClr val="accent2">
                                  <a:lumMod val="20000"/>
                                  <a:lumOff val="80000"/>
                                </a:schemeClr>
                              </a:solidFill>
                              <a:latin typeface="Cambria Math" panose="02040503050406030204" pitchFamily="18" charset="0"/>
                              <a:sym typeface="Arial"/>
                            </a:rPr>
                          </m:ctrlPr>
                        </m:fPr>
                        <m:num>
                          <m:r>
                            <a:rPr lang="en-US" sz="1200" b="0" i="1" u="none" strike="noStrike" cap="none" smtClean="0">
                              <a:solidFill>
                                <a:schemeClr val="accent2">
                                  <a:lumMod val="20000"/>
                                  <a:lumOff val="80000"/>
                                </a:schemeClr>
                              </a:solidFill>
                              <a:latin typeface="Cambria Math" panose="02040503050406030204" pitchFamily="18" charset="0"/>
                              <a:sym typeface="Arial"/>
                            </a:rPr>
                            <m:t>1</m:t>
                          </m:r>
                        </m:num>
                        <m:den>
                          <m:r>
                            <a:rPr lang="en-US" sz="1200" b="0" i="1" u="none" strike="noStrike" cap="none" smtClean="0">
                              <a:solidFill>
                                <a:schemeClr val="accent2">
                                  <a:lumMod val="20000"/>
                                  <a:lumOff val="80000"/>
                                </a:schemeClr>
                              </a:solidFill>
                              <a:latin typeface="Cambria Math" panose="02040503050406030204" pitchFamily="18" charset="0"/>
                              <a:sym typeface="Arial"/>
                            </a:rPr>
                            <m:t>𝑁</m:t>
                          </m:r>
                          <m:r>
                            <a:rPr lang="en-US" sz="1200" b="0" i="1" u="none" strike="noStrike" cap="none" smtClean="0">
                              <a:solidFill>
                                <a:schemeClr val="accent2">
                                  <a:lumMod val="20000"/>
                                  <a:lumOff val="80000"/>
                                </a:schemeClr>
                              </a:solidFill>
                              <a:latin typeface="Cambria Math" panose="02040503050406030204" pitchFamily="18" charset="0"/>
                              <a:sym typeface="Arial"/>
                            </a:rPr>
                            <m:t>⋅</m:t>
                          </m:r>
                          <m:sSub>
                            <m:sSubPr>
                              <m:ctrlPr>
                                <a:rPr lang="en-US" sz="1200" b="0" i="1" u="none" strike="noStrike" cap="none" smtClean="0">
                                  <a:solidFill>
                                    <a:schemeClr val="accent2">
                                      <a:lumMod val="20000"/>
                                      <a:lumOff val="80000"/>
                                    </a:schemeClr>
                                  </a:solidFill>
                                  <a:latin typeface="Cambria Math" panose="02040503050406030204" pitchFamily="18" charset="0"/>
                                  <a:sym typeface="Arial"/>
                                </a:rPr>
                              </m:ctrlPr>
                            </m:sSubPr>
                            <m:e>
                              <m:r>
                                <a:rPr lang="en-US" sz="1200" b="0" i="1" u="none" strike="noStrike" cap="none" smtClean="0">
                                  <a:solidFill>
                                    <a:schemeClr val="accent2">
                                      <a:lumMod val="20000"/>
                                      <a:lumOff val="80000"/>
                                    </a:schemeClr>
                                  </a:solidFill>
                                  <a:latin typeface="Cambria Math" panose="02040503050406030204" pitchFamily="18" charset="0"/>
                                  <a:sym typeface="Arial"/>
                                </a:rPr>
                                <m:t>𝑢</m:t>
                              </m:r>
                            </m:e>
                            <m:sub>
                              <m:r>
                                <a:rPr lang="en-US" sz="1200" b="0" i="1" u="none" strike="noStrike" cap="none" smtClean="0">
                                  <a:solidFill>
                                    <a:schemeClr val="accent2">
                                      <a:lumMod val="20000"/>
                                      <a:lumOff val="80000"/>
                                    </a:schemeClr>
                                  </a:solidFill>
                                  <a:latin typeface="Cambria Math" panose="02040503050406030204" pitchFamily="18" charset="0"/>
                                  <a:sym typeface="Arial"/>
                                </a:rPr>
                                <m:t>𝑚𝑎𝑥</m:t>
                              </m:r>
                            </m:sub>
                          </m:sSub>
                          <m:r>
                            <a:rPr lang="en-US" sz="1200" b="0" i="1" u="none" strike="noStrike" cap="none" smtClean="0">
                              <a:solidFill>
                                <a:schemeClr val="accent2">
                                  <a:lumMod val="20000"/>
                                  <a:lumOff val="80000"/>
                                </a:schemeClr>
                              </a:solidFill>
                              <a:latin typeface="Cambria Math" panose="02040503050406030204" pitchFamily="18" charset="0"/>
                              <a:sym typeface="Arial"/>
                            </a:rPr>
                            <m:t>⋅</m:t>
                          </m:r>
                          <m:sSub>
                            <m:sSubPr>
                              <m:ctrlPr>
                                <a:rPr lang="en-US" sz="1200" b="0" i="1" u="none" strike="noStrike" cap="none" smtClean="0">
                                  <a:solidFill>
                                    <a:schemeClr val="accent2">
                                      <a:lumMod val="20000"/>
                                      <a:lumOff val="80000"/>
                                    </a:schemeClr>
                                  </a:solidFill>
                                  <a:latin typeface="Cambria Math" panose="02040503050406030204" pitchFamily="18" charset="0"/>
                                  <a:sym typeface="Arial"/>
                                </a:rPr>
                              </m:ctrlPr>
                            </m:sSubPr>
                            <m:e>
                              <m:r>
                                <a:rPr lang="en-US" sz="1200" b="0" i="1" u="none" strike="noStrike" cap="none" smtClean="0">
                                  <a:solidFill>
                                    <a:schemeClr val="accent2">
                                      <a:lumMod val="20000"/>
                                      <a:lumOff val="80000"/>
                                    </a:schemeClr>
                                  </a:solidFill>
                                  <a:latin typeface="Cambria Math" panose="02040503050406030204" pitchFamily="18" charset="0"/>
                                  <a:sym typeface="Arial"/>
                                </a:rPr>
                                <m:t>𝐻</m:t>
                              </m:r>
                            </m:e>
                            <m:sub>
                              <m:r>
                                <a:rPr lang="en-US" sz="1200" b="0" i="1" u="none" strike="noStrike" cap="none" smtClean="0">
                                  <a:solidFill>
                                    <a:schemeClr val="accent2">
                                      <a:lumMod val="20000"/>
                                      <a:lumOff val="80000"/>
                                    </a:schemeClr>
                                  </a:solidFill>
                                  <a:latin typeface="Cambria Math" panose="02040503050406030204" pitchFamily="18" charset="0"/>
                                  <a:sym typeface="Arial"/>
                                </a:rPr>
                                <m:t>𝑝</m:t>
                              </m:r>
                            </m:sub>
                          </m:sSub>
                        </m:den>
                      </m:f>
                      <m:nary>
                        <m:naryPr>
                          <m:chr m:val="∑"/>
                          <m:ctrlPr>
                            <a:rPr lang="en-US" sz="1200" b="0" i="1" u="none" strike="noStrike" cap="none" smtClean="0">
                              <a:solidFill>
                                <a:schemeClr val="accent2">
                                  <a:lumMod val="20000"/>
                                  <a:lumOff val="80000"/>
                                </a:schemeClr>
                              </a:solidFill>
                              <a:latin typeface="Cambria Math" panose="02040503050406030204" pitchFamily="18" charset="0"/>
                              <a:sym typeface="Arial"/>
                            </a:rPr>
                          </m:ctrlPr>
                        </m:naryPr>
                        <m:sub>
                          <m:r>
                            <m:rPr>
                              <m:brk m:alnAt="23"/>
                            </m:rPr>
                            <a:rPr lang="en-US" sz="1200" b="0" i="1" u="none" strike="noStrike" cap="none" smtClean="0">
                              <a:solidFill>
                                <a:schemeClr val="accent2">
                                  <a:lumMod val="20000"/>
                                  <a:lumOff val="80000"/>
                                </a:schemeClr>
                              </a:solidFill>
                              <a:latin typeface="Cambria Math" panose="02040503050406030204" pitchFamily="18" charset="0"/>
                              <a:sym typeface="Arial"/>
                            </a:rPr>
                            <m:t>𝑗</m:t>
                          </m:r>
                          <m:r>
                            <a:rPr lang="en-US" sz="1200" b="0" i="1" u="none" strike="noStrike" cap="none" smtClean="0">
                              <a:solidFill>
                                <a:schemeClr val="accent2">
                                  <a:lumMod val="20000"/>
                                  <a:lumOff val="80000"/>
                                </a:schemeClr>
                              </a:solidFill>
                              <a:latin typeface="Cambria Math" panose="02040503050406030204" pitchFamily="18" charset="0"/>
                              <a:sym typeface="Arial"/>
                            </a:rPr>
                            <m:t>=</m:t>
                          </m:r>
                          <m:r>
                            <a:rPr lang="en-US" sz="1200" b="0" i="1" u="none" strike="noStrike" cap="none" smtClean="0">
                              <a:solidFill>
                                <a:schemeClr val="accent2">
                                  <a:lumMod val="20000"/>
                                  <a:lumOff val="80000"/>
                                </a:schemeClr>
                              </a:solidFill>
                              <a:latin typeface="Cambria Math" panose="02040503050406030204" pitchFamily="18" charset="0"/>
                              <a:sym typeface="Arial"/>
                            </a:rPr>
                            <m:t>𝑘</m:t>
                          </m:r>
                        </m:sub>
                        <m:sup>
                          <m:r>
                            <a:rPr lang="en-US" sz="1200" b="0" i="1" u="none" strike="noStrike" cap="none" smtClean="0">
                              <a:solidFill>
                                <a:schemeClr val="accent2">
                                  <a:lumMod val="20000"/>
                                  <a:lumOff val="80000"/>
                                </a:schemeClr>
                              </a:solidFill>
                              <a:latin typeface="Cambria Math" panose="02040503050406030204" pitchFamily="18" charset="0"/>
                              <a:sym typeface="Arial"/>
                            </a:rPr>
                            <m:t>𝑘</m:t>
                          </m:r>
                          <m:r>
                            <a:rPr lang="en-US" sz="1200" b="0" i="1" u="none" strike="noStrike" cap="none" smtClean="0">
                              <a:solidFill>
                                <a:schemeClr val="accent2">
                                  <a:lumMod val="20000"/>
                                  <a:lumOff val="80000"/>
                                </a:schemeClr>
                              </a:solidFill>
                              <a:latin typeface="Cambria Math" panose="02040503050406030204" pitchFamily="18" charset="0"/>
                              <a:sym typeface="Arial"/>
                            </a:rPr>
                            <m:t>+</m:t>
                          </m:r>
                          <m:sSub>
                            <m:sSubPr>
                              <m:ctrlPr>
                                <a:rPr lang="en-US" sz="1200" b="0" i="1" u="none" strike="noStrike" cap="none" smtClean="0">
                                  <a:solidFill>
                                    <a:schemeClr val="accent2">
                                      <a:lumMod val="20000"/>
                                      <a:lumOff val="80000"/>
                                    </a:schemeClr>
                                  </a:solidFill>
                                  <a:latin typeface="Cambria Math" panose="02040503050406030204" pitchFamily="18" charset="0"/>
                                  <a:sym typeface="Arial"/>
                                </a:rPr>
                              </m:ctrlPr>
                            </m:sSubPr>
                            <m:e>
                              <m:r>
                                <a:rPr lang="en-US" sz="1200" b="0" i="1" u="none" strike="noStrike" cap="none" smtClean="0">
                                  <a:solidFill>
                                    <a:schemeClr val="accent2">
                                      <a:lumMod val="20000"/>
                                      <a:lumOff val="80000"/>
                                    </a:schemeClr>
                                  </a:solidFill>
                                  <a:latin typeface="Cambria Math" panose="02040503050406030204" pitchFamily="18" charset="0"/>
                                  <a:sym typeface="Arial"/>
                                </a:rPr>
                                <m:t>𝐻</m:t>
                              </m:r>
                            </m:e>
                            <m:sub>
                              <m:r>
                                <a:rPr lang="en-US" sz="1200" b="0" i="1" u="none" strike="noStrike" cap="none" smtClean="0">
                                  <a:solidFill>
                                    <a:schemeClr val="accent2">
                                      <a:lumMod val="20000"/>
                                      <a:lumOff val="80000"/>
                                    </a:schemeClr>
                                  </a:solidFill>
                                  <a:latin typeface="Cambria Math" panose="02040503050406030204" pitchFamily="18" charset="0"/>
                                  <a:sym typeface="Arial"/>
                                </a:rPr>
                                <m:t>𝑝</m:t>
                              </m:r>
                            </m:sub>
                          </m:sSub>
                          <m:r>
                            <a:rPr lang="en-US" sz="1200" b="0" i="1" u="none" strike="noStrike" cap="none" smtClean="0">
                              <a:solidFill>
                                <a:schemeClr val="accent2">
                                  <a:lumMod val="20000"/>
                                  <a:lumOff val="80000"/>
                                </a:schemeClr>
                              </a:solidFill>
                              <a:latin typeface="Cambria Math" panose="02040503050406030204" pitchFamily="18" charset="0"/>
                              <a:sym typeface="Arial"/>
                            </a:rPr>
                            <m:t>−1</m:t>
                          </m:r>
                        </m:sup>
                        <m:e>
                          <m:nary>
                            <m:naryPr>
                              <m:chr m:val="∑"/>
                              <m:ctrlPr>
                                <a:rPr lang="en-US" sz="1200" b="0" i="1" u="none" strike="noStrike" cap="none" smtClean="0">
                                  <a:solidFill>
                                    <a:schemeClr val="accent2">
                                      <a:lumMod val="20000"/>
                                      <a:lumOff val="80000"/>
                                    </a:schemeClr>
                                  </a:solidFill>
                                  <a:latin typeface="Cambria Math" panose="02040503050406030204" pitchFamily="18" charset="0"/>
                                  <a:sym typeface="Arial"/>
                                </a:rPr>
                              </m:ctrlPr>
                            </m:naryPr>
                            <m:sub>
                              <m:r>
                                <m:rPr>
                                  <m:brk m:alnAt="23"/>
                                </m:rPr>
                                <a:rPr lang="en-US" sz="1200" b="0" i="1" u="none" strike="noStrike" cap="none" smtClean="0">
                                  <a:solidFill>
                                    <a:schemeClr val="accent2">
                                      <a:lumMod val="20000"/>
                                      <a:lumOff val="80000"/>
                                    </a:schemeClr>
                                  </a:solidFill>
                                  <a:latin typeface="Cambria Math" panose="02040503050406030204" pitchFamily="18" charset="0"/>
                                  <a:sym typeface="Arial"/>
                                </a:rPr>
                                <m:t>𝑛</m:t>
                              </m:r>
                              <m:r>
                                <a:rPr lang="en-US" sz="1200" b="0" i="1" u="none" strike="noStrike" cap="none" smtClean="0">
                                  <a:solidFill>
                                    <a:schemeClr val="accent2">
                                      <a:lumMod val="20000"/>
                                      <a:lumOff val="80000"/>
                                    </a:schemeClr>
                                  </a:solidFill>
                                  <a:latin typeface="Cambria Math" panose="02040503050406030204" pitchFamily="18" charset="0"/>
                                  <a:sym typeface="Arial"/>
                                </a:rPr>
                                <m:t>=1</m:t>
                              </m:r>
                            </m:sub>
                            <m:sup>
                              <m:r>
                                <a:rPr lang="en-US" sz="1200" b="0" i="1" u="none" strike="noStrike" cap="none" smtClean="0">
                                  <a:solidFill>
                                    <a:schemeClr val="accent2">
                                      <a:lumMod val="20000"/>
                                      <a:lumOff val="80000"/>
                                    </a:schemeClr>
                                  </a:solidFill>
                                  <a:latin typeface="Cambria Math" panose="02040503050406030204" pitchFamily="18" charset="0"/>
                                  <a:sym typeface="Arial"/>
                                </a:rPr>
                                <m:t>𝑁</m:t>
                              </m:r>
                            </m:sup>
                            <m:e>
                              <m:sSup>
                                <m:sSupPr>
                                  <m:ctrlPr>
                                    <a:rPr lang="en-US" sz="1200" b="0" i="1" u="none" strike="noStrike" cap="none" smtClean="0">
                                      <a:solidFill>
                                        <a:schemeClr val="accent2">
                                          <a:lumMod val="20000"/>
                                          <a:lumOff val="80000"/>
                                        </a:schemeClr>
                                      </a:solidFill>
                                      <a:latin typeface="Cambria Math" panose="02040503050406030204" pitchFamily="18" charset="0"/>
                                      <a:sym typeface="Arial"/>
                                    </a:rPr>
                                  </m:ctrlPr>
                                </m:sSupPr>
                                <m:e>
                                  <m:r>
                                    <a:rPr lang="en-US" sz="1200" b="0" i="1" u="none" strike="noStrike" cap="none" smtClean="0">
                                      <a:solidFill>
                                        <a:schemeClr val="accent2">
                                          <a:lumMod val="20000"/>
                                          <a:lumOff val="80000"/>
                                        </a:schemeClr>
                                      </a:solidFill>
                                      <a:latin typeface="Cambria Math" panose="02040503050406030204" pitchFamily="18" charset="0"/>
                                      <a:sym typeface="Arial"/>
                                    </a:rPr>
                                    <m:t>𝑢</m:t>
                                  </m:r>
                                </m:e>
                                <m:sup>
                                  <m:r>
                                    <a:rPr lang="en-US" sz="1200" b="0" i="1" u="none" strike="noStrike" cap="none" smtClean="0">
                                      <a:solidFill>
                                        <a:schemeClr val="accent2">
                                          <a:lumMod val="20000"/>
                                          <a:lumOff val="80000"/>
                                        </a:schemeClr>
                                      </a:solidFill>
                                      <a:latin typeface="Cambria Math" panose="02040503050406030204" pitchFamily="18" charset="0"/>
                                      <a:sym typeface="Arial"/>
                                    </a:rPr>
                                    <m:t>𝑛</m:t>
                                  </m:r>
                                </m:sup>
                              </m:sSup>
                              <m:d>
                                <m:dPr>
                                  <m:ctrlPr>
                                    <a:rPr lang="en-US" sz="1200" b="0" i="1" u="none" strike="noStrike" cap="none" smtClean="0">
                                      <a:solidFill>
                                        <a:schemeClr val="accent2">
                                          <a:lumMod val="20000"/>
                                          <a:lumOff val="80000"/>
                                        </a:schemeClr>
                                      </a:solidFill>
                                      <a:latin typeface="Cambria Math" panose="02040503050406030204" pitchFamily="18" charset="0"/>
                                      <a:sym typeface="Arial"/>
                                    </a:rPr>
                                  </m:ctrlPr>
                                </m:dPr>
                                <m:e>
                                  <m:r>
                                    <a:rPr lang="en-US" sz="1200" b="0" i="1" u="none" strike="noStrike" cap="none" smtClean="0">
                                      <a:solidFill>
                                        <a:schemeClr val="accent2">
                                          <a:lumMod val="20000"/>
                                          <a:lumOff val="80000"/>
                                        </a:schemeClr>
                                      </a:solidFill>
                                      <a:latin typeface="Cambria Math" panose="02040503050406030204" pitchFamily="18" charset="0"/>
                                      <a:sym typeface="Arial"/>
                                    </a:rPr>
                                    <m:t>𝑗</m:t>
                                  </m:r>
                                </m:e>
                              </m:d>
                            </m:e>
                          </m:nary>
                        </m:e>
                      </m:nary>
                    </m:oMath>
                  </m:oMathPara>
                </a14:m>
                <a:endParaRPr lang="en-US" sz="1200" b="0" i="1" u="none" strike="noStrike" cap="none" dirty="0">
                  <a:solidFill>
                    <a:schemeClr val="accent2">
                      <a:lumMod val="20000"/>
                      <a:lumOff val="80000"/>
                    </a:schemeClr>
                  </a:solidFill>
                  <a:latin typeface="Cambria Math" panose="02040503050406030204" pitchFamily="18" charset="0"/>
                  <a:sym typeface="Arial"/>
                </a:endParaRPr>
              </a:p>
            </p:txBody>
          </p:sp>
        </mc:Choice>
        <mc:Fallback xmlns="">
          <p:sp>
            <p:nvSpPr>
              <p:cNvPr id="26" name="Google Shape;204;p8">
                <a:extLst>
                  <a:ext uri="{FF2B5EF4-FFF2-40B4-BE49-F238E27FC236}">
                    <a16:creationId xmlns:a16="http://schemas.microsoft.com/office/drawing/2014/main" id="{8B4100F9-D5CB-AD33-F2A5-906A199DD610}"/>
                  </a:ext>
                </a:extLst>
              </p:cNvPr>
              <p:cNvSpPr>
                <a:spLocks noRot="1" noChangeAspect="1" noMove="1" noResize="1" noEditPoints="1" noAdjustHandles="1" noChangeArrowheads="1" noChangeShapeType="1" noTextEdit="1"/>
              </p:cNvSpPr>
              <p:nvPr/>
            </p:nvSpPr>
            <p:spPr>
              <a:xfrm>
                <a:off x="3036973" y="1910427"/>
                <a:ext cx="2791191" cy="646500"/>
              </a:xfrm>
              <a:prstGeom prst="round2SameRect">
                <a:avLst>
                  <a:gd name="adj1" fmla="val 10146"/>
                  <a:gd name="adj2" fmla="val 8115"/>
                </a:avLst>
              </a:prstGeom>
              <a:blipFill>
                <a:blip r:embed="rId7"/>
                <a:stretch>
                  <a:fillRect/>
                </a:stretch>
              </a:blipFill>
              <a:ln w="9525" cap="flat" cmpd="sng">
                <a:solidFill>
                  <a:schemeClr val="bg1">
                    <a:lumMod val="20000"/>
                    <a:lumOff val="80000"/>
                  </a:schemeClr>
                </a:solidFill>
                <a:prstDash val="solid"/>
                <a:round/>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348E49A-632D-CDCF-EF80-C8D0A3FC7BC0}"/>
                  </a:ext>
                </a:extLst>
              </p:cNvPr>
              <p:cNvSpPr txBox="1"/>
              <p:nvPr/>
            </p:nvSpPr>
            <p:spPr>
              <a:xfrm>
                <a:off x="330559" y="848415"/>
                <a:ext cx="8457661" cy="942053"/>
              </a:xfrm>
              <a:prstGeom prst="rect">
                <a:avLst/>
              </a:prstGeom>
              <a:noFill/>
            </p:spPr>
            <p:txBody>
              <a:bodyPr wrap="square">
                <a:spAutoFit/>
              </a:bodyPr>
              <a:lstStyle/>
              <a:p>
                <a:pPr lvl="0">
                  <a:buSzPts val="1400"/>
                </a:pPr>
                <a:r>
                  <a:rPr lang="en-US" sz="1400" b="0" i="0" u="none" strike="noStrike" cap="none" dirty="0">
                    <a:solidFill>
                      <a:schemeClr val="accent2">
                        <a:lumMod val="20000"/>
                        <a:lumOff val="80000"/>
                      </a:schemeClr>
                    </a:solidFill>
                    <a:latin typeface="Cambria Math" panose="02040503050406030204" pitchFamily="18" charset="0"/>
                    <a:ea typeface="Arial"/>
                    <a:cs typeface="Arial"/>
                    <a:sym typeface="Arial"/>
                  </a:rPr>
                  <a:t>OBJECTIVE:</a:t>
                </a:r>
              </a:p>
              <a:p>
                <a:pPr lvl="0">
                  <a:buSzPts val="1400"/>
                </a:pPr>
                <a:endParaRPr lang="en-US" sz="500" b="0" i="0" u="none" strike="noStrike" cap="none" dirty="0">
                  <a:solidFill>
                    <a:schemeClr val="accent2">
                      <a:lumMod val="20000"/>
                      <a:lumOff val="80000"/>
                    </a:schemeClr>
                  </a:solidFill>
                  <a:latin typeface="Cambria Math" panose="02040503050406030204" pitchFamily="18" charset="0"/>
                  <a:ea typeface="Arial"/>
                  <a:cs typeface="Arial"/>
                  <a:sym typeface="Arial"/>
                </a:endParaRPr>
              </a:p>
              <a:p>
                <a:pPr lvl="0">
                  <a:buSzPts val="1400"/>
                </a:pPr>
                <a:r>
                  <a:rPr lang="en-US" sz="1400" b="0" i="0" u="none" strike="noStrike" cap="none" dirty="0">
                    <a:solidFill>
                      <a:schemeClr val="accent2">
                        <a:lumMod val="20000"/>
                        <a:lumOff val="80000"/>
                      </a:schemeClr>
                    </a:solidFill>
                    <a:latin typeface="Cambria Math" panose="02040503050406030204" pitchFamily="18" charset="0"/>
                    <a:ea typeface="Arial"/>
                    <a:cs typeface="Arial"/>
                    <a:sym typeface="Arial"/>
                  </a:rPr>
                  <a:t>At each timestep k, find the control sequence </a:t>
                </a:r>
                <a14:m>
                  <m:oMath xmlns:m="http://schemas.openxmlformats.org/officeDocument/2006/math">
                    <m:sSup>
                      <m:sSupPr>
                        <m:ctrlP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ctrlPr>
                      </m:sSupPr>
                      <m:e>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𝑈</m:t>
                        </m:r>
                      </m:e>
                      <m:sup>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m:t>
                        </m:r>
                      </m:sup>
                    </m:sSup>
                    <m:d>
                      <m:dPr>
                        <m:ctrlP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ctrlPr>
                      </m:dPr>
                      <m:e>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𝑘</m:t>
                        </m:r>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m:t>
                        </m:r>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𝑘</m:t>
                        </m:r>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m:t>
                        </m:r>
                        <m:sSub>
                          <m:sSubPr>
                            <m:ctrlP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ctrlPr>
                          </m:sSubPr>
                          <m:e>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𝐻</m:t>
                            </m:r>
                          </m:e>
                          <m: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𝑝</m:t>
                            </m:r>
                          </m:sub>
                        </m:s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−1</m:t>
                        </m:r>
                      </m:e>
                    </m:d>
                  </m:oMath>
                </a14:m>
                <a:r>
                  <a:rPr lang="en-US" sz="1400" b="0" i="0" u="none" strike="noStrike" cap="none" dirty="0">
                    <a:solidFill>
                      <a:schemeClr val="accent2">
                        <a:lumMod val="20000"/>
                        <a:lumOff val="80000"/>
                      </a:schemeClr>
                    </a:solidFill>
                    <a:latin typeface="Cambria Math" panose="02040503050406030204" pitchFamily="18" charset="0"/>
                    <a:ea typeface="Arial"/>
                    <a:cs typeface="Arial"/>
                    <a:sym typeface="Arial"/>
                  </a:rPr>
                  <a:t> that minimizes the cost function:</a:t>
                </a:r>
              </a:p>
              <a:p>
                <a:pPr lvl="0">
                  <a:buSzPts val="1400"/>
                </a:pPr>
                <a:endParaRPr lang="en-US" sz="500" b="0" i="0" u="none" strike="noStrike" cap="none" dirty="0">
                  <a:solidFill>
                    <a:schemeClr val="accent2">
                      <a:lumMod val="20000"/>
                      <a:lumOff val="80000"/>
                    </a:schemeClr>
                  </a:solidFill>
                  <a:latin typeface="Cambria Math" panose="02040503050406030204" pitchFamily="18" charset="0"/>
                  <a:ea typeface="Arial"/>
                  <a:cs typeface="Arial"/>
                  <a:sym typeface="Arial"/>
                </a:endParaRPr>
              </a:p>
              <a:p>
                <a:pPr lvl="0">
                  <a:buSzPts val="1400"/>
                </a:pPr>
                <a14:m>
                  <m:oMathPara xmlns:m="http://schemas.openxmlformats.org/officeDocument/2006/math">
                    <m:oMathParaPr>
                      <m:jc m:val="centerGroup"/>
                    </m:oMathParaPr>
                    <m:oMath xmlns:m="http://schemas.openxmlformats.org/officeDocument/2006/math">
                      <m:r>
                        <m:rPr>
                          <m:sty m:val="p"/>
                        </m:rPr>
                        <a:rPr lang="en-US">
                          <a:solidFill>
                            <a:schemeClr val="accent2">
                              <a:lumMod val="20000"/>
                              <a:lumOff val="80000"/>
                            </a:schemeClr>
                          </a:solidFill>
                          <a:latin typeface="Cambria Math" panose="02040503050406030204" pitchFamily="18" charset="0"/>
                        </a:rPr>
                        <m:t>J</m:t>
                      </m:r>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m:t>
                      </m:r>
                      <m:sSub>
                        <m:sSubPr>
                          <m:ctrlP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ctrlPr>
                        </m:sSubPr>
                        <m:e>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𝛼</m:t>
                          </m:r>
                        </m:e>
                        <m: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1</m:t>
                          </m:r>
                        </m:sub>
                      </m:s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m:t>
                      </m:r>
                      <m:sSub>
                        <m:sSubPr>
                          <m:ctrlP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ctrlPr>
                        </m:sSubPr>
                        <m:e>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𝐽</m:t>
                          </m:r>
                        </m:e>
                        <m: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𝑏𝑖𝑜𝑚𝑎𝑠𝑠</m:t>
                          </m:r>
                        </m:sub>
                      </m:s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m:t>
                      </m:r>
                      <m:sSub>
                        <m:sSubPr>
                          <m:ctrlP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ctrlPr>
                        </m:sSubPr>
                        <m:e>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𝛼</m:t>
                          </m:r>
                        </m:e>
                        <m: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2</m:t>
                          </m:r>
                        </m:sub>
                      </m:s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m:t>
                      </m:r>
                      <m:sSub>
                        <m:sSubPr>
                          <m:ctrlP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ctrlPr>
                        </m:sSubPr>
                        <m:e>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𝐽</m:t>
                          </m:r>
                        </m:e>
                        <m: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𝑤𝑎𝑡𝑒𝑟</m:t>
                          </m:r>
                        </m:sub>
                      </m:s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m:t>
                      </m:r>
                      <m:sSub>
                        <m:sSubPr>
                          <m:ctrlP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ctrlPr>
                        </m:sSubPr>
                        <m:e>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𝛼</m:t>
                          </m:r>
                        </m:e>
                        <m: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3</m:t>
                          </m:r>
                        </m:sub>
                      </m:s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m:t>
                      </m:r>
                      <m:sSub>
                        <m:sSubPr>
                          <m:ctrlP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ctrlPr>
                        </m:sSubPr>
                        <m:e>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𝐽</m:t>
                          </m:r>
                        </m:e>
                        <m: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𝑑𝑟𝑜𝑢𝑔h𝑡</m:t>
                          </m:r>
                        </m:sub>
                      </m:s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m:t>
                      </m:r>
                      <m:sSub>
                        <m:sSubPr>
                          <m:ctrlP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ctrlPr>
                        </m:sSubPr>
                        <m:e>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𝛼</m:t>
                          </m:r>
                        </m:e>
                        <m: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5</m:t>
                          </m:r>
                        </m:sub>
                      </m:s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 ⋅</m:t>
                      </m:r>
                      <m:sSub>
                        <m:sSubPr>
                          <m:ctrlP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ctrlPr>
                        </m:sSubPr>
                        <m:e>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𝐽</m:t>
                          </m:r>
                        </m:e>
                        <m:sub>
                          <m:r>
                            <m:rPr>
                              <m:sty m:val="p"/>
                            </m:rPr>
                            <a:rPr lang="en-US" sz="1400" b="0" i="0" u="none" strike="noStrike" cap="none" smtClean="0">
                              <a:solidFill>
                                <a:schemeClr val="accent2">
                                  <a:lumMod val="20000"/>
                                  <a:lumOff val="80000"/>
                                </a:schemeClr>
                              </a:solidFill>
                              <a:latin typeface="Cambria Math" panose="02040503050406030204" pitchFamily="18" charset="0"/>
                              <a:ea typeface="Arial"/>
                              <a:cs typeface="Arial"/>
                              <a:sym typeface="Arial"/>
                            </a:rPr>
                            <m:t>Δu</m:t>
                          </m:r>
                        </m:sub>
                      </m:s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m:t>
                      </m:r>
                      <m:sSub>
                        <m:sSubPr>
                          <m:ctrlP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ctrlPr>
                        </m:sSubPr>
                        <m:e>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𝛼</m:t>
                          </m:r>
                        </m:e>
                        <m: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6</m:t>
                          </m:r>
                        </m:sub>
                      </m:s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m:t>
                      </m:r>
                      <m:sSub>
                        <m:sSubPr>
                          <m:ctrlP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ctrlPr>
                        </m:sSubPr>
                        <m:e>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𝐽</m:t>
                          </m:r>
                        </m:e>
                        <m: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𝑜𝑣𝑒𝑟𝐹𝐶</m:t>
                          </m:r>
                        </m:sub>
                      </m:sSub>
                    </m:oMath>
                  </m:oMathPara>
                </a14:m>
                <a:endParaRPr lang="en-US" sz="1400" b="0" i="1" u="none" strike="noStrike" cap="none" dirty="0">
                  <a:solidFill>
                    <a:schemeClr val="accent2">
                      <a:lumMod val="20000"/>
                      <a:lumOff val="80000"/>
                    </a:schemeClr>
                  </a:solidFill>
                  <a:latin typeface="Cambria Math" panose="02040503050406030204" pitchFamily="18" charset="0"/>
                  <a:ea typeface="Arial"/>
                  <a:cs typeface="Arial"/>
                  <a:sym typeface="Arial"/>
                </a:endParaRPr>
              </a:p>
            </p:txBody>
          </p:sp>
        </mc:Choice>
        <mc:Fallback xmlns="">
          <p:sp>
            <p:nvSpPr>
              <p:cNvPr id="30" name="TextBox 29">
                <a:extLst>
                  <a:ext uri="{FF2B5EF4-FFF2-40B4-BE49-F238E27FC236}">
                    <a16:creationId xmlns:a16="http://schemas.microsoft.com/office/drawing/2014/main" id="{F348E49A-632D-CDCF-EF80-C8D0A3FC7BC0}"/>
                  </a:ext>
                </a:extLst>
              </p:cNvPr>
              <p:cNvSpPr txBox="1">
                <a:spLocks noRot="1" noChangeAspect="1" noMove="1" noResize="1" noEditPoints="1" noAdjustHandles="1" noChangeArrowheads="1" noChangeShapeType="1" noTextEdit="1"/>
              </p:cNvSpPr>
              <p:nvPr/>
            </p:nvSpPr>
            <p:spPr>
              <a:xfrm>
                <a:off x="330559" y="848415"/>
                <a:ext cx="8457661" cy="942053"/>
              </a:xfrm>
              <a:prstGeom prst="rect">
                <a:avLst/>
              </a:prstGeom>
              <a:blipFill>
                <a:blip r:embed="rId8"/>
                <a:stretch>
                  <a:fillRect l="-216" t="-19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E989FC6-8B33-ACA6-DEAA-85752764B1C7}"/>
                  </a:ext>
                </a:extLst>
              </p:cNvPr>
              <p:cNvSpPr txBox="1"/>
              <p:nvPr/>
            </p:nvSpPr>
            <p:spPr>
              <a:xfrm>
                <a:off x="330559" y="3371236"/>
                <a:ext cx="8418696" cy="1560427"/>
              </a:xfrm>
              <a:prstGeom prst="rect">
                <a:avLst/>
              </a:prstGeom>
              <a:noFill/>
            </p:spPr>
            <p:txBody>
              <a:bodyPr wrap="square">
                <a:spAutoFit/>
              </a:bodyPr>
              <a:lstStyle/>
              <a:p>
                <a:pPr lvl="0">
                  <a:spcBef>
                    <a:spcPts val="600"/>
                  </a:spcBef>
                  <a:buSzPts val="1400"/>
                </a:pPr>
                <a:r>
                  <a:rPr lang="en-US" b="0" i="1" u="none" strike="noStrike" cap="none" dirty="0">
                    <a:solidFill>
                      <a:schemeClr val="accent2">
                        <a:lumMod val="20000"/>
                        <a:lumOff val="80000"/>
                      </a:schemeClr>
                    </a:solidFill>
                    <a:latin typeface="Cambria Math" panose="02040503050406030204" pitchFamily="18" charset="0"/>
                    <a:sym typeface="Arial"/>
                  </a:rPr>
                  <a:t>CONSTRAINTS: </a:t>
                </a:r>
                <a:endParaRPr lang="en-US" sz="500" b="0" i="1" u="none" strike="noStrike" cap="none" dirty="0">
                  <a:solidFill>
                    <a:schemeClr val="accent2">
                      <a:lumMod val="20000"/>
                      <a:lumOff val="80000"/>
                    </a:schemeClr>
                  </a:solidFill>
                  <a:latin typeface="Cambria Math" panose="02040503050406030204" pitchFamily="18" charset="0"/>
                  <a:sym typeface="Arial"/>
                </a:endParaRPr>
              </a:p>
              <a:p>
                <a:pPr lvl="0">
                  <a:lnSpc>
                    <a:spcPct val="114000"/>
                  </a:lnSpc>
                  <a:buSzPts val="1400"/>
                </a:pPr>
                <a14:m>
                  <m:oMathPara xmlns:m="http://schemas.openxmlformats.org/officeDocument/2006/math">
                    <m:oMathParaPr>
                      <m:jc m:val="centerGroup"/>
                    </m:oMathParaPr>
                    <m:oMath xmlns:m="http://schemas.openxmlformats.org/officeDocument/2006/math">
                      <m:sSup>
                        <m:sSupPr>
                          <m:ctrlPr>
                            <a:rPr lang="en-US" b="0" i="1" u="none" strike="noStrike" cap="none" smtClean="0">
                              <a:solidFill>
                                <a:schemeClr val="accent2">
                                  <a:lumMod val="20000"/>
                                  <a:lumOff val="80000"/>
                                </a:schemeClr>
                              </a:solidFill>
                              <a:latin typeface="Cambria Math" panose="02040503050406030204" pitchFamily="18" charset="0"/>
                              <a:sym typeface="Arial"/>
                            </a:rPr>
                          </m:ctrlPr>
                        </m:sSupPr>
                        <m:e>
                          <m:r>
                            <a:rPr lang="en-US" b="0" i="1" u="none" strike="noStrike" cap="none" smtClean="0">
                              <a:solidFill>
                                <a:schemeClr val="accent2">
                                  <a:lumMod val="20000"/>
                                  <a:lumOff val="80000"/>
                                </a:schemeClr>
                              </a:solidFill>
                              <a:latin typeface="Cambria Math" panose="02040503050406030204" pitchFamily="18" charset="0"/>
                              <a:sym typeface="Arial"/>
                            </a:rPr>
                            <m:t>𝑥</m:t>
                          </m:r>
                        </m:e>
                        <m:sup>
                          <m:r>
                            <a:rPr lang="en-US" b="0" i="1" u="none" strike="noStrike" cap="none" smtClean="0">
                              <a:solidFill>
                                <a:schemeClr val="accent2">
                                  <a:lumMod val="20000"/>
                                  <a:lumOff val="80000"/>
                                </a:schemeClr>
                              </a:solidFill>
                              <a:latin typeface="Cambria Math" panose="02040503050406030204" pitchFamily="18" charset="0"/>
                              <a:sym typeface="Arial"/>
                            </a:rPr>
                            <m:t>𝑛</m:t>
                          </m:r>
                        </m:sup>
                      </m:sSup>
                      <m:d>
                        <m:dPr>
                          <m:ctrlPr>
                            <a:rPr lang="en-US" b="0" i="1" u="none" strike="noStrike" cap="none" smtClean="0">
                              <a:solidFill>
                                <a:schemeClr val="accent2">
                                  <a:lumMod val="20000"/>
                                  <a:lumOff val="80000"/>
                                </a:schemeClr>
                              </a:solidFill>
                              <a:latin typeface="Cambria Math" panose="02040503050406030204" pitchFamily="18" charset="0"/>
                              <a:sym typeface="Arial"/>
                            </a:rPr>
                          </m:ctrlPr>
                        </m:dPr>
                        <m:e>
                          <m:r>
                            <a:rPr lang="en-US" b="0" i="1" u="none" strike="noStrike" cap="none" smtClean="0">
                              <a:solidFill>
                                <a:schemeClr val="accent2">
                                  <a:lumMod val="20000"/>
                                  <a:lumOff val="80000"/>
                                </a:schemeClr>
                              </a:solidFill>
                              <a:latin typeface="Cambria Math" panose="02040503050406030204" pitchFamily="18" charset="0"/>
                              <a:sym typeface="Arial"/>
                            </a:rPr>
                            <m:t>𝑗</m:t>
                          </m:r>
                          <m:r>
                            <a:rPr lang="en-US" b="0" i="1" u="none" strike="noStrike" cap="none" smtClean="0">
                              <a:solidFill>
                                <a:schemeClr val="accent2">
                                  <a:lumMod val="20000"/>
                                  <a:lumOff val="80000"/>
                                </a:schemeClr>
                              </a:solidFill>
                              <a:latin typeface="Cambria Math" panose="02040503050406030204" pitchFamily="18" charset="0"/>
                              <a:sym typeface="Arial"/>
                            </a:rPr>
                            <m:t>+1</m:t>
                          </m:r>
                        </m:e>
                      </m:d>
                      <m:r>
                        <a:rPr lang="en-US" b="0" i="1" u="none" strike="noStrike" cap="none" smtClean="0">
                          <a:solidFill>
                            <a:schemeClr val="accent2">
                              <a:lumMod val="20000"/>
                              <a:lumOff val="80000"/>
                            </a:schemeClr>
                          </a:solidFill>
                          <a:latin typeface="Cambria Math" panose="02040503050406030204" pitchFamily="18" charset="0"/>
                          <a:sym typeface="Arial"/>
                        </a:rPr>
                        <m:t>=</m:t>
                      </m:r>
                      <m:r>
                        <a:rPr lang="en-US" b="0" i="1" u="none" strike="noStrike" cap="none" smtClean="0">
                          <a:solidFill>
                            <a:schemeClr val="accent2">
                              <a:lumMod val="20000"/>
                              <a:lumOff val="80000"/>
                            </a:schemeClr>
                          </a:solidFill>
                          <a:latin typeface="Cambria Math" panose="02040503050406030204" pitchFamily="18" charset="0"/>
                          <a:sym typeface="Arial"/>
                        </a:rPr>
                        <m:t>𝑓</m:t>
                      </m:r>
                      <m:d>
                        <m:dPr>
                          <m:ctrlPr>
                            <a:rPr lang="en-US" b="0" i="1" u="none" strike="noStrike" cap="none" smtClean="0">
                              <a:solidFill>
                                <a:schemeClr val="accent2">
                                  <a:lumMod val="20000"/>
                                  <a:lumOff val="80000"/>
                                </a:schemeClr>
                              </a:solidFill>
                              <a:latin typeface="Cambria Math" panose="02040503050406030204" pitchFamily="18" charset="0"/>
                              <a:sym typeface="Arial"/>
                            </a:rPr>
                          </m:ctrlPr>
                        </m:dPr>
                        <m:e>
                          <m:sSup>
                            <m:sSupPr>
                              <m:ctrlPr>
                                <a:rPr lang="en-US" b="0" i="1" u="none" strike="noStrike" cap="none" smtClean="0">
                                  <a:solidFill>
                                    <a:schemeClr val="accent2">
                                      <a:lumMod val="20000"/>
                                      <a:lumOff val="80000"/>
                                    </a:schemeClr>
                                  </a:solidFill>
                                  <a:latin typeface="Cambria Math" panose="02040503050406030204" pitchFamily="18" charset="0"/>
                                  <a:sym typeface="Arial"/>
                                </a:rPr>
                              </m:ctrlPr>
                            </m:sSupPr>
                            <m:e>
                              <m:r>
                                <a:rPr lang="en-US" b="0" i="1" u="none" strike="noStrike" cap="none" smtClean="0">
                                  <a:solidFill>
                                    <a:schemeClr val="accent2">
                                      <a:lumMod val="20000"/>
                                      <a:lumOff val="80000"/>
                                    </a:schemeClr>
                                  </a:solidFill>
                                  <a:latin typeface="Cambria Math" panose="02040503050406030204" pitchFamily="18" charset="0"/>
                                  <a:sym typeface="Arial"/>
                                </a:rPr>
                                <m:t>𝑥</m:t>
                              </m:r>
                            </m:e>
                            <m:sup>
                              <m:r>
                                <a:rPr lang="en-US" b="0" i="1" u="none" strike="noStrike" cap="none" smtClean="0">
                                  <a:solidFill>
                                    <a:schemeClr val="accent2">
                                      <a:lumMod val="20000"/>
                                      <a:lumOff val="80000"/>
                                    </a:schemeClr>
                                  </a:solidFill>
                                  <a:latin typeface="Cambria Math" panose="02040503050406030204" pitchFamily="18" charset="0"/>
                                  <a:sym typeface="Arial"/>
                                </a:rPr>
                                <m:t>𝑛</m:t>
                              </m:r>
                            </m:sup>
                          </m:sSup>
                          <m:d>
                            <m:dPr>
                              <m:ctrlPr>
                                <a:rPr lang="en-US" b="0" i="1" u="none" strike="noStrike" cap="none" smtClean="0">
                                  <a:solidFill>
                                    <a:schemeClr val="accent2">
                                      <a:lumMod val="20000"/>
                                      <a:lumOff val="80000"/>
                                    </a:schemeClr>
                                  </a:solidFill>
                                  <a:latin typeface="Cambria Math" panose="02040503050406030204" pitchFamily="18" charset="0"/>
                                  <a:sym typeface="Arial"/>
                                </a:rPr>
                              </m:ctrlPr>
                            </m:dPr>
                            <m:e>
                              <m:r>
                                <a:rPr lang="en-US" b="0" i="1" u="none" strike="noStrike" cap="none" smtClean="0">
                                  <a:solidFill>
                                    <a:schemeClr val="accent2">
                                      <a:lumMod val="20000"/>
                                      <a:lumOff val="80000"/>
                                    </a:schemeClr>
                                  </a:solidFill>
                                  <a:latin typeface="Cambria Math" panose="02040503050406030204" pitchFamily="18" charset="0"/>
                                  <a:sym typeface="Arial"/>
                                </a:rPr>
                                <m:t>𝑗</m:t>
                              </m:r>
                            </m:e>
                          </m:d>
                          <m:r>
                            <a:rPr lang="en-US" b="0" i="1" u="none" strike="noStrike" cap="none" smtClean="0">
                              <a:solidFill>
                                <a:schemeClr val="accent2">
                                  <a:lumMod val="20000"/>
                                  <a:lumOff val="80000"/>
                                </a:schemeClr>
                              </a:solidFill>
                              <a:latin typeface="Cambria Math" panose="02040503050406030204" pitchFamily="18" charset="0"/>
                              <a:sym typeface="Arial"/>
                            </a:rPr>
                            <m:t>,</m:t>
                          </m:r>
                          <m:sSup>
                            <m:sSupPr>
                              <m:ctrlPr>
                                <a:rPr lang="en-US" b="0" i="1" u="none" strike="noStrike" cap="none" smtClean="0">
                                  <a:solidFill>
                                    <a:schemeClr val="accent2">
                                      <a:lumMod val="20000"/>
                                      <a:lumOff val="80000"/>
                                    </a:schemeClr>
                                  </a:solidFill>
                                  <a:latin typeface="Cambria Math" panose="02040503050406030204" pitchFamily="18" charset="0"/>
                                  <a:sym typeface="Arial"/>
                                </a:rPr>
                              </m:ctrlPr>
                            </m:sSupPr>
                            <m:e>
                              <m:r>
                                <a:rPr lang="en-US" b="0" i="1" u="none" strike="noStrike" cap="none" smtClean="0">
                                  <a:solidFill>
                                    <a:schemeClr val="accent2">
                                      <a:lumMod val="20000"/>
                                      <a:lumOff val="80000"/>
                                    </a:schemeClr>
                                  </a:solidFill>
                                  <a:latin typeface="Cambria Math" panose="02040503050406030204" pitchFamily="18" charset="0"/>
                                  <a:sym typeface="Arial"/>
                                </a:rPr>
                                <m:t>𝑢</m:t>
                              </m:r>
                            </m:e>
                            <m:sup>
                              <m:r>
                                <a:rPr lang="en-US" b="0" i="1" u="none" strike="noStrike" cap="none" smtClean="0">
                                  <a:solidFill>
                                    <a:schemeClr val="accent2">
                                      <a:lumMod val="20000"/>
                                      <a:lumOff val="80000"/>
                                    </a:schemeClr>
                                  </a:solidFill>
                                  <a:latin typeface="Cambria Math" panose="02040503050406030204" pitchFamily="18" charset="0"/>
                                  <a:sym typeface="Arial"/>
                                </a:rPr>
                                <m:t>𝑛</m:t>
                              </m:r>
                            </m:sup>
                          </m:sSup>
                          <m:d>
                            <m:dPr>
                              <m:ctrlPr>
                                <a:rPr lang="en-US" b="0" i="1" u="none" strike="noStrike" cap="none" smtClean="0">
                                  <a:solidFill>
                                    <a:schemeClr val="accent2">
                                      <a:lumMod val="20000"/>
                                      <a:lumOff val="80000"/>
                                    </a:schemeClr>
                                  </a:solidFill>
                                  <a:latin typeface="Cambria Math" panose="02040503050406030204" pitchFamily="18" charset="0"/>
                                  <a:sym typeface="Arial"/>
                                </a:rPr>
                              </m:ctrlPr>
                            </m:dPr>
                            <m:e>
                              <m:r>
                                <a:rPr lang="en-US" b="0" i="1" u="none" strike="noStrike" cap="none" smtClean="0">
                                  <a:solidFill>
                                    <a:schemeClr val="accent2">
                                      <a:lumMod val="20000"/>
                                      <a:lumOff val="80000"/>
                                    </a:schemeClr>
                                  </a:solidFill>
                                  <a:latin typeface="Cambria Math" panose="02040503050406030204" pitchFamily="18" charset="0"/>
                                  <a:sym typeface="Arial"/>
                                </a:rPr>
                                <m:t>𝑗</m:t>
                              </m:r>
                            </m:e>
                          </m:d>
                          <m:r>
                            <a:rPr lang="en-US" b="0" i="1" u="none" strike="noStrike" cap="none" smtClean="0">
                              <a:solidFill>
                                <a:schemeClr val="accent2">
                                  <a:lumMod val="20000"/>
                                  <a:lumOff val="80000"/>
                                </a:schemeClr>
                              </a:solidFill>
                              <a:latin typeface="Cambria Math" panose="02040503050406030204" pitchFamily="18" charset="0"/>
                              <a:sym typeface="Arial"/>
                            </a:rPr>
                            <m:t>,</m:t>
                          </m:r>
                          <m:r>
                            <a:rPr lang="en-US" b="0" i="1" u="none" strike="noStrike" cap="none" smtClean="0">
                              <a:solidFill>
                                <a:schemeClr val="accent2">
                                  <a:lumMod val="20000"/>
                                  <a:lumOff val="80000"/>
                                </a:schemeClr>
                              </a:solidFill>
                              <a:latin typeface="Cambria Math" panose="02040503050406030204" pitchFamily="18" charset="0"/>
                              <a:sym typeface="Arial"/>
                            </a:rPr>
                            <m:t>𝑤</m:t>
                          </m:r>
                          <m:d>
                            <m:dPr>
                              <m:ctrlPr>
                                <a:rPr lang="en-US" b="0" i="1" u="none" strike="noStrike" cap="none" smtClean="0">
                                  <a:solidFill>
                                    <a:schemeClr val="accent2">
                                      <a:lumMod val="20000"/>
                                      <a:lumOff val="80000"/>
                                    </a:schemeClr>
                                  </a:solidFill>
                                  <a:latin typeface="Cambria Math" panose="02040503050406030204" pitchFamily="18" charset="0"/>
                                  <a:sym typeface="Arial"/>
                                </a:rPr>
                              </m:ctrlPr>
                            </m:dPr>
                            <m:e>
                              <m:r>
                                <a:rPr lang="en-US" b="0" i="1" u="none" strike="noStrike" cap="none" smtClean="0">
                                  <a:solidFill>
                                    <a:schemeClr val="accent2">
                                      <a:lumMod val="20000"/>
                                      <a:lumOff val="80000"/>
                                    </a:schemeClr>
                                  </a:solidFill>
                                  <a:latin typeface="Cambria Math" panose="02040503050406030204" pitchFamily="18" charset="0"/>
                                  <a:sym typeface="Arial"/>
                                </a:rPr>
                                <m:t>𝑗</m:t>
                              </m:r>
                            </m:e>
                          </m:d>
                          <m:r>
                            <a:rPr lang="en-US" b="0" i="1" u="none" strike="noStrike" cap="none" smtClean="0">
                              <a:solidFill>
                                <a:schemeClr val="accent2">
                                  <a:lumMod val="20000"/>
                                  <a:lumOff val="80000"/>
                                </a:schemeClr>
                              </a:solidFill>
                              <a:latin typeface="Cambria Math" panose="02040503050406030204" pitchFamily="18" charset="0"/>
                              <a:sym typeface="Arial"/>
                            </a:rPr>
                            <m:t>;</m:t>
                          </m:r>
                          <m:r>
                            <a:rPr lang="en-US" b="0" i="1" u="none" strike="noStrike" cap="none" smtClean="0">
                              <a:solidFill>
                                <a:schemeClr val="accent2">
                                  <a:lumMod val="20000"/>
                                  <a:lumOff val="80000"/>
                                </a:schemeClr>
                              </a:solidFill>
                              <a:latin typeface="Cambria Math" panose="02040503050406030204" pitchFamily="18" charset="0"/>
                              <a:ea typeface="Cambria Math" panose="02040503050406030204" pitchFamily="18" charset="0"/>
                              <a:sym typeface="Arial"/>
                            </a:rPr>
                            <m:t>𝒢</m:t>
                          </m:r>
                        </m:e>
                      </m:d>
                      <m:r>
                        <a:rPr lang="en-US" b="0" i="1" u="none" strike="noStrike" cap="none" smtClean="0">
                          <a:solidFill>
                            <a:schemeClr val="accent2">
                              <a:lumMod val="20000"/>
                              <a:lumOff val="80000"/>
                            </a:schemeClr>
                          </a:solidFill>
                          <a:latin typeface="Cambria Math" panose="02040503050406030204" pitchFamily="18" charset="0"/>
                          <a:sym typeface="Arial"/>
                        </a:rPr>
                        <m:t>, </m:t>
                      </m:r>
                      <m:r>
                        <a:rPr lang="en-US" b="0" i="1" u="none" strike="noStrike" cap="none" smtClean="0">
                          <a:solidFill>
                            <a:schemeClr val="accent2">
                              <a:lumMod val="20000"/>
                              <a:lumOff val="80000"/>
                            </a:schemeClr>
                          </a:solidFill>
                          <a:latin typeface="Cambria Math" panose="02040503050406030204" pitchFamily="18" charset="0"/>
                          <a:sym typeface="Arial"/>
                        </a:rPr>
                        <m:t>𝑛</m:t>
                      </m:r>
                      <m:r>
                        <a:rPr lang="en-US" b="0" i="1" u="none" strike="noStrike" cap="none" smtClean="0">
                          <a:solidFill>
                            <a:schemeClr val="accent2">
                              <a:lumMod val="20000"/>
                              <a:lumOff val="80000"/>
                            </a:schemeClr>
                          </a:solidFill>
                          <a:latin typeface="Cambria Math" panose="02040503050406030204" pitchFamily="18" charset="0"/>
                          <a:sym typeface="Arial"/>
                        </a:rPr>
                        <m:t>=1,…,</m:t>
                      </m:r>
                      <m:r>
                        <a:rPr lang="en-US" b="0" i="1" u="none" strike="noStrike" cap="none" smtClean="0">
                          <a:solidFill>
                            <a:schemeClr val="accent2">
                              <a:lumMod val="20000"/>
                              <a:lumOff val="80000"/>
                            </a:schemeClr>
                          </a:solidFill>
                          <a:latin typeface="Cambria Math" panose="02040503050406030204" pitchFamily="18" charset="0"/>
                          <a:sym typeface="Arial"/>
                        </a:rPr>
                        <m:t>𝑁</m:t>
                      </m:r>
                      <m:r>
                        <a:rPr lang="en-US" b="0" i="1" u="none" strike="noStrike" cap="none" smtClean="0">
                          <a:solidFill>
                            <a:schemeClr val="accent2">
                              <a:lumMod val="20000"/>
                              <a:lumOff val="80000"/>
                            </a:schemeClr>
                          </a:solidFill>
                          <a:latin typeface="Cambria Math" panose="02040503050406030204" pitchFamily="18" charset="0"/>
                          <a:sym typeface="Arial"/>
                        </a:rPr>
                        <m:t>, </m:t>
                      </m:r>
                      <m:r>
                        <a:rPr lang="en-US" b="0" i="1" u="none" strike="noStrike" cap="none" smtClean="0">
                          <a:solidFill>
                            <a:schemeClr val="accent2">
                              <a:lumMod val="20000"/>
                              <a:lumOff val="80000"/>
                            </a:schemeClr>
                          </a:solidFill>
                          <a:latin typeface="Cambria Math" panose="02040503050406030204" pitchFamily="18" charset="0"/>
                          <a:sym typeface="Arial"/>
                        </a:rPr>
                        <m:t>𝑗</m:t>
                      </m:r>
                      <m:r>
                        <a:rPr lang="en-US" b="0" i="1" u="none" strike="noStrike" cap="none" smtClean="0">
                          <a:solidFill>
                            <a:schemeClr val="accent2">
                              <a:lumMod val="20000"/>
                              <a:lumOff val="80000"/>
                            </a:schemeClr>
                          </a:solidFill>
                          <a:latin typeface="Cambria Math" panose="02040503050406030204" pitchFamily="18" charset="0"/>
                          <a:sym typeface="Arial"/>
                        </a:rPr>
                        <m:t>=</m:t>
                      </m:r>
                      <m:r>
                        <a:rPr lang="en-US" b="0" i="1" u="none" strike="noStrike" cap="none" smtClean="0">
                          <a:solidFill>
                            <a:schemeClr val="accent2">
                              <a:lumMod val="20000"/>
                              <a:lumOff val="80000"/>
                            </a:schemeClr>
                          </a:solidFill>
                          <a:latin typeface="Cambria Math" panose="02040503050406030204" pitchFamily="18" charset="0"/>
                          <a:sym typeface="Arial"/>
                        </a:rPr>
                        <m:t>𝑘</m:t>
                      </m:r>
                      <m:r>
                        <a:rPr lang="en-US" b="0" i="1" u="none" strike="noStrike" cap="none" smtClean="0">
                          <a:solidFill>
                            <a:schemeClr val="accent2">
                              <a:lumMod val="20000"/>
                              <a:lumOff val="80000"/>
                            </a:schemeClr>
                          </a:solidFill>
                          <a:latin typeface="Cambria Math" panose="02040503050406030204" pitchFamily="18" charset="0"/>
                          <a:sym typeface="Arial"/>
                        </a:rPr>
                        <m:t>,…,</m:t>
                      </m:r>
                      <m:r>
                        <a:rPr lang="en-US" b="0" i="1" u="none" strike="noStrike" cap="none" smtClean="0">
                          <a:solidFill>
                            <a:schemeClr val="accent2">
                              <a:lumMod val="20000"/>
                              <a:lumOff val="80000"/>
                            </a:schemeClr>
                          </a:solidFill>
                          <a:latin typeface="Cambria Math" panose="02040503050406030204" pitchFamily="18" charset="0"/>
                          <a:sym typeface="Arial"/>
                        </a:rPr>
                        <m:t>𝑘</m:t>
                      </m:r>
                      <m:r>
                        <a:rPr lang="en-US" b="0" i="1" u="none" strike="noStrike" cap="none" smtClean="0">
                          <a:solidFill>
                            <a:schemeClr val="accent2">
                              <a:lumMod val="20000"/>
                              <a:lumOff val="80000"/>
                            </a:schemeClr>
                          </a:solidFill>
                          <a:latin typeface="Cambria Math" panose="02040503050406030204" pitchFamily="18" charset="0"/>
                          <a:sym typeface="Arial"/>
                        </a:rPr>
                        <m:t>+</m:t>
                      </m:r>
                      <m:sSub>
                        <m:sSubPr>
                          <m:ctrlPr>
                            <a:rPr lang="en-US" b="0" i="1" u="none" strike="noStrike" cap="none" smtClean="0">
                              <a:solidFill>
                                <a:schemeClr val="accent2">
                                  <a:lumMod val="20000"/>
                                  <a:lumOff val="80000"/>
                                </a:schemeClr>
                              </a:solidFill>
                              <a:latin typeface="Cambria Math" panose="02040503050406030204" pitchFamily="18" charset="0"/>
                              <a:sym typeface="Arial"/>
                            </a:rPr>
                          </m:ctrlPr>
                        </m:sSubPr>
                        <m:e>
                          <m:r>
                            <a:rPr lang="en-US" b="0" i="1" u="none" strike="noStrike" cap="none" smtClean="0">
                              <a:solidFill>
                                <a:schemeClr val="accent2">
                                  <a:lumMod val="20000"/>
                                  <a:lumOff val="80000"/>
                                </a:schemeClr>
                              </a:solidFill>
                              <a:latin typeface="Cambria Math" panose="02040503050406030204" pitchFamily="18" charset="0"/>
                              <a:sym typeface="Arial"/>
                            </a:rPr>
                            <m:t>𝐻</m:t>
                          </m:r>
                        </m:e>
                        <m:sub>
                          <m:r>
                            <a:rPr lang="en-US" b="0" i="1" u="none" strike="noStrike" cap="none" smtClean="0">
                              <a:solidFill>
                                <a:schemeClr val="accent2">
                                  <a:lumMod val="20000"/>
                                  <a:lumOff val="80000"/>
                                </a:schemeClr>
                              </a:solidFill>
                              <a:latin typeface="Cambria Math" panose="02040503050406030204" pitchFamily="18" charset="0"/>
                              <a:sym typeface="Arial"/>
                            </a:rPr>
                            <m:t>𝑝</m:t>
                          </m:r>
                        </m:sub>
                      </m:sSub>
                      <m:r>
                        <a:rPr lang="en-US" b="0" i="1" u="none" strike="noStrike" cap="none" smtClean="0">
                          <a:solidFill>
                            <a:schemeClr val="accent2">
                              <a:lumMod val="20000"/>
                              <a:lumOff val="80000"/>
                            </a:schemeClr>
                          </a:solidFill>
                          <a:latin typeface="Cambria Math" panose="02040503050406030204" pitchFamily="18" charset="0"/>
                          <a:sym typeface="Arial"/>
                        </a:rPr>
                        <m:t>−1</m:t>
                      </m:r>
                    </m:oMath>
                  </m:oMathPara>
                </a14:m>
                <a:endParaRPr lang="en-US" b="0" i="1" u="none" strike="noStrike" cap="none" dirty="0">
                  <a:solidFill>
                    <a:schemeClr val="accent2">
                      <a:lumMod val="20000"/>
                      <a:lumOff val="80000"/>
                    </a:schemeClr>
                  </a:solidFill>
                  <a:latin typeface="Cambria Math" panose="02040503050406030204" pitchFamily="18" charset="0"/>
                  <a:sym typeface="Arial"/>
                </a:endParaRPr>
              </a:p>
              <a:p>
                <a:pPr lvl="0">
                  <a:lnSpc>
                    <a:spcPct val="114000"/>
                  </a:lnSpc>
                  <a:buSzPts val="1400"/>
                </a:pPr>
                <a14:m>
                  <m:oMathPara xmlns:m="http://schemas.openxmlformats.org/officeDocument/2006/math">
                    <m:oMathParaPr>
                      <m:jc m:val="centerGroup"/>
                    </m:oMathParaPr>
                    <m:oMath xmlns:m="http://schemas.openxmlformats.org/officeDocument/2006/math">
                      <m:r>
                        <a:rPr lang="en-US" b="0" i="1" u="none" strike="noStrike" cap="none" smtClean="0">
                          <a:solidFill>
                            <a:schemeClr val="accent2">
                              <a:lumMod val="20000"/>
                              <a:lumOff val="80000"/>
                            </a:schemeClr>
                          </a:solidFill>
                          <a:latin typeface="Cambria Math" panose="02040503050406030204" pitchFamily="18" charset="0"/>
                          <a:sym typeface="Arial"/>
                        </a:rPr>
                        <m:t>0≤</m:t>
                      </m:r>
                      <m:sSup>
                        <m:sSupPr>
                          <m:ctrlPr>
                            <a:rPr lang="en-US" b="0" i="1" u="none" strike="noStrike" cap="none" smtClean="0">
                              <a:solidFill>
                                <a:schemeClr val="accent2">
                                  <a:lumMod val="20000"/>
                                  <a:lumOff val="80000"/>
                                </a:schemeClr>
                              </a:solidFill>
                              <a:latin typeface="Cambria Math" panose="02040503050406030204" pitchFamily="18" charset="0"/>
                              <a:sym typeface="Arial"/>
                            </a:rPr>
                          </m:ctrlPr>
                        </m:sSupPr>
                        <m:e>
                          <m:r>
                            <a:rPr lang="en-US" b="0" i="1" u="none" strike="noStrike" cap="none" smtClean="0">
                              <a:solidFill>
                                <a:schemeClr val="accent2">
                                  <a:lumMod val="20000"/>
                                  <a:lumOff val="80000"/>
                                </a:schemeClr>
                              </a:solidFill>
                              <a:latin typeface="Cambria Math" panose="02040503050406030204" pitchFamily="18" charset="0"/>
                              <a:sym typeface="Arial"/>
                            </a:rPr>
                            <m:t>𝑢</m:t>
                          </m:r>
                        </m:e>
                        <m:sup>
                          <m:r>
                            <a:rPr lang="en-US" b="0" i="1" u="none" strike="noStrike" cap="none" smtClean="0">
                              <a:solidFill>
                                <a:schemeClr val="accent2">
                                  <a:lumMod val="20000"/>
                                  <a:lumOff val="80000"/>
                                </a:schemeClr>
                              </a:solidFill>
                              <a:latin typeface="Cambria Math" panose="02040503050406030204" pitchFamily="18" charset="0"/>
                              <a:sym typeface="Arial"/>
                            </a:rPr>
                            <m:t>𝑛</m:t>
                          </m:r>
                        </m:sup>
                      </m:sSup>
                      <m:r>
                        <a:rPr lang="en-US" b="0" i="1" u="none" strike="noStrike" cap="none" smtClean="0">
                          <a:solidFill>
                            <a:schemeClr val="accent2">
                              <a:lumMod val="20000"/>
                              <a:lumOff val="80000"/>
                            </a:schemeClr>
                          </a:solidFill>
                          <a:latin typeface="Cambria Math" panose="02040503050406030204" pitchFamily="18" charset="0"/>
                          <a:sym typeface="Arial"/>
                        </a:rPr>
                        <m:t>≤</m:t>
                      </m:r>
                      <m:sSub>
                        <m:sSubPr>
                          <m:ctrlPr>
                            <a:rPr lang="en-US" b="0" i="1" u="none" strike="noStrike" cap="none" smtClean="0">
                              <a:solidFill>
                                <a:schemeClr val="accent2">
                                  <a:lumMod val="20000"/>
                                  <a:lumOff val="80000"/>
                                </a:schemeClr>
                              </a:solidFill>
                              <a:latin typeface="Cambria Math" panose="02040503050406030204" pitchFamily="18" charset="0"/>
                              <a:sym typeface="Arial"/>
                            </a:rPr>
                          </m:ctrlPr>
                        </m:sSubPr>
                        <m:e>
                          <m:r>
                            <a:rPr lang="en-US" b="0" i="1" u="none" strike="noStrike" cap="none" smtClean="0">
                              <a:solidFill>
                                <a:schemeClr val="accent2">
                                  <a:lumMod val="20000"/>
                                  <a:lumOff val="80000"/>
                                </a:schemeClr>
                              </a:solidFill>
                              <a:latin typeface="Cambria Math" panose="02040503050406030204" pitchFamily="18" charset="0"/>
                              <a:sym typeface="Arial"/>
                            </a:rPr>
                            <m:t>𝑢</m:t>
                          </m:r>
                        </m:e>
                        <m:sub>
                          <m:r>
                            <a:rPr lang="en-US" b="0" i="1" u="none" strike="noStrike" cap="none" smtClean="0">
                              <a:solidFill>
                                <a:schemeClr val="accent2">
                                  <a:lumMod val="20000"/>
                                  <a:lumOff val="80000"/>
                                </a:schemeClr>
                              </a:solidFill>
                              <a:latin typeface="Cambria Math" panose="02040503050406030204" pitchFamily="18" charset="0"/>
                              <a:sym typeface="Arial"/>
                            </a:rPr>
                            <m:t>𝑚𝑎𝑥</m:t>
                          </m:r>
                        </m:sub>
                      </m:sSub>
                      <m:r>
                        <a:rPr lang="en-US" b="0" i="1" u="none" strike="noStrike" cap="none" smtClean="0">
                          <a:solidFill>
                            <a:schemeClr val="accent2">
                              <a:lumMod val="20000"/>
                              <a:lumOff val="80000"/>
                            </a:schemeClr>
                          </a:solidFill>
                          <a:latin typeface="Cambria Math" panose="02040503050406030204" pitchFamily="18" charset="0"/>
                          <a:sym typeface="Arial"/>
                        </a:rPr>
                        <m:t>,  ∀</m:t>
                      </m:r>
                      <m:r>
                        <a:rPr lang="en-US" b="0" i="1" u="none" strike="noStrike" cap="none" smtClean="0">
                          <a:solidFill>
                            <a:schemeClr val="accent2">
                              <a:lumMod val="20000"/>
                              <a:lumOff val="80000"/>
                            </a:schemeClr>
                          </a:solidFill>
                          <a:latin typeface="Cambria Math" panose="02040503050406030204" pitchFamily="18" charset="0"/>
                          <a:sym typeface="Arial"/>
                        </a:rPr>
                        <m:t>𝑛</m:t>
                      </m:r>
                      <m:r>
                        <a:rPr lang="en-US" b="0" i="1" u="none" strike="noStrike" cap="none" smtClean="0">
                          <a:solidFill>
                            <a:schemeClr val="accent2">
                              <a:lumMod val="20000"/>
                              <a:lumOff val="80000"/>
                            </a:schemeClr>
                          </a:solidFill>
                          <a:latin typeface="Cambria Math" panose="02040503050406030204" pitchFamily="18" charset="0"/>
                          <a:sym typeface="Arial"/>
                        </a:rPr>
                        <m:t>,∀</m:t>
                      </m:r>
                      <m:r>
                        <a:rPr lang="en-US" b="0" i="1" u="none" strike="noStrike" cap="none" smtClean="0">
                          <a:solidFill>
                            <a:schemeClr val="accent2">
                              <a:lumMod val="20000"/>
                              <a:lumOff val="80000"/>
                            </a:schemeClr>
                          </a:solidFill>
                          <a:latin typeface="Cambria Math" panose="02040503050406030204" pitchFamily="18" charset="0"/>
                          <a:sym typeface="Arial"/>
                        </a:rPr>
                        <m:t>𝑗</m:t>
                      </m:r>
                    </m:oMath>
                  </m:oMathPara>
                </a14:m>
                <a:endParaRPr lang="en-US" b="0" i="1" u="none" strike="noStrike" cap="none" dirty="0">
                  <a:solidFill>
                    <a:schemeClr val="accent2">
                      <a:lumMod val="20000"/>
                      <a:lumOff val="80000"/>
                    </a:schemeClr>
                  </a:solidFill>
                  <a:latin typeface="Cambria Math" panose="02040503050406030204" pitchFamily="18" charset="0"/>
                  <a:sym typeface="Arial"/>
                </a:endParaRPr>
              </a:p>
              <a:p>
                <a:pPr lvl="0">
                  <a:lnSpc>
                    <a:spcPct val="114000"/>
                  </a:lnSpc>
                  <a:buSzPts val="1400"/>
                </a:pPr>
                <a14:m>
                  <m:oMathPara xmlns:m="http://schemas.openxmlformats.org/officeDocument/2006/math">
                    <m:oMathParaPr>
                      <m:jc m:val="centerGroup"/>
                    </m:oMathParaPr>
                    <m:oMath xmlns:m="http://schemas.openxmlformats.org/officeDocument/2006/math">
                      <m:nary>
                        <m:naryPr>
                          <m:chr m:val="∑"/>
                          <m:ctrlPr>
                            <a:rPr lang="en-US" i="1">
                              <a:solidFill>
                                <a:schemeClr val="accent2">
                                  <a:lumMod val="20000"/>
                                  <a:lumOff val="80000"/>
                                </a:schemeClr>
                              </a:solidFill>
                              <a:latin typeface="Cambria Math" panose="02040503050406030204" pitchFamily="18" charset="0"/>
                            </a:rPr>
                          </m:ctrlPr>
                        </m:naryPr>
                        <m:sub>
                          <m:r>
                            <m:rPr>
                              <m:brk m:alnAt="23"/>
                            </m:rPr>
                            <a:rPr lang="en-US" i="1">
                              <a:solidFill>
                                <a:schemeClr val="accent2">
                                  <a:lumMod val="20000"/>
                                  <a:lumOff val="80000"/>
                                </a:schemeClr>
                              </a:solidFill>
                              <a:latin typeface="Cambria Math" panose="02040503050406030204" pitchFamily="18" charset="0"/>
                            </a:rPr>
                            <m:t>𝑗</m:t>
                          </m:r>
                          <m:r>
                            <a:rPr lang="en-US" i="1">
                              <a:solidFill>
                                <a:schemeClr val="accent2">
                                  <a:lumMod val="20000"/>
                                  <a:lumOff val="80000"/>
                                </a:schemeClr>
                              </a:solidFill>
                              <a:latin typeface="Cambria Math" panose="02040503050406030204" pitchFamily="18" charset="0"/>
                            </a:rPr>
                            <m:t>=</m:t>
                          </m:r>
                          <m:r>
                            <a:rPr lang="en-US" i="1">
                              <a:solidFill>
                                <a:schemeClr val="accent2">
                                  <a:lumMod val="20000"/>
                                  <a:lumOff val="80000"/>
                                </a:schemeClr>
                              </a:solidFill>
                              <a:latin typeface="Cambria Math" panose="02040503050406030204" pitchFamily="18" charset="0"/>
                            </a:rPr>
                            <m:t>𝑘</m:t>
                          </m:r>
                        </m:sub>
                        <m:sup>
                          <m:r>
                            <a:rPr lang="en-US" i="1">
                              <a:solidFill>
                                <a:schemeClr val="accent2">
                                  <a:lumMod val="20000"/>
                                  <a:lumOff val="80000"/>
                                </a:schemeClr>
                              </a:solidFill>
                              <a:latin typeface="Cambria Math" panose="02040503050406030204" pitchFamily="18" charset="0"/>
                            </a:rPr>
                            <m:t>𝑘</m:t>
                          </m:r>
                          <m:r>
                            <a:rPr lang="en-US" i="1">
                              <a:solidFill>
                                <a:schemeClr val="accent2">
                                  <a:lumMod val="20000"/>
                                  <a:lumOff val="80000"/>
                                </a:schemeClr>
                              </a:solidFill>
                              <a:latin typeface="Cambria Math" panose="02040503050406030204" pitchFamily="18" charset="0"/>
                            </a:rPr>
                            <m:t>+</m:t>
                          </m:r>
                          <m:sSub>
                            <m:sSubPr>
                              <m:ctrlPr>
                                <a:rPr lang="en-US" i="1">
                                  <a:solidFill>
                                    <a:schemeClr val="accent2">
                                      <a:lumMod val="20000"/>
                                      <a:lumOff val="80000"/>
                                    </a:schemeClr>
                                  </a:solidFill>
                                  <a:latin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rPr>
                                <m:t>𝐻</m:t>
                              </m:r>
                            </m:e>
                            <m:sub>
                              <m:r>
                                <a:rPr lang="en-US" i="1">
                                  <a:solidFill>
                                    <a:schemeClr val="accent2">
                                      <a:lumMod val="20000"/>
                                      <a:lumOff val="80000"/>
                                    </a:schemeClr>
                                  </a:solidFill>
                                  <a:latin typeface="Cambria Math" panose="02040503050406030204" pitchFamily="18" charset="0"/>
                                </a:rPr>
                                <m:t>𝑝</m:t>
                              </m:r>
                            </m:sub>
                          </m:sSub>
                          <m:r>
                            <a:rPr lang="en-US" i="1">
                              <a:solidFill>
                                <a:schemeClr val="accent2">
                                  <a:lumMod val="20000"/>
                                  <a:lumOff val="80000"/>
                                </a:schemeClr>
                              </a:solidFill>
                              <a:latin typeface="Cambria Math" panose="02040503050406030204" pitchFamily="18" charset="0"/>
                            </a:rPr>
                            <m:t>−1</m:t>
                          </m:r>
                        </m:sup>
                        <m:e>
                          <m:nary>
                            <m:naryPr>
                              <m:chr m:val="∑"/>
                              <m:ctrlPr>
                                <a:rPr lang="en-US" i="1">
                                  <a:solidFill>
                                    <a:schemeClr val="accent2">
                                      <a:lumMod val="20000"/>
                                      <a:lumOff val="80000"/>
                                    </a:schemeClr>
                                  </a:solidFill>
                                  <a:latin typeface="Cambria Math" panose="02040503050406030204" pitchFamily="18" charset="0"/>
                                </a:rPr>
                              </m:ctrlPr>
                            </m:naryPr>
                            <m:sub>
                              <m:r>
                                <m:rPr>
                                  <m:brk m:alnAt="23"/>
                                </m:rPr>
                                <a:rPr lang="en-US" i="1">
                                  <a:solidFill>
                                    <a:schemeClr val="accent2">
                                      <a:lumMod val="20000"/>
                                      <a:lumOff val="80000"/>
                                    </a:schemeClr>
                                  </a:solidFill>
                                  <a:latin typeface="Cambria Math" panose="02040503050406030204" pitchFamily="18" charset="0"/>
                                </a:rPr>
                                <m:t>𝑛</m:t>
                              </m:r>
                              <m:r>
                                <a:rPr lang="en-US" i="1">
                                  <a:solidFill>
                                    <a:schemeClr val="accent2">
                                      <a:lumMod val="20000"/>
                                      <a:lumOff val="80000"/>
                                    </a:schemeClr>
                                  </a:solidFill>
                                  <a:latin typeface="Cambria Math" panose="02040503050406030204" pitchFamily="18" charset="0"/>
                                </a:rPr>
                                <m:t>=1</m:t>
                              </m:r>
                            </m:sub>
                            <m:sup>
                              <m:r>
                                <a:rPr lang="en-US" i="1">
                                  <a:solidFill>
                                    <a:schemeClr val="accent2">
                                      <a:lumMod val="20000"/>
                                      <a:lumOff val="80000"/>
                                    </a:schemeClr>
                                  </a:solidFill>
                                  <a:latin typeface="Cambria Math" panose="02040503050406030204" pitchFamily="18" charset="0"/>
                                </a:rPr>
                                <m:t>𝑁</m:t>
                              </m:r>
                            </m:sup>
                            <m:e>
                              <m:sSup>
                                <m:sSupPr>
                                  <m:ctrlPr>
                                    <a:rPr lang="en-US" b="0" i="1" smtClean="0">
                                      <a:solidFill>
                                        <a:schemeClr val="accent2">
                                          <a:lumMod val="20000"/>
                                          <a:lumOff val="80000"/>
                                        </a:schemeClr>
                                      </a:solidFill>
                                      <a:latin typeface="Cambria Math" panose="02040503050406030204" pitchFamily="18" charset="0"/>
                                    </a:rPr>
                                  </m:ctrlPr>
                                </m:sSupPr>
                                <m:e>
                                  <m:r>
                                    <a:rPr lang="en-US" b="0" i="1" smtClean="0">
                                      <a:solidFill>
                                        <a:schemeClr val="accent2">
                                          <a:lumMod val="20000"/>
                                          <a:lumOff val="80000"/>
                                        </a:schemeClr>
                                      </a:solidFill>
                                      <a:latin typeface="Cambria Math" panose="02040503050406030204" pitchFamily="18" charset="0"/>
                                    </a:rPr>
                                    <m:t>𝑢</m:t>
                                  </m:r>
                                </m:e>
                                <m:sup>
                                  <m:r>
                                    <a:rPr lang="en-US" b="0" i="1" smtClean="0">
                                      <a:solidFill>
                                        <a:schemeClr val="accent2">
                                          <a:lumMod val="20000"/>
                                          <a:lumOff val="80000"/>
                                        </a:schemeClr>
                                      </a:solidFill>
                                      <a:latin typeface="Cambria Math" panose="02040503050406030204" pitchFamily="18" charset="0"/>
                                    </a:rPr>
                                    <m:t>𝑛</m:t>
                                  </m:r>
                                </m:sup>
                              </m:sSup>
                              <m:d>
                                <m:dPr>
                                  <m:ctrlPr>
                                    <a:rPr lang="en-US" i="1">
                                      <a:solidFill>
                                        <a:schemeClr val="accent2">
                                          <a:lumMod val="20000"/>
                                          <a:lumOff val="80000"/>
                                        </a:schemeClr>
                                      </a:solidFill>
                                      <a:latin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rPr>
                                    <m:t>𝑗</m:t>
                                  </m:r>
                                </m:e>
                              </m:d>
                            </m:e>
                          </m:nary>
                          <m:r>
                            <a:rPr lang="en-US" b="0" i="1" smtClean="0">
                              <a:solidFill>
                                <a:schemeClr val="accent2">
                                  <a:lumMod val="20000"/>
                                  <a:lumOff val="80000"/>
                                </a:schemeClr>
                              </a:solidFill>
                              <a:latin typeface="Cambria Math" panose="02040503050406030204" pitchFamily="18" charset="0"/>
                            </a:rPr>
                            <m:t>≤</m:t>
                          </m:r>
                          <m:r>
                            <a:rPr lang="en-US" b="0" i="1" smtClean="0">
                              <a:solidFill>
                                <a:schemeClr val="accent2">
                                  <a:lumMod val="20000"/>
                                  <a:lumOff val="80000"/>
                                </a:schemeClr>
                              </a:solidFill>
                              <a:latin typeface="Cambria Math" panose="02040503050406030204" pitchFamily="18" charset="0"/>
                            </a:rPr>
                            <m:t>𝑁</m:t>
                          </m:r>
                          <m:r>
                            <a:rPr lang="en-US" b="0" i="1" smtClean="0">
                              <a:solidFill>
                                <a:schemeClr val="accent2">
                                  <a:lumMod val="20000"/>
                                  <a:lumOff val="80000"/>
                                </a:schemeClr>
                              </a:solidFill>
                              <a:latin typeface="Cambria Math" panose="02040503050406030204" pitchFamily="18" charset="0"/>
                            </a:rPr>
                            <m:t>⋅</m:t>
                          </m:r>
                          <m:sSub>
                            <m:sSubPr>
                              <m:ctrlPr>
                                <a:rPr lang="en-US" b="0" i="1" smtClean="0">
                                  <a:solidFill>
                                    <a:schemeClr val="accent2">
                                      <a:lumMod val="20000"/>
                                      <a:lumOff val="80000"/>
                                    </a:schemeClr>
                                  </a:solidFill>
                                  <a:latin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rPr>
                                <m:t>𝑊</m:t>
                              </m:r>
                            </m:e>
                            <m:sub>
                              <m:r>
                                <a:rPr lang="en-US" b="0" i="1" smtClean="0">
                                  <a:solidFill>
                                    <a:schemeClr val="accent2">
                                      <a:lumMod val="20000"/>
                                      <a:lumOff val="80000"/>
                                    </a:schemeClr>
                                  </a:solidFill>
                                  <a:latin typeface="Cambria Math" panose="02040503050406030204" pitchFamily="18" charset="0"/>
                                </a:rPr>
                                <m:t>𝑟𝑒𝑚𝑎𝑖𝑛𝑖𝑛𝑔</m:t>
                              </m:r>
                            </m:sub>
                          </m:sSub>
                          <m:d>
                            <m:dPr>
                              <m:ctrlPr>
                                <a:rPr lang="en-US" b="0" i="1" smtClean="0">
                                  <a:solidFill>
                                    <a:schemeClr val="accent2">
                                      <a:lumMod val="20000"/>
                                      <a:lumOff val="80000"/>
                                    </a:schemeClr>
                                  </a:solidFill>
                                  <a:latin typeface="Cambria Math" panose="02040503050406030204" pitchFamily="18" charset="0"/>
                                </a:rPr>
                              </m:ctrlPr>
                            </m:dPr>
                            <m:e>
                              <m:r>
                                <a:rPr lang="en-US" b="0" i="1" smtClean="0">
                                  <a:solidFill>
                                    <a:schemeClr val="accent2">
                                      <a:lumMod val="20000"/>
                                      <a:lumOff val="80000"/>
                                    </a:schemeClr>
                                  </a:solidFill>
                                  <a:latin typeface="Cambria Math" panose="02040503050406030204" pitchFamily="18" charset="0"/>
                                </a:rPr>
                                <m:t>𝑘</m:t>
                              </m:r>
                            </m:e>
                          </m:d>
                        </m:e>
                      </m:nary>
                    </m:oMath>
                  </m:oMathPara>
                </a14:m>
                <a:endParaRPr lang="en-US" dirty="0"/>
              </a:p>
            </p:txBody>
          </p:sp>
        </mc:Choice>
        <mc:Fallback xmlns="">
          <p:sp>
            <p:nvSpPr>
              <p:cNvPr id="32" name="TextBox 31">
                <a:extLst>
                  <a:ext uri="{FF2B5EF4-FFF2-40B4-BE49-F238E27FC236}">
                    <a16:creationId xmlns:a16="http://schemas.microsoft.com/office/drawing/2014/main" id="{CE989FC6-8B33-ACA6-DEAA-85752764B1C7}"/>
                  </a:ext>
                </a:extLst>
              </p:cNvPr>
              <p:cNvSpPr txBox="1">
                <a:spLocks noRot="1" noChangeAspect="1" noMove="1" noResize="1" noEditPoints="1" noAdjustHandles="1" noChangeArrowheads="1" noChangeShapeType="1" noTextEdit="1"/>
              </p:cNvSpPr>
              <p:nvPr/>
            </p:nvSpPr>
            <p:spPr>
              <a:xfrm>
                <a:off x="330559" y="3371236"/>
                <a:ext cx="8418696" cy="1560427"/>
              </a:xfrm>
              <a:prstGeom prst="rect">
                <a:avLst/>
              </a:prstGeom>
              <a:blipFill>
                <a:blip r:embed="rId9"/>
                <a:stretch>
                  <a:fillRect l="-217" t="-1172"/>
                </a:stretch>
              </a:blipFill>
            </p:spPr>
            <p:txBody>
              <a:bodyPr/>
              <a:lstStyle/>
              <a:p>
                <a:r>
                  <a:rPr lang="en-US">
                    <a:noFill/>
                  </a:rPr>
                  <a:t> </a:t>
                </a:r>
              </a:p>
            </p:txBody>
          </p:sp>
        </mc:Fallback>
      </mc:AlternateContent>
      <p:sp>
        <p:nvSpPr>
          <p:cNvPr id="34" name="Google Shape;178;p3">
            <a:extLst>
              <a:ext uri="{FF2B5EF4-FFF2-40B4-BE49-F238E27FC236}">
                <a16:creationId xmlns:a16="http://schemas.microsoft.com/office/drawing/2014/main" id="{9DD07C13-ECF9-A0A9-DBA7-3F92A7095F98}"/>
              </a:ext>
            </a:extLst>
          </p:cNvPr>
          <p:cNvSpPr txBox="1"/>
          <p:nvPr/>
        </p:nvSpPr>
        <p:spPr>
          <a:xfrm>
            <a:off x="8633460" y="4800600"/>
            <a:ext cx="24384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dirty="0">
                <a:solidFill>
                  <a:schemeClr val="lt2"/>
                </a:solidFill>
              </a:rPr>
              <a:t>9</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478668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id="{28BD0DB1-E3D1-4EFB-9182-506A0F5BAE24}"/>
            </a:ext>
          </a:extLst>
        </p:cNvPr>
        <p:cNvGrpSpPr/>
        <p:nvPr/>
      </p:nvGrpSpPr>
      <p:grpSpPr>
        <a:xfrm>
          <a:off x="0" y="0"/>
          <a:ext cx="0" cy="0"/>
          <a:chOff x="0" y="0"/>
          <a:chExt cx="0" cy="0"/>
        </a:xfrm>
      </p:grpSpPr>
      <p:sp>
        <p:nvSpPr>
          <p:cNvPr id="225" name="Google Shape;225;p11">
            <a:extLst>
              <a:ext uri="{FF2B5EF4-FFF2-40B4-BE49-F238E27FC236}">
                <a16:creationId xmlns:a16="http://schemas.microsoft.com/office/drawing/2014/main" id="{7D825751-E403-231E-4243-B595AC05D8DB}"/>
              </a:ext>
            </a:extLst>
          </p:cNvPr>
          <p:cNvSpPr txBox="1"/>
          <p:nvPr/>
        </p:nvSpPr>
        <p:spPr>
          <a:xfrm>
            <a:off x="365760" y="333065"/>
            <a:ext cx="8368420" cy="527400"/>
          </a:xfrm>
          <a:prstGeom prst="rect">
            <a:avLst/>
          </a:prstGeom>
          <a:noFill/>
          <a:ln>
            <a:noFill/>
          </a:ln>
        </p:spPr>
        <p:txBody>
          <a:bodyPr spcFirstLastPara="1" wrap="square" lIns="91425" tIns="45700" rIns="91425" bIns="45700" anchor="ctr" anchorCtr="0">
            <a:noAutofit/>
          </a:bodyPr>
          <a:lstStyle/>
          <a:p>
            <a:pPr>
              <a:buClr>
                <a:schemeClr val="lt1"/>
              </a:buClr>
              <a:buSzPts val="2667"/>
            </a:pPr>
            <a:r>
              <a:rPr lang="en-US" sz="3000" b="1" dirty="0">
                <a:solidFill>
                  <a:srgbClr val="FFFFFF"/>
                </a:solidFill>
                <a:latin typeface="Times New Roman"/>
                <a:ea typeface="Times New Roman"/>
                <a:cs typeface="Times New Roman"/>
                <a:sym typeface="Times New Roman"/>
              </a:rPr>
              <a:t>MPC Parameter Selection</a:t>
            </a:r>
          </a:p>
        </p:txBody>
      </p:sp>
      <p:sp>
        <p:nvSpPr>
          <p:cNvPr id="7" name="Google Shape;178;p3">
            <a:extLst>
              <a:ext uri="{FF2B5EF4-FFF2-40B4-BE49-F238E27FC236}">
                <a16:creationId xmlns:a16="http://schemas.microsoft.com/office/drawing/2014/main" id="{DE506832-48BF-E50F-C086-C7681D51EB5B}"/>
              </a:ext>
            </a:extLst>
          </p:cNvPr>
          <p:cNvSpPr txBox="1"/>
          <p:nvPr/>
        </p:nvSpPr>
        <p:spPr>
          <a:xfrm>
            <a:off x="8485809" y="4800600"/>
            <a:ext cx="391491"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dirty="0">
                <a:solidFill>
                  <a:schemeClr val="lt2"/>
                </a:solidFill>
              </a:rPr>
              <a:t>10</a:t>
            </a:r>
            <a:endParaRPr sz="1400" b="0" i="0" u="none" strike="noStrike" cap="none" dirty="0">
              <a:solidFill>
                <a:srgbClr val="000000"/>
              </a:solidFill>
              <a:latin typeface="Arial"/>
              <a:ea typeface="Arial"/>
              <a:cs typeface="Arial"/>
              <a:sym typeface="Arial"/>
            </a:endParaRPr>
          </a:p>
        </p:txBody>
      </p:sp>
      <p:graphicFrame>
        <p:nvGraphicFramePr>
          <p:cNvPr id="3" name="Table 2">
            <a:extLst>
              <a:ext uri="{FF2B5EF4-FFF2-40B4-BE49-F238E27FC236}">
                <a16:creationId xmlns:a16="http://schemas.microsoft.com/office/drawing/2014/main" id="{D1E3416F-3210-CB44-8EA6-027B402650E3}"/>
              </a:ext>
            </a:extLst>
          </p:cNvPr>
          <p:cNvGraphicFramePr>
            <a:graphicFrameLocks noGrp="1"/>
          </p:cNvGraphicFramePr>
          <p:nvPr>
            <p:extLst>
              <p:ext uri="{D42A27DB-BD31-4B8C-83A1-F6EECF244321}">
                <p14:modId xmlns:p14="http://schemas.microsoft.com/office/powerpoint/2010/main" val="3164650238"/>
              </p:ext>
            </p:extLst>
          </p:nvPr>
        </p:nvGraphicFramePr>
        <p:xfrm>
          <a:off x="2044365" y="1001732"/>
          <a:ext cx="6766560" cy="1219200"/>
        </p:xfrm>
        <a:graphic>
          <a:graphicData uri="http://schemas.openxmlformats.org/drawingml/2006/table">
            <a:tbl>
              <a:tblPr firstRow="1" bandRow="1">
                <a:tableStyleId>{35758FB7-9AC5-4552-8A53-C91805E547FA}</a:tableStyleId>
              </a:tblPr>
              <a:tblGrid>
                <a:gridCol w="457200">
                  <a:extLst>
                    <a:ext uri="{9D8B030D-6E8A-4147-A177-3AD203B41FA5}">
                      <a16:colId xmlns:a16="http://schemas.microsoft.com/office/drawing/2014/main" val="1110697907"/>
                    </a:ext>
                  </a:extLst>
                </a:gridCol>
                <a:gridCol w="2103120">
                  <a:extLst>
                    <a:ext uri="{9D8B030D-6E8A-4147-A177-3AD203B41FA5}">
                      <a16:colId xmlns:a16="http://schemas.microsoft.com/office/drawing/2014/main" val="1561477532"/>
                    </a:ext>
                  </a:extLst>
                </a:gridCol>
                <a:gridCol w="2103120">
                  <a:extLst>
                    <a:ext uri="{9D8B030D-6E8A-4147-A177-3AD203B41FA5}">
                      <a16:colId xmlns:a16="http://schemas.microsoft.com/office/drawing/2014/main" val="1804607741"/>
                    </a:ext>
                  </a:extLst>
                </a:gridCol>
                <a:gridCol w="2103120">
                  <a:extLst>
                    <a:ext uri="{9D8B030D-6E8A-4147-A177-3AD203B41FA5}">
                      <a16:colId xmlns:a16="http://schemas.microsoft.com/office/drawing/2014/main" val="4272597574"/>
                    </a:ext>
                  </a:extLst>
                </a:gridCol>
              </a:tblGrid>
              <a:tr h="304800">
                <a:tc>
                  <a:txBody>
                    <a:bodyPr/>
                    <a:lstStyle/>
                    <a:p>
                      <a:pPr algn="ctr"/>
                      <a:r>
                        <a:rPr lang="en-US" sz="1400" dirty="0">
                          <a:solidFill>
                            <a:schemeClr val="accent2">
                              <a:lumMod val="20000"/>
                              <a:lumOff val="80000"/>
                            </a:schemeClr>
                          </a:solidFill>
                        </a:rPr>
                        <a:t>Hp</a:t>
                      </a:r>
                      <a:endParaRPr lang="en-US" sz="1400" dirty="0">
                        <a:solidFill>
                          <a:schemeClr val="accent2">
                            <a:lumMod val="20000"/>
                            <a:lumOff val="80000"/>
                          </a:schemeClr>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400" dirty="0">
                          <a:solidFill>
                            <a:schemeClr val="accent2">
                              <a:lumMod val="20000"/>
                              <a:lumOff val="80000"/>
                            </a:schemeClr>
                          </a:solidFill>
                        </a:rPr>
                        <a:t>Yield (kg/ha)</a:t>
                      </a:r>
                      <a:endParaRPr lang="en-US" sz="1400" dirty="0">
                        <a:solidFill>
                          <a:schemeClr val="accent2">
                            <a:lumMod val="20000"/>
                            <a:lumOff val="80000"/>
                          </a:schemeClr>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400" dirty="0">
                          <a:solidFill>
                            <a:schemeClr val="accent2">
                              <a:lumMod val="20000"/>
                              <a:lumOff val="80000"/>
                            </a:schemeClr>
                          </a:solidFill>
                        </a:rPr>
                        <a:t>Mean solve time</a:t>
                      </a:r>
                      <a:endParaRPr lang="en-US" sz="1400" dirty="0">
                        <a:solidFill>
                          <a:schemeClr val="accent2">
                            <a:lumMod val="20000"/>
                            <a:lumOff val="80000"/>
                          </a:schemeClr>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accent2">
                              <a:lumMod val="20000"/>
                              <a:lumOff val="80000"/>
                            </a:schemeClr>
                          </a:solidFill>
                        </a:rPr>
                        <a:t>Total wallclock/season</a:t>
                      </a:r>
                      <a:endParaRPr lang="en-US" sz="1400" dirty="0">
                        <a:solidFill>
                          <a:schemeClr val="accent2">
                            <a:lumMod val="20000"/>
                            <a:lumOff val="80000"/>
                          </a:schemeClr>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58332472"/>
                  </a:ext>
                </a:extLst>
              </a:tr>
              <a:tr h="304800">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3791</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3.2s</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0.05-0.1h</a:t>
                      </a:r>
                    </a:p>
                  </a:txBody>
                  <a:tcPr anchor="ctr"/>
                </a:tc>
                <a:extLst>
                  <a:ext uri="{0D108BD9-81ED-4DB2-BD59-A6C34878D82A}">
                    <a16:rowId xmlns:a16="http://schemas.microsoft.com/office/drawing/2014/main" val="1344455685"/>
                  </a:ext>
                </a:extLst>
              </a:tr>
              <a:tr h="304800">
                <a:tc>
                  <a:txBody>
                    <a:bodyPr/>
                    <a:lstStyle/>
                    <a:p>
                      <a:pPr algn="ctr"/>
                      <a:r>
                        <a:rPr lang="en-US" sz="1200" dirty="0">
                          <a:solidFill>
                            <a:schemeClr val="bg2">
                              <a:lumMod val="65000"/>
                              <a:lumOff val="35000"/>
                            </a:schemeClr>
                          </a:solidFill>
                        </a:rPr>
                        <a:t>8</a:t>
                      </a:r>
                      <a:endParaRPr lang="en-US" sz="1200" dirty="0">
                        <a:solidFill>
                          <a:schemeClr val="bg2">
                            <a:lumMod val="65000"/>
                            <a:lumOff val="35000"/>
                          </a:schemeClr>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3810</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23.5s</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0.7-1.4h</a:t>
                      </a:r>
                    </a:p>
                  </a:txBody>
                  <a:tcPr anchor="ctr"/>
                </a:tc>
                <a:extLst>
                  <a:ext uri="{0D108BD9-81ED-4DB2-BD59-A6C34878D82A}">
                    <a16:rowId xmlns:a16="http://schemas.microsoft.com/office/drawing/2014/main" val="597487359"/>
                  </a:ext>
                </a:extLst>
              </a:tr>
              <a:tr h="304800">
                <a:tc>
                  <a:txBody>
                    <a:bodyPr/>
                    <a:lstStyle/>
                    <a:p>
                      <a:pPr algn="ctr"/>
                      <a:r>
                        <a:rPr lang="en-US" sz="1200" dirty="0">
                          <a:solidFill>
                            <a:schemeClr val="bg2">
                              <a:lumMod val="65000"/>
                              <a:lumOff val="35000"/>
                            </a:schemeClr>
                          </a:solidFill>
                        </a:rPr>
                        <a:t>14</a:t>
                      </a:r>
                      <a:endParaRPr lang="en-US" sz="1200" dirty="0">
                        <a:solidFill>
                          <a:schemeClr val="bg2">
                            <a:lumMod val="65000"/>
                            <a:lumOff val="35000"/>
                          </a:schemeClr>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3819</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105.0s</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1.0-7.6h</a:t>
                      </a:r>
                    </a:p>
                  </a:txBody>
                  <a:tcPr anchor="ctr"/>
                </a:tc>
                <a:extLst>
                  <a:ext uri="{0D108BD9-81ED-4DB2-BD59-A6C34878D82A}">
                    <a16:rowId xmlns:a16="http://schemas.microsoft.com/office/drawing/2014/main" val="3084833444"/>
                  </a:ext>
                </a:extLst>
              </a:tr>
            </a:tbl>
          </a:graphicData>
        </a:graphic>
      </p:graphicFrame>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D2089E65-5F4C-60AB-AF7E-DC76FD2AD026}"/>
                  </a:ext>
                </a:extLst>
              </p:cNvPr>
              <p:cNvGraphicFramePr>
                <a:graphicFrameLocks noGrp="1"/>
              </p:cNvGraphicFramePr>
              <p:nvPr>
                <p:extLst>
                  <p:ext uri="{D42A27DB-BD31-4B8C-83A1-F6EECF244321}">
                    <p14:modId xmlns:p14="http://schemas.microsoft.com/office/powerpoint/2010/main" val="3199409409"/>
                  </p:ext>
                </p:extLst>
              </p:nvPr>
            </p:nvGraphicFramePr>
            <p:xfrm>
              <a:off x="2853105" y="3440133"/>
              <a:ext cx="5632704" cy="1584960"/>
            </p:xfrm>
            <a:graphic>
              <a:graphicData uri="http://schemas.openxmlformats.org/drawingml/2006/table">
                <a:tbl>
                  <a:tblPr firstRow="1" bandRow="1">
                    <a:tableStyleId>{35758FB7-9AC5-4552-8A53-C91805E547FA}</a:tableStyleId>
                  </a:tblPr>
                  <a:tblGrid>
                    <a:gridCol w="1645920">
                      <a:extLst>
                        <a:ext uri="{9D8B030D-6E8A-4147-A177-3AD203B41FA5}">
                          <a16:colId xmlns:a16="http://schemas.microsoft.com/office/drawing/2014/main" val="1110697907"/>
                        </a:ext>
                      </a:extLst>
                    </a:gridCol>
                    <a:gridCol w="1243584">
                      <a:extLst>
                        <a:ext uri="{9D8B030D-6E8A-4147-A177-3AD203B41FA5}">
                          <a16:colId xmlns:a16="http://schemas.microsoft.com/office/drawing/2014/main" val="1561477532"/>
                        </a:ext>
                      </a:extLst>
                    </a:gridCol>
                    <a:gridCol w="1280160">
                      <a:extLst>
                        <a:ext uri="{9D8B030D-6E8A-4147-A177-3AD203B41FA5}">
                          <a16:colId xmlns:a16="http://schemas.microsoft.com/office/drawing/2014/main" val="1804607741"/>
                        </a:ext>
                      </a:extLst>
                    </a:gridCol>
                    <a:gridCol w="1463040">
                      <a:extLst>
                        <a:ext uri="{9D8B030D-6E8A-4147-A177-3AD203B41FA5}">
                          <a16:colId xmlns:a16="http://schemas.microsoft.com/office/drawing/2014/main" val="4272597574"/>
                        </a:ext>
                      </a:extLst>
                    </a:gridCol>
                  </a:tblGrid>
                  <a:tr h="365760">
                    <a:tc>
                      <a:txBody>
                        <a:bodyPr/>
                        <a:lstStyle/>
                        <a:p>
                          <a:pPr algn="ctr"/>
                          <a14:m>
                            <m:oMath xmlns:m="http://schemas.openxmlformats.org/officeDocument/2006/math">
                              <m:sSub>
                                <m:sSubPr>
                                  <m:ctrlPr>
                                    <a:rPr lang="en-US" sz="1400" b="1" i="1" smtClean="0">
                                      <a:solidFill>
                                        <a:schemeClr val="accent2">
                                          <a:lumMod val="20000"/>
                                          <a:lumOff val="80000"/>
                                        </a:schemeClr>
                                      </a:solidFill>
                                      <a:latin typeface="Cambria Math" panose="02040503050406030204" pitchFamily="18" charset="0"/>
                                      <a:cs typeface="Times New Roman" panose="02020603050405020304" pitchFamily="18" charset="0"/>
                                    </a:rPr>
                                  </m:ctrlPr>
                                </m:sSubPr>
                                <m:e>
                                  <m:r>
                                    <a:rPr lang="en-US" sz="1400" b="1" i="1" smtClean="0">
                                      <a:solidFill>
                                        <a:schemeClr val="accent2">
                                          <a:lumMod val="20000"/>
                                          <a:lumOff val="80000"/>
                                        </a:schemeClr>
                                      </a:solidFill>
                                      <a:latin typeface="Cambria Math" panose="02040503050406030204" pitchFamily="18" charset="0"/>
                                      <a:cs typeface="Times New Roman" panose="02020603050405020304" pitchFamily="18" charset="0"/>
                                    </a:rPr>
                                    <m:t>𝜶</m:t>
                                  </m:r>
                                </m:e>
                                <m:sub>
                                  <m:r>
                                    <a:rPr lang="en-US" sz="1400" b="1" i="1" smtClean="0">
                                      <a:solidFill>
                                        <a:schemeClr val="accent2">
                                          <a:lumMod val="20000"/>
                                          <a:lumOff val="80000"/>
                                        </a:schemeClr>
                                      </a:solidFill>
                                      <a:latin typeface="Cambria Math" panose="02040503050406030204" pitchFamily="18" charset="0"/>
                                      <a:cs typeface="Times New Roman" panose="02020603050405020304" pitchFamily="18" charset="0"/>
                                    </a:rPr>
                                    <m:t>𝟐</m:t>
                                  </m:r>
                                </m:sub>
                              </m:sSub>
                            </m:oMath>
                          </a14:m>
                          <a:r>
                            <a:rPr lang="en-US" sz="1400" dirty="0">
                              <a:solidFill>
                                <a:schemeClr val="accent2">
                                  <a:lumMod val="20000"/>
                                  <a:lumOff val="80000"/>
                                </a:schemeClr>
                              </a:solidFill>
                              <a:latin typeface="Times New Roman" panose="02020603050405020304" pitchFamily="18" charset="0"/>
                              <a:cs typeface="Times New Roman" panose="02020603050405020304" pitchFamily="18" charset="0"/>
                            </a:rPr>
                            <a:t>(price tier)</a:t>
                          </a:r>
                        </a:p>
                      </a:txBody>
                      <a:tcPr anchor="ctr"/>
                    </a:tc>
                    <a:tc>
                      <a:txBody>
                        <a:bodyPr/>
                        <a:lstStyle/>
                        <a:p>
                          <a:pPr algn="ctr"/>
                          <a:r>
                            <a:rPr lang="en-US" sz="1400" dirty="0">
                              <a:solidFill>
                                <a:schemeClr val="accent2">
                                  <a:lumMod val="20000"/>
                                  <a:lumOff val="80000"/>
                                </a:schemeClr>
                              </a:solidFill>
                            </a:rPr>
                            <a:t>Yield (kg/ha)</a:t>
                          </a:r>
                          <a:endParaRPr lang="en-US" sz="1400" dirty="0">
                            <a:solidFill>
                              <a:schemeClr val="accent2">
                                <a:lumMod val="20000"/>
                                <a:lumOff val="80000"/>
                              </a:schemeClr>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400" dirty="0">
                              <a:solidFill>
                                <a:schemeClr val="accent2">
                                  <a:lumMod val="20000"/>
                                  <a:lumOff val="80000"/>
                                </a:schemeClr>
                              </a:solidFill>
                            </a:rPr>
                            <a:t>Water (mm)</a:t>
                          </a:r>
                          <a:endParaRPr lang="en-US" sz="1400" dirty="0">
                            <a:solidFill>
                              <a:schemeClr val="accent2">
                                <a:lumMod val="20000"/>
                                <a:lumOff val="80000"/>
                              </a:schemeClr>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accent2">
                                  <a:lumMod val="20000"/>
                                  <a:lumOff val="80000"/>
                                </a:schemeClr>
                              </a:solidFill>
                            </a:rPr>
                            <a:t>Waterlog-days</a:t>
                          </a:r>
                          <a:endParaRPr lang="en-US" sz="1400" dirty="0">
                            <a:solidFill>
                              <a:schemeClr val="accent2">
                                <a:lumMod val="20000"/>
                                <a:lumOff val="80000"/>
                              </a:schemeClr>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58332472"/>
                      </a:ext>
                    </a:extLst>
                  </a:tr>
                  <a:tr h="304800">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0.0004 (subsidized)</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3836</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482</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76.0</a:t>
                          </a:r>
                        </a:p>
                      </a:txBody>
                      <a:tcPr anchor="ctr"/>
                    </a:tc>
                    <a:extLst>
                      <a:ext uri="{0D108BD9-81ED-4DB2-BD59-A6C34878D82A}">
                        <a16:rowId xmlns:a16="http://schemas.microsoft.com/office/drawing/2014/main" val="1344455685"/>
                      </a:ext>
                    </a:extLst>
                  </a:tr>
                  <a:tr h="304800">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0.016 (domestic base)</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4142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468</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1.8</a:t>
                          </a:r>
                        </a:p>
                      </a:txBody>
                      <a:tcPr anchor="ctr"/>
                    </a:tc>
                    <a:extLst>
                      <a:ext uri="{0D108BD9-81ED-4DB2-BD59-A6C34878D82A}">
                        <a16:rowId xmlns:a16="http://schemas.microsoft.com/office/drawing/2014/main" val="597487359"/>
                      </a:ext>
                    </a:extLst>
                  </a:tr>
                  <a:tr h="304800">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0.044 (domestic tier D)</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4131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466</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20.7</a:t>
                          </a:r>
                        </a:p>
                      </a:txBody>
                      <a:tcPr anchor="ctr"/>
                    </a:tc>
                    <a:extLst>
                      <a:ext uri="{0D108BD9-81ED-4DB2-BD59-A6C34878D82A}">
                        <a16:rowId xmlns:a16="http://schemas.microsoft.com/office/drawing/2014/main" val="2554328131"/>
                      </a:ext>
                    </a:extLst>
                  </a:tr>
                  <a:tr h="304800">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0.265 (industrial)</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1495</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6</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0.0</a:t>
                          </a:r>
                        </a:p>
                      </a:txBody>
                      <a:tcPr anchor="ctr"/>
                    </a:tc>
                    <a:extLst>
                      <a:ext uri="{0D108BD9-81ED-4DB2-BD59-A6C34878D82A}">
                        <a16:rowId xmlns:a16="http://schemas.microsoft.com/office/drawing/2014/main" val="3084833444"/>
                      </a:ext>
                    </a:extLst>
                  </a:tr>
                </a:tbl>
              </a:graphicData>
            </a:graphic>
          </p:graphicFrame>
        </mc:Choice>
        <mc:Fallback xmlns="">
          <p:graphicFrame>
            <p:nvGraphicFramePr>
              <p:cNvPr id="6" name="Table 5">
                <a:extLst>
                  <a:ext uri="{FF2B5EF4-FFF2-40B4-BE49-F238E27FC236}">
                    <a16:creationId xmlns:a16="http://schemas.microsoft.com/office/drawing/2014/main" id="{D2089E65-5F4C-60AB-AF7E-DC76FD2AD026}"/>
                  </a:ext>
                </a:extLst>
              </p:cNvPr>
              <p:cNvGraphicFramePr>
                <a:graphicFrameLocks noGrp="1"/>
              </p:cNvGraphicFramePr>
              <p:nvPr>
                <p:extLst>
                  <p:ext uri="{D42A27DB-BD31-4B8C-83A1-F6EECF244321}">
                    <p14:modId xmlns:p14="http://schemas.microsoft.com/office/powerpoint/2010/main" val="3199409409"/>
                  </p:ext>
                </p:extLst>
              </p:nvPr>
            </p:nvGraphicFramePr>
            <p:xfrm>
              <a:off x="2853105" y="3440133"/>
              <a:ext cx="5632704" cy="1584960"/>
            </p:xfrm>
            <a:graphic>
              <a:graphicData uri="http://schemas.openxmlformats.org/drawingml/2006/table">
                <a:tbl>
                  <a:tblPr firstRow="1" bandRow="1">
                    <a:tableStyleId>{35758FB7-9AC5-4552-8A53-C91805E547FA}</a:tableStyleId>
                  </a:tblPr>
                  <a:tblGrid>
                    <a:gridCol w="1645920">
                      <a:extLst>
                        <a:ext uri="{9D8B030D-6E8A-4147-A177-3AD203B41FA5}">
                          <a16:colId xmlns:a16="http://schemas.microsoft.com/office/drawing/2014/main" val="1110697907"/>
                        </a:ext>
                      </a:extLst>
                    </a:gridCol>
                    <a:gridCol w="1243584">
                      <a:extLst>
                        <a:ext uri="{9D8B030D-6E8A-4147-A177-3AD203B41FA5}">
                          <a16:colId xmlns:a16="http://schemas.microsoft.com/office/drawing/2014/main" val="1561477532"/>
                        </a:ext>
                      </a:extLst>
                    </a:gridCol>
                    <a:gridCol w="1280160">
                      <a:extLst>
                        <a:ext uri="{9D8B030D-6E8A-4147-A177-3AD203B41FA5}">
                          <a16:colId xmlns:a16="http://schemas.microsoft.com/office/drawing/2014/main" val="1804607741"/>
                        </a:ext>
                      </a:extLst>
                    </a:gridCol>
                    <a:gridCol w="1463040">
                      <a:extLst>
                        <a:ext uri="{9D8B030D-6E8A-4147-A177-3AD203B41FA5}">
                          <a16:colId xmlns:a16="http://schemas.microsoft.com/office/drawing/2014/main" val="4272597574"/>
                        </a:ext>
                      </a:extLst>
                    </a:gridCol>
                  </a:tblGrid>
                  <a:tr h="365760">
                    <a:tc>
                      <a:txBody>
                        <a:bodyPr/>
                        <a:lstStyle/>
                        <a:p>
                          <a:endParaRPr lang="en-US"/>
                        </a:p>
                      </a:txBody>
                      <a:tcPr anchor="ctr">
                        <a:blipFill>
                          <a:blip r:embed="rId3"/>
                          <a:stretch>
                            <a:fillRect l="-2963" t="-6667" r="-245926" b="-353333"/>
                          </a:stretch>
                        </a:blipFill>
                      </a:tcPr>
                    </a:tc>
                    <a:tc>
                      <a:txBody>
                        <a:bodyPr/>
                        <a:lstStyle/>
                        <a:p>
                          <a:pPr algn="ctr"/>
                          <a:r>
                            <a:rPr lang="en-US" sz="1400" dirty="0">
                              <a:solidFill>
                                <a:schemeClr val="accent2">
                                  <a:lumMod val="20000"/>
                                  <a:lumOff val="80000"/>
                                </a:schemeClr>
                              </a:solidFill>
                            </a:rPr>
                            <a:t>Yield (kg/ha)</a:t>
                          </a:r>
                          <a:endParaRPr lang="en-US" sz="1400" dirty="0">
                            <a:solidFill>
                              <a:schemeClr val="accent2">
                                <a:lumMod val="20000"/>
                                <a:lumOff val="80000"/>
                              </a:schemeClr>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400" dirty="0">
                              <a:solidFill>
                                <a:schemeClr val="accent2">
                                  <a:lumMod val="20000"/>
                                  <a:lumOff val="80000"/>
                                </a:schemeClr>
                              </a:solidFill>
                            </a:rPr>
                            <a:t>Water (mm)</a:t>
                          </a:r>
                          <a:endParaRPr lang="en-US" sz="1400" dirty="0">
                            <a:solidFill>
                              <a:schemeClr val="accent2">
                                <a:lumMod val="20000"/>
                                <a:lumOff val="80000"/>
                              </a:schemeClr>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accent2">
                                  <a:lumMod val="20000"/>
                                  <a:lumOff val="80000"/>
                                </a:schemeClr>
                              </a:solidFill>
                            </a:rPr>
                            <a:t>Waterlog-days</a:t>
                          </a:r>
                          <a:endParaRPr lang="en-US" sz="1400" dirty="0">
                            <a:solidFill>
                              <a:schemeClr val="accent2">
                                <a:lumMod val="20000"/>
                                <a:lumOff val="80000"/>
                              </a:schemeClr>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58332472"/>
                      </a:ext>
                    </a:extLst>
                  </a:tr>
                  <a:tr h="304800">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0.0004 (subsidized)</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3836</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482</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76.0</a:t>
                          </a:r>
                        </a:p>
                      </a:txBody>
                      <a:tcPr anchor="ctr"/>
                    </a:tc>
                    <a:extLst>
                      <a:ext uri="{0D108BD9-81ED-4DB2-BD59-A6C34878D82A}">
                        <a16:rowId xmlns:a16="http://schemas.microsoft.com/office/drawing/2014/main" val="1344455685"/>
                      </a:ext>
                    </a:extLst>
                  </a:tr>
                  <a:tr h="304800">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0.016 (domestic base)</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4142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468</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1.8</a:t>
                          </a:r>
                        </a:p>
                      </a:txBody>
                      <a:tcPr anchor="ctr"/>
                    </a:tc>
                    <a:extLst>
                      <a:ext uri="{0D108BD9-81ED-4DB2-BD59-A6C34878D82A}">
                        <a16:rowId xmlns:a16="http://schemas.microsoft.com/office/drawing/2014/main" val="597487359"/>
                      </a:ext>
                    </a:extLst>
                  </a:tr>
                  <a:tr h="304800">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0.044 (domestic tier D)</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4131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466</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20.7</a:t>
                          </a:r>
                        </a:p>
                      </a:txBody>
                      <a:tcPr anchor="ctr"/>
                    </a:tc>
                    <a:extLst>
                      <a:ext uri="{0D108BD9-81ED-4DB2-BD59-A6C34878D82A}">
                        <a16:rowId xmlns:a16="http://schemas.microsoft.com/office/drawing/2014/main" val="2554328131"/>
                      </a:ext>
                    </a:extLst>
                  </a:tr>
                  <a:tr h="304800">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0.265 (industrial)</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1495</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6</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0.0</a:t>
                          </a:r>
                        </a:p>
                      </a:txBody>
                      <a:tcPr anchor="ctr"/>
                    </a:tc>
                    <a:extLst>
                      <a:ext uri="{0D108BD9-81ED-4DB2-BD59-A6C34878D82A}">
                        <a16:rowId xmlns:a16="http://schemas.microsoft.com/office/drawing/2014/main" val="3084833444"/>
                      </a:ext>
                    </a:extLst>
                  </a:tr>
                </a:tbl>
              </a:graphicData>
            </a:graphic>
          </p:graphicFrame>
        </mc:Fallback>
      </mc:AlternateContent>
      <p:sp>
        <p:nvSpPr>
          <p:cNvPr id="8" name="TextBox 7">
            <a:extLst>
              <a:ext uri="{FF2B5EF4-FFF2-40B4-BE49-F238E27FC236}">
                <a16:creationId xmlns:a16="http://schemas.microsoft.com/office/drawing/2014/main" id="{C04FAC38-11E1-D884-AF59-7A02BADF386B}"/>
              </a:ext>
            </a:extLst>
          </p:cNvPr>
          <p:cNvSpPr txBox="1"/>
          <p:nvPr/>
        </p:nvSpPr>
        <p:spPr>
          <a:xfrm>
            <a:off x="333075" y="2404825"/>
            <a:ext cx="3993401" cy="400110"/>
          </a:xfrm>
          <a:prstGeom prst="rect">
            <a:avLst/>
          </a:prstGeom>
          <a:noFill/>
        </p:spPr>
        <p:txBody>
          <a:bodyPr wrap="none" rtlCol="0">
            <a:spAutoFit/>
          </a:bodyPr>
          <a:lstStyle/>
          <a:p>
            <a:r>
              <a:rPr lang="en-US" sz="2000" dirty="0">
                <a:solidFill>
                  <a:schemeClr val="accent2">
                    <a:lumMod val="20000"/>
                    <a:lumOff val="80000"/>
                  </a:schemeClr>
                </a:solidFill>
                <a:latin typeface="Times New Roman" panose="02020603050405020304" pitchFamily="18" charset="0"/>
                <a:cs typeface="Times New Roman" panose="02020603050405020304" pitchFamily="18" charset="0"/>
              </a:rPr>
              <a:t>Selection of cost function parameters</a:t>
            </a:r>
          </a:p>
        </p:txBody>
      </p:sp>
      <p:sp>
        <p:nvSpPr>
          <p:cNvPr id="12" name="TextBox 11">
            <a:extLst>
              <a:ext uri="{FF2B5EF4-FFF2-40B4-BE49-F238E27FC236}">
                <a16:creationId xmlns:a16="http://schemas.microsoft.com/office/drawing/2014/main" id="{17BE963B-648B-6A8D-7D45-76DC76D8A3D9}"/>
              </a:ext>
            </a:extLst>
          </p:cNvPr>
          <p:cNvSpPr txBox="1"/>
          <p:nvPr/>
        </p:nvSpPr>
        <p:spPr>
          <a:xfrm>
            <a:off x="365760" y="1103500"/>
            <a:ext cx="1491615" cy="1015663"/>
          </a:xfrm>
          <a:prstGeom prst="rect">
            <a:avLst/>
          </a:prstGeom>
          <a:noFill/>
        </p:spPr>
        <p:txBody>
          <a:bodyPr wrap="square" rtlCol="0">
            <a:spAutoFit/>
          </a:bodyPr>
          <a:lstStyle/>
          <a:p>
            <a:pPr algn="ctr"/>
            <a:r>
              <a:rPr lang="en-US" sz="2000" dirty="0">
                <a:solidFill>
                  <a:schemeClr val="accent2">
                    <a:lumMod val="20000"/>
                    <a:lumOff val="80000"/>
                  </a:schemeClr>
                </a:solidFill>
                <a:latin typeface="Times New Roman" panose="02020603050405020304" pitchFamily="18" charset="0"/>
                <a:cs typeface="Times New Roman" panose="02020603050405020304" pitchFamily="18" charset="0"/>
              </a:rPr>
              <a:t>Selection of Receding Horizon Hp</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7806202-DC84-AE23-AF19-E7F4D8C057A0}"/>
                  </a:ext>
                </a:extLst>
              </p:cNvPr>
              <p:cNvSpPr txBox="1"/>
              <p:nvPr/>
            </p:nvSpPr>
            <p:spPr>
              <a:xfrm>
                <a:off x="333075" y="2765614"/>
                <a:ext cx="8412480" cy="1384995"/>
              </a:xfrm>
              <a:prstGeom prst="rect">
                <a:avLst/>
              </a:prstGeom>
              <a:noFill/>
            </p:spPr>
            <p:txBody>
              <a:bodyPr wrap="square">
                <a:spAutoFit/>
              </a:bodyPr>
              <a:lstStyle/>
              <a:p>
                <a14:m>
                  <m:oMath xmlns:m="http://schemas.openxmlformats.org/officeDocument/2006/math">
                    <m:sSub>
                      <m:sSubPr>
                        <m:ctrlPr>
                          <a:rPr lang="en-US" sz="1400" b="0" i="1" u="none" strike="noStrike" cap="none" smtClean="0">
                            <a:solidFill>
                              <a:schemeClr val="accent2">
                                <a:lumMod val="20000"/>
                                <a:lumOff val="80000"/>
                              </a:schemeClr>
                            </a:solidFill>
                            <a:latin typeface="Cambria Math" panose="02040503050406030204" pitchFamily="18" charset="0"/>
                            <a:sym typeface="Arial"/>
                          </a:rPr>
                        </m:ctrlPr>
                      </m:sSubPr>
                      <m:e>
                        <m:r>
                          <m:rPr>
                            <m:sty m:val="p"/>
                          </m:rPr>
                          <a:rPr lang="en-US" sz="1400" b="0" i="0" u="none" strike="noStrike" cap="none" smtClean="0">
                            <a:solidFill>
                              <a:schemeClr val="accent2">
                                <a:lumMod val="20000"/>
                                <a:lumOff val="80000"/>
                              </a:schemeClr>
                            </a:solidFill>
                            <a:latin typeface="Cambria Math" panose="02040503050406030204" pitchFamily="18" charset="0"/>
                            <a:sym typeface="Arial"/>
                          </a:rPr>
                          <m:t>α</m:t>
                        </m:r>
                      </m:e>
                      <m:sub>
                        <m:r>
                          <a:rPr lang="en-US" sz="1400" b="0" i="0" u="none" strike="noStrike" cap="none" smtClean="0">
                            <a:solidFill>
                              <a:schemeClr val="accent2">
                                <a:lumMod val="20000"/>
                                <a:lumOff val="80000"/>
                              </a:schemeClr>
                            </a:solidFill>
                            <a:latin typeface="Cambria Math" panose="02040503050406030204" pitchFamily="18" charset="0"/>
                            <a:sym typeface="Arial"/>
                          </a:rPr>
                          <m:t>1</m:t>
                        </m:r>
                      </m:sub>
                    </m:sSub>
                    <m:r>
                      <a:rPr lang="en-US" sz="1400" b="0" i="0" u="none" strike="noStrike" cap="none" smtClean="0">
                        <a:solidFill>
                          <a:schemeClr val="accent2">
                            <a:lumMod val="20000"/>
                            <a:lumOff val="80000"/>
                          </a:schemeClr>
                        </a:solidFill>
                        <a:latin typeface="Cambria Math" panose="02040503050406030204" pitchFamily="18" charset="0"/>
                        <a:sym typeface="Arial"/>
                      </a:rPr>
                      <m:t>=1.0</m:t>
                    </m:r>
                  </m:oMath>
                </a14:m>
                <a:r>
                  <a:rPr lang="en-US" sz="1400" b="0" u="none" strike="noStrike" cap="none" dirty="0">
                    <a:solidFill>
                      <a:schemeClr val="accent2">
                        <a:lumMod val="20000"/>
                        <a:lumOff val="80000"/>
                      </a:schemeClr>
                    </a:solidFill>
                    <a:latin typeface="Times New Roman" panose="02020603050405020304" pitchFamily="18" charset="0"/>
                    <a:cs typeface="Times New Roman" panose="02020603050405020304" pitchFamily="18" charset="0"/>
                    <a:sym typeface="Arial"/>
                  </a:rPr>
                  <a:t> was chose as anchor. </a:t>
                </a:r>
                <a14:m>
                  <m:oMath xmlns:m="http://schemas.openxmlformats.org/officeDocument/2006/math">
                    <m:sSub>
                      <m:sSubPr>
                        <m:ctrlPr>
                          <a:rPr lang="en-US" i="1">
                            <a:solidFill>
                              <a:schemeClr val="accent2">
                                <a:lumMod val="20000"/>
                                <a:lumOff val="80000"/>
                              </a:schemeClr>
                            </a:solidFill>
                            <a:latin typeface="Cambria Math" panose="02040503050406030204" pitchFamily="18" charset="0"/>
                          </a:rPr>
                        </m:ctrlPr>
                      </m:sSubPr>
                      <m:e>
                        <m:r>
                          <m:rPr>
                            <m:sty m:val="p"/>
                          </m:rPr>
                          <a:rPr lang="en-US" i="0">
                            <a:solidFill>
                              <a:schemeClr val="accent2">
                                <a:lumMod val="20000"/>
                                <a:lumOff val="80000"/>
                              </a:schemeClr>
                            </a:solidFill>
                            <a:latin typeface="Cambria Math" panose="02040503050406030204" pitchFamily="18" charset="0"/>
                          </a:rPr>
                          <m:t>α</m:t>
                        </m:r>
                      </m:e>
                      <m:sub>
                        <m:r>
                          <a:rPr lang="en-US" i="0">
                            <a:solidFill>
                              <a:schemeClr val="accent2">
                                <a:lumMod val="20000"/>
                                <a:lumOff val="80000"/>
                              </a:schemeClr>
                            </a:solidFill>
                            <a:latin typeface="Cambria Math" panose="02040503050406030204" pitchFamily="18" charset="0"/>
                          </a:rPr>
                          <m:t>3</m:t>
                        </m:r>
                      </m:sub>
                    </m:sSub>
                    <m:r>
                      <a:rPr lang="en-US" b="0" i="0" smtClean="0">
                        <a:solidFill>
                          <a:schemeClr val="accent2">
                            <a:lumMod val="20000"/>
                            <a:lumOff val="80000"/>
                          </a:schemeClr>
                        </a:solidFill>
                        <a:latin typeface="Cambria Math" panose="02040503050406030204" pitchFamily="18" charset="0"/>
                      </a:rPr>
                      <m:t>=0.3</m:t>
                    </m:r>
                  </m:oMath>
                </a14:m>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i="1">
                            <a:solidFill>
                              <a:schemeClr val="accent2">
                                <a:lumMod val="20000"/>
                                <a:lumOff val="80000"/>
                              </a:schemeClr>
                            </a:solidFill>
                            <a:latin typeface="Cambria Math" panose="02040503050406030204" pitchFamily="18" charset="0"/>
                          </a:rPr>
                        </m:ctrlPr>
                      </m:sSubPr>
                      <m:e>
                        <m:r>
                          <m:rPr>
                            <m:sty m:val="p"/>
                          </m:rPr>
                          <a:rPr lang="en-US" i="0">
                            <a:solidFill>
                              <a:schemeClr val="accent2">
                                <a:lumMod val="20000"/>
                                <a:lumOff val="80000"/>
                              </a:schemeClr>
                            </a:solidFill>
                            <a:latin typeface="Cambria Math" panose="02040503050406030204" pitchFamily="18" charset="0"/>
                          </a:rPr>
                          <m:t>α</m:t>
                        </m:r>
                      </m:e>
                      <m:sub>
                        <m:r>
                          <a:rPr lang="en-US" i="0">
                            <a:solidFill>
                              <a:schemeClr val="accent2">
                                <a:lumMod val="20000"/>
                                <a:lumOff val="80000"/>
                              </a:schemeClr>
                            </a:solidFill>
                            <a:latin typeface="Cambria Math" panose="02040503050406030204" pitchFamily="18" charset="0"/>
                          </a:rPr>
                          <m:t>5</m:t>
                        </m:r>
                      </m:sub>
                    </m:sSub>
                    <m:r>
                      <a:rPr lang="en-US" b="0" i="0" smtClean="0">
                        <a:solidFill>
                          <a:schemeClr val="accent2">
                            <a:lumMod val="20000"/>
                            <a:lumOff val="80000"/>
                          </a:schemeClr>
                        </a:solidFill>
                        <a:latin typeface="Cambria Math" panose="02040503050406030204" pitchFamily="18" charset="0"/>
                      </a:rPr>
                      <m:t>=0.005</m:t>
                    </m:r>
                  </m:oMath>
                </a14:m>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 had negligible variations through the sweep. </a:t>
                </a:r>
                <a14:m>
                  <m:oMath xmlns:m="http://schemas.openxmlformats.org/officeDocument/2006/math">
                    <m:sSub>
                      <m:sSubPr>
                        <m:ctrlPr>
                          <a:rPr lang="en-US" i="1">
                            <a:solidFill>
                              <a:schemeClr val="accent2">
                                <a:lumMod val="20000"/>
                                <a:lumOff val="80000"/>
                              </a:schemeClr>
                            </a:solidFill>
                            <a:latin typeface="Cambria Math" panose="02040503050406030204" pitchFamily="18" charset="0"/>
                          </a:rPr>
                        </m:ctrlPr>
                      </m:sSubPr>
                      <m:e>
                        <m:r>
                          <m:rPr>
                            <m:sty m:val="p"/>
                          </m:rPr>
                          <a:rPr lang="en-US">
                            <a:solidFill>
                              <a:schemeClr val="accent2">
                                <a:lumMod val="20000"/>
                                <a:lumOff val="80000"/>
                              </a:schemeClr>
                            </a:solidFill>
                            <a:latin typeface="Cambria Math" panose="02040503050406030204" pitchFamily="18" charset="0"/>
                          </a:rPr>
                          <m:t>α</m:t>
                        </m:r>
                      </m:e>
                      <m:sub>
                        <m:r>
                          <a:rPr lang="en-US">
                            <a:solidFill>
                              <a:schemeClr val="accent2">
                                <a:lumMod val="20000"/>
                                <a:lumOff val="80000"/>
                              </a:schemeClr>
                            </a:solidFill>
                            <a:latin typeface="Cambria Math" panose="02040503050406030204" pitchFamily="18" charset="0"/>
                          </a:rPr>
                          <m:t>2</m:t>
                        </m:r>
                      </m:sub>
                    </m:sSub>
                    <m:r>
                      <a:rPr lang="en-US">
                        <a:solidFill>
                          <a:schemeClr val="accent2">
                            <a:lumMod val="20000"/>
                            <a:lumOff val="80000"/>
                          </a:schemeClr>
                        </a:solidFill>
                        <a:latin typeface="Cambria Math" panose="02040503050406030204" pitchFamily="18" charset="0"/>
                      </a:rPr>
                      <m:t>=0.016</m:t>
                    </m:r>
                  </m:oMath>
                </a14:m>
                <a:r>
                  <a:rPr lang="en-US" dirty="0">
                    <a:solidFill>
                      <a:schemeClr val="accent2">
                        <a:lumMod val="20000"/>
                        <a:lumOff val="80000"/>
                      </a:schemeClr>
                    </a:solidFill>
                    <a:latin typeface="Cambria Math" panose="02040503050406030204" pitchFamily="18" charset="0"/>
                  </a:rPr>
                  <a:t> and </a:t>
                </a:r>
                <a14:m>
                  <m:oMath xmlns:m="http://schemas.openxmlformats.org/officeDocument/2006/math">
                    <m:sSub>
                      <m:sSubPr>
                        <m:ctrlPr>
                          <a:rPr lang="en-US" i="1">
                            <a:solidFill>
                              <a:schemeClr val="accent2">
                                <a:lumMod val="20000"/>
                                <a:lumOff val="80000"/>
                              </a:schemeClr>
                            </a:solidFill>
                            <a:latin typeface="Cambria Math" panose="02040503050406030204" pitchFamily="18" charset="0"/>
                          </a:rPr>
                        </m:ctrlPr>
                      </m:sSubPr>
                      <m:e>
                        <m:r>
                          <m:rPr>
                            <m:sty m:val="p"/>
                          </m:rPr>
                          <a:rPr lang="en-US">
                            <a:solidFill>
                              <a:schemeClr val="accent2">
                                <a:lumMod val="20000"/>
                                <a:lumOff val="80000"/>
                              </a:schemeClr>
                            </a:solidFill>
                            <a:latin typeface="Cambria Math" panose="02040503050406030204" pitchFamily="18" charset="0"/>
                          </a:rPr>
                          <m:t>α</m:t>
                        </m:r>
                      </m:e>
                      <m:sub>
                        <m:r>
                          <a:rPr lang="en-US">
                            <a:solidFill>
                              <a:schemeClr val="accent2">
                                <a:lumMod val="20000"/>
                                <a:lumOff val="80000"/>
                              </a:schemeClr>
                            </a:solidFill>
                            <a:latin typeface="Cambria Math" panose="02040503050406030204" pitchFamily="18" charset="0"/>
                          </a:rPr>
                          <m:t>6</m:t>
                        </m:r>
                      </m:sub>
                    </m:sSub>
                    <m:r>
                      <a:rPr lang="en-US">
                        <a:solidFill>
                          <a:schemeClr val="accent2">
                            <a:lumMod val="20000"/>
                            <a:lumOff val="80000"/>
                          </a:schemeClr>
                        </a:solidFill>
                        <a:latin typeface="Cambria Math" panose="02040503050406030204" pitchFamily="18" charset="0"/>
                      </a:rPr>
                      <m:t>=8</m:t>
                    </m:r>
                  </m:oMath>
                </a14:m>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 were chosen based on better performance on:</a:t>
                </a:r>
              </a:p>
              <a:p>
                <a:endParaRPr lang="en-US" dirty="0">
                  <a:solidFill>
                    <a:schemeClr val="accent2">
                      <a:lumMod val="20000"/>
                      <a:lumOff val="80000"/>
                    </a:schemeClr>
                  </a:solidFill>
                  <a:latin typeface="Times New Roman" panose="02020603050405020304" pitchFamily="18" charset="0"/>
                  <a:cs typeface="Times New Roman" panose="02020603050405020304" pitchFamily="18" charset="0"/>
                </a:endParaRPr>
              </a:p>
              <a:p>
                <a:pPr marL="285750" indent="-285750">
                  <a:buClr>
                    <a:srgbClr val="F8F8F8"/>
                  </a:buClr>
                  <a:buFont typeface="Arial" panose="020B0604020202020204" pitchFamily="34" charset="0"/>
                  <a:buChar char="•"/>
                </a:pPr>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yield</a:t>
                </a:r>
              </a:p>
              <a:p>
                <a:pPr marL="285750" indent="-285750">
                  <a:buClr>
                    <a:srgbClr val="F8F8F8"/>
                  </a:buClr>
                  <a:buFont typeface="Arial" panose="020B0604020202020204" pitchFamily="34" charset="0"/>
                  <a:buChar char="•"/>
                </a:pPr>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total water amount used and </a:t>
                </a:r>
              </a:p>
              <a:p>
                <a:pPr marL="285750" indent="-285750">
                  <a:buClr>
                    <a:srgbClr val="F8F8F8"/>
                  </a:buClr>
                  <a:buFont typeface="Arial" panose="020B0604020202020204" pitchFamily="34" charset="0"/>
                  <a:buChar char="•"/>
                </a:pPr>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number of waterlog days.</a:t>
                </a:r>
              </a:p>
            </p:txBody>
          </p:sp>
        </mc:Choice>
        <mc:Fallback xmlns="">
          <p:sp>
            <p:nvSpPr>
              <p:cNvPr id="15" name="TextBox 14">
                <a:extLst>
                  <a:ext uri="{FF2B5EF4-FFF2-40B4-BE49-F238E27FC236}">
                    <a16:creationId xmlns:a16="http://schemas.microsoft.com/office/drawing/2014/main" id="{E7806202-DC84-AE23-AF19-E7F4D8C057A0}"/>
                  </a:ext>
                </a:extLst>
              </p:cNvPr>
              <p:cNvSpPr txBox="1">
                <a:spLocks noRot="1" noChangeAspect="1" noMove="1" noResize="1" noEditPoints="1" noAdjustHandles="1" noChangeArrowheads="1" noChangeShapeType="1" noTextEdit="1"/>
              </p:cNvSpPr>
              <p:nvPr/>
            </p:nvSpPr>
            <p:spPr>
              <a:xfrm>
                <a:off x="333075" y="2765614"/>
                <a:ext cx="8412480" cy="1384995"/>
              </a:xfrm>
              <a:prstGeom prst="rect">
                <a:avLst/>
              </a:prstGeom>
              <a:blipFill>
                <a:blip r:embed="rId4"/>
                <a:stretch>
                  <a:fillRect l="-217" t="-881" b="-3524"/>
                </a:stretch>
              </a:blipFill>
            </p:spPr>
            <p:txBody>
              <a:bodyPr/>
              <a:lstStyle/>
              <a:p>
                <a:r>
                  <a:rPr lang="en-US">
                    <a:noFill/>
                  </a:rPr>
                  <a:t> </a:t>
                </a:r>
              </a:p>
            </p:txBody>
          </p:sp>
        </mc:Fallback>
      </mc:AlternateContent>
      <p:sp>
        <p:nvSpPr>
          <p:cNvPr id="16" name="Flowchart: Alternate Process 15">
            <a:extLst>
              <a:ext uri="{FF2B5EF4-FFF2-40B4-BE49-F238E27FC236}">
                <a16:creationId xmlns:a16="http://schemas.microsoft.com/office/drawing/2014/main" id="{34CAE5B2-587F-7B0D-EA36-4D2A7DAEC715}"/>
              </a:ext>
            </a:extLst>
          </p:cNvPr>
          <p:cNvSpPr/>
          <p:nvPr/>
        </p:nvSpPr>
        <p:spPr>
          <a:xfrm>
            <a:off x="333075" y="1001732"/>
            <a:ext cx="1610025" cy="1194020"/>
          </a:xfrm>
          <a:prstGeom prst="flowChartAlternateProcess">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4134EC32-F6EB-A159-908B-C4F0ADD973F5}"/>
              </a:ext>
            </a:extLst>
          </p:cNvPr>
          <p:cNvCxnSpPr/>
          <p:nvPr/>
        </p:nvCxnSpPr>
        <p:spPr>
          <a:xfrm>
            <a:off x="349417" y="2344738"/>
            <a:ext cx="8445165"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5561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4" name="Google Shape;216;p10">
            <a:extLst>
              <a:ext uri="{FF2B5EF4-FFF2-40B4-BE49-F238E27FC236}">
                <a16:creationId xmlns:a16="http://schemas.microsoft.com/office/drawing/2014/main" id="{3B5AADBC-AAD5-7DD8-9E4F-BFEA3DF977D5}"/>
              </a:ext>
            </a:extLst>
          </p:cNvPr>
          <p:cNvSpPr txBox="1">
            <a:spLocks/>
          </p:cNvSpPr>
          <p:nvPr/>
        </p:nvSpPr>
        <p:spPr>
          <a:xfrm>
            <a:off x="402743" y="324208"/>
            <a:ext cx="6824663" cy="5270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chemeClr val="lt1"/>
              </a:buClr>
              <a:buSzPts val="2667"/>
            </a:pPr>
            <a:r>
              <a:rPr lang="en-US" sz="3000" dirty="0">
                <a:solidFill>
                  <a:srgbClr val="FFFFFF"/>
                </a:solidFill>
                <a:latin typeface="Times New Roman"/>
                <a:ea typeface="Times New Roman"/>
                <a:cs typeface="Times New Roman"/>
                <a:sym typeface="Times New Roman"/>
              </a:rPr>
              <a:t>RL Controller Problem Statement </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22044BE-444C-7271-5ECD-4E0CCFF3869E}"/>
                  </a:ext>
                </a:extLst>
              </p:cNvPr>
              <p:cNvSpPr txBox="1"/>
              <p:nvPr/>
            </p:nvSpPr>
            <p:spPr>
              <a:xfrm>
                <a:off x="294272" y="3218829"/>
                <a:ext cx="4129677" cy="1401346"/>
              </a:xfrm>
              <a:prstGeom prst="rect">
                <a:avLst/>
              </a:prstGeom>
              <a:noFill/>
            </p:spPr>
            <p:txBody>
              <a:bodyPr wrap="square">
                <a:spAutoFit/>
              </a:bodyPr>
              <a:lstStyle/>
              <a:p>
                <a:pPr lvl="0">
                  <a:buSzPts val="1400"/>
                </a:pPr>
                <a:r>
                  <a:rPr lang="en-US" sz="1400" b="0" u="none" strike="noStrike" cap="none" dirty="0">
                    <a:solidFill>
                      <a:schemeClr val="accent2">
                        <a:lumMod val="20000"/>
                        <a:lumOff val="80000"/>
                      </a:schemeClr>
                    </a:solidFill>
                    <a:latin typeface="Times New Roman" panose="02020603050405020304" pitchFamily="18" charset="0"/>
                    <a:cs typeface="Times New Roman" panose="02020603050405020304" pitchFamily="18" charset="0"/>
                    <a:sym typeface="Arial"/>
                  </a:rPr>
                  <a:t>SAC: </a:t>
                </a:r>
              </a:p>
              <a:p>
                <a:pPr lvl="0">
                  <a:buSzPts val="1400"/>
                </a:pPr>
                <a:endParaRPr lang="en-US" sz="500" b="0" u="none" strike="noStrike" cap="none" dirty="0">
                  <a:solidFill>
                    <a:schemeClr val="accent2">
                      <a:lumMod val="20000"/>
                      <a:lumOff val="80000"/>
                    </a:schemeClr>
                  </a:solidFill>
                  <a:ea typeface="Arial"/>
                  <a:cs typeface="Arial"/>
                  <a:sym typeface="Arial"/>
                </a:endParaRPr>
              </a:p>
              <a:p>
                <a:pPr lvl="0">
                  <a:buSzPts val="1400"/>
                </a:pPr>
                <a14:m>
                  <m:oMathPara xmlns:m="http://schemas.openxmlformats.org/officeDocument/2006/math">
                    <m:oMathParaPr>
                      <m:jc m:val="centerGroup"/>
                    </m:oMathParaPr>
                    <m:oMath xmlns:m="http://schemas.openxmlformats.org/officeDocument/2006/math">
                      <m:sSubSup>
                        <m:sSubSupPr>
                          <m:ctrlP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ctrlPr>
                        </m:sSubSupPr>
                        <m:e>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𝜋</m:t>
                          </m:r>
                        </m:e>
                        <m: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𝑆𝐴𝐶</m:t>
                          </m:r>
                        </m:sub>
                        <m:sup>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m:t>
                          </m:r>
                        </m:sup>
                      </m:sSubSup>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m:t>
                      </m:r>
                      <m:func>
                        <m:funcPr>
                          <m:ctrlP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ctrlPr>
                        </m:funcPr>
                        <m:fName>
                          <m:r>
                            <m:rPr>
                              <m:sty m:val="p"/>
                            </m:rPr>
                            <a:rPr lang="en-US" sz="1400" b="0" i="0" u="none" strike="noStrike" cap="none" smtClean="0">
                              <a:solidFill>
                                <a:schemeClr val="accent2">
                                  <a:lumMod val="20000"/>
                                  <a:lumOff val="80000"/>
                                </a:schemeClr>
                              </a:solidFill>
                              <a:latin typeface="Cambria Math" panose="02040503050406030204" pitchFamily="18" charset="0"/>
                              <a:ea typeface="Arial"/>
                              <a:cs typeface="Arial"/>
                              <a:sym typeface="Arial"/>
                            </a:rPr>
                            <m:t>arg</m:t>
                          </m:r>
                        </m:fName>
                        <m:e>
                          <m:func>
                            <m:funcPr>
                              <m:ctrlP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ctrlPr>
                            </m:funcPr>
                            <m:fName>
                              <m:limLow>
                                <m:limLowPr>
                                  <m:ctrlP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ctrlPr>
                                </m:limLowPr>
                                <m:e>
                                  <m:r>
                                    <m:rPr>
                                      <m:sty m:val="p"/>
                                    </m:rPr>
                                    <a:rPr lang="en-US" sz="1400" b="0" i="0" u="none" strike="noStrike" cap="none" smtClean="0">
                                      <a:solidFill>
                                        <a:schemeClr val="accent2">
                                          <a:lumMod val="20000"/>
                                          <a:lumOff val="80000"/>
                                        </a:schemeClr>
                                      </a:solidFill>
                                      <a:latin typeface="Cambria Math" panose="02040503050406030204" pitchFamily="18" charset="0"/>
                                      <a:ea typeface="Arial"/>
                                      <a:cs typeface="Arial"/>
                                      <a:sym typeface="Arial"/>
                                    </a:rPr>
                                    <m:t>max</m:t>
                                  </m:r>
                                </m:e>
                                <m:lim>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𝜋</m:t>
                                  </m:r>
                                </m:lim>
                              </m:limLow>
                            </m:fName>
                            <m:e>
                              <m:sSub>
                                <m:sSubPr>
                                  <m:ctrlPr>
                                    <a:rPr lang="en-US" i="1">
                                      <a:solidFill>
                                        <a:schemeClr val="accent2">
                                          <a:lumMod val="20000"/>
                                          <a:lumOff val="80000"/>
                                        </a:schemeClr>
                                      </a:solidFill>
                                      <a:latin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rPr>
                                    <m:t>𝔼</m:t>
                                  </m:r>
                                </m:e>
                                <m:sub>
                                  <m:r>
                                    <a:rPr lang="en-US" i="1">
                                      <a:solidFill>
                                        <a:schemeClr val="accent2">
                                          <a:lumMod val="20000"/>
                                          <a:lumOff val="80000"/>
                                        </a:schemeClr>
                                      </a:solidFill>
                                      <a:latin typeface="Cambria Math" panose="02040503050406030204" pitchFamily="18" charset="0"/>
                                    </a:rPr>
                                    <m:t>𝜋</m:t>
                                  </m:r>
                                </m:sub>
                              </m:sSub>
                              <m:d>
                                <m:dPr>
                                  <m:begChr m:val="["/>
                                  <m:endChr m:val="]"/>
                                  <m:ctrlPr>
                                    <a:rPr lang="en-US" i="1">
                                      <a:solidFill>
                                        <a:schemeClr val="accent2">
                                          <a:lumMod val="20000"/>
                                          <a:lumOff val="80000"/>
                                        </a:schemeClr>
                                      </a:solidFill>
                                      <a:latin typeface="Cambria Math" panose="02040503050406030204" pitchFamily="18" charset="0"/>
                                    </a:rPr>
                                  </m:ctrlPr>
                                </m:dPr>
                                <m:e>
                                  <m:nary>
                                    <m:naryPr>
                                      <m:chr m:val="∑"/>
                                      <m:ctrlPr>
                                        <a:rPr lang="en-US" i="1">
                                          <a:solidFill>
                                            <a:schemeClr val="accent2">
                                              <a:lumMod val="20000"/>
                                              <a:lumOff val="80000"/>
                                            </a:schemeClr>
                                          </a:solidFill>
                                          <a:latin typeface="Cambria Math" panose="02040503050406030204" pitchFamily="18" charset="0"/>
                                        </a:rPr>
                                      </m:ctrlPr>
                                    </m:naryPr>
                                    <m:sub>
                                      <m:r>
                                        <m:rPr>
                                          <m:brk m:alnAt="23"/>
                                        </m:rPr>
                                        <a:rPr lang="en-US" i="1">
                                          <a:solidFill>
                                            <a:schemeClr val="accent2">
                                              <a:lumMod val="20000"/>
                                              <a:lumOff val="80000"/>
                                            </a:schemeClr>
                                          </a:solidFill>
                                          <a:latin typeface="Cambria Math" panose="02040503050406030204" pitchFamily="18" charset="0"/>
                                        </a:rPr>
                                        <m:t>𝑘</m:t>
                                      </m:r>
                                      <m:r>
                                        <a:rPr lang="en-US" i="1">
                                          <a:solidFill>
                                            <a:schemeClr val="accent2">
                                              <a:lumMod val="20000"/>
                                              <a:lumOff val="80000"/>
                                            </a:schemeClr>
                                          </a:solidFill>
                                          <a:latin typeface="Cambria Math" panose="02040503050406030204" pitchFamily="18" charset="0"/>
                                        </a:rPr>
                                        <m:t>=0</m:t>
                                      </m:r>
                                    </m:sub>
                                    <m:sup>
                                      <m:r>
                                        <a:rPr lang="en-US" i="1">
                                          <a:solidFill>
                                            <a:schemeClr val="accent2">
                                              <a:lumMod val="20000"/>
                                              <a:lumOff val="80000"/>
                                            </a:schemeClr>
                                          </a:solidFill>
                                          <a:latin typeface="Cambria Math" panose="02040503050406030204" pitchFamily="18" charset="0"/>
                                        </a:rPr>
                                        <m:t>𝐾</m:t>
                                      </m:r>
                                      <m:r>
                                        <a:rPr lang="en-US" i="1">
                                          <a:solidFill>
                                            <a:schemeClr val="accent2">
                                              <a:lumMod val="20000"/>
                                              <a:lumOff val="80000"/>
                                            </a:schemeClr>
                                          </a:solidFill>
                                          <a:latin typeface="Cambria Math" panose="02040503050406030204" pitchFamily="18" charset="0"/>
                                        </a:rPr>
                                        <m:t>−1</m:t>
                                      </m:r>
                                    </m:sup>
                                    <m:e>
                                      <m:sSup>
                                        <m:sSupPr>
                                          <m:ctrlPr>
                                            <a:rPr lang="en-US" i="1">
                                              <a:solidFill>
                                                <a:schemeClr val="accent2">
                                                  <a:lumMod val="20000"/>
                                                  <a:lumOff val="80000"/>
                                                </a:schemeClr>
                                              </a:solidFill>
                                              <a:latin typeface="Cambria Math" panose="02040503050406030204" pitchFamily="18" charset="0"/>
                                            </a:rPr>
                                          </m:ctrlPr>
                                        </m:sSupPr>
                                        <m:e>
                                          <m:r>
                                            <a:rPr lang="en-US" i="1">
                                              <a:solidFill>
                                                <a:schemeClr val="accent2">
                                                  <a:lumMod val="20000"/>
                                                  <a:lumOff val="80000"/>
                                                </a:schemeClr>
                                              </a:solidFill>
                                              <a:latin typeface="Cambria Math" panose="02040503050406030204" pitchFamily="18" charset="0"/>
                                            </a:rPr>
                                            <m:t>𝛾</m:t>
                                          </m:r>
                                        </m:e>
                                        <m:sup>
                                          <m:r>
                                            <a:rPr lang="en-US" i="1">
                                              <a:solidFill>
                                                <a:schemeClr val="accent2">
                                                  <a:lumMod val="20000"/>
                                                  <a:lumOff val="80000"/>
                                                </a:schemeClr>
                                              </a:solidFill>
                                              <a:latin typeface="Cambria Math" panose="02040503050406030204" pitchFamily="18" charset="0"/>
                                            </a:rPr>
                                            <m:t>𝑘</m:t>
                                          </m:r>
                                        </m:sup>
                                      </m:sSup>
                                      <m:d>
                                        <m:dPr>
                                          <m:ctrlPr>
                                            <a:rPr lang="en-US" i="1">
                                              <a:solidFill>
                                                <a:schemeClr val="accent2">
                                                  <a:lumMod val="20000"/>
                                                  <a:lumOff val="80000"/>
                                                </a:schemeClr>
                                              </a:solidFill>
                                              <a:latin typeface="Cambria Math" panose="02040503050406030204" pitchFamily="18" charset="0"/>
                                            </a:rPr>
                                          </m:ctrlPr>
                                        </m:dPr>
                                        <m:e>
                                          <m:sSub>
                                            <m:sSubPr>
                                              <m:ctrlPr>
                                                <a:rPr lang="en-US" i="1">
                                                  <a:solidFill>
                                                    <a:schemeClr val="accent2">
                                                      <a:lumMod val="20000"/>
                                                      <a:lumOff val="80000"/>
                                                    </a:schemeClr>
                                                  </a:solidFill>
                                                  <a:latin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rPr>
                                                <m:t>𝑟</m:t>
                                              </m:r>
                                            </m:e>
                                            <m:sub>
                                              <m:r>
                                                <a:rPr lang="en-US" i="1">
                                                  <a:solidFill>
                                                    <a:schemeClr val="accent2">
                                                      <a:lumMod val="20000"/>
                                                      <a:lumOff val="80000"/>
                                                    </a:schemeClr>
                                                  </a:solidFill>
                                                  <a:latin typeface="Cambria Math" panose="02040503050406030204" pitchFamily="18" charset="0"/>
                                                </a:rPr>
                                                <m:t>𝑘</m:t>
                                              </m:r>
                                            </m:sub>
                                          </m:sSub>
                                          <m:r>
                                            <a:rPr lang="en-US" i="1">
                                              <a:solidFill>
                                                <a:schemeClr val="accent2">
                                                  <a:lumMod val="20000"/>
                                                  <a:lumOff val="80000"/>
                                                </a:schemeClr>
                                              </a:solidFill>
                                              <a:latin typeface="Cambria Math" panose="02040503050406030204" pitchFamily="18" charset="0"/>
                                            </a:rPr>
                                            <m:t>+</m:t>
                                          </m:r>
                                          <m:sSub>
                                            <m:sSubPr>
                                              <m:ctrlPr>
                                                <a:rPr lang="en-US" i="1">
                                                  <a:solidFill>
                                                    <a:schemeClr val="accent2">
                                                      <a:lumMod val="20000"/>
                                                      <a:lumOff val="80000"/>
                                                    </a:schemeClr>
                                                  </a:solidFill>
                                                  <a:latin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rPr>
                                                <m:t>𝛼</m:t>
                                              </m:r>
                                            </m:e>
                                            <m:sub>
                                              <m:r>
                                                <a:rPr lang="en-US" i="1">
                                                  <a:solidFill>
                                                    <a:schemeClr val="accent2">
                                                      <a:lumMod val="20000"/>
                                                      <a:lumOff val="80000"/>
                                                    </a:schemeClr>
                                                  </a:solidFill>
                                                  <a:latin typeface="Cambria Math" panose="02040503050406030204" pitchFamily="18" charset="0"/>
                                                </a:rPr>
                                                <m:t>𝑒𝑛𝑡</m:t>
                                              </m:r>
                                            </m:sub>
                                          </m:sSub>
                                          <m:r>
                                            <a:rPr lang="en-US" i="1">
                                              <a:solidFill>
                                                <a:schemeClr val="accent2">
                                                  <a:lumMod val="20000"/>
                                                  <a:lumOff val="80000"/>
                                                </a:schemeClr>
                                              </a:solidFill>
                                              <a:latin typeface="Cambria Math" panose="02040503050406030204" pitchFamily="18" charset="0"/>
                                            </a:rPr>
                                            <m:t>⋅</m:t>
                                          </m:r>
                                          <m:r>
                                            <a:rPr lang="en-US" i="1">
                                              <a:solidFill>
                                                <a:schemeClr val="accent2">
                                                  <a:lumMod val="20000"/>
                                                  <a:lumOff val="80000"/>
                                                </a:schemeClr>
                                              </a:solidFill>
                                              <a:latin typeface="Cambria Math" panose="02040503050406030204" pitchFamily="18" charset="0"/>
                                              <a:ea typeface="Cambria Math" panose="02040503050406030204" pitchFamily="18" charset="0"/>
                                            </a:rPr>
                                            <m:t>ℋ</m:t>
                                          </m:r>
                                          <m:d>
                                            <m:dPr>
                                              <m:begChr m:val="["/>
                                              <m:endChr m:val="]"/>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𝜋</m:t>
                                              </m:r>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ea typeface="Cambria Math" panose="02040503050406030204" pitchFamily="18" charset="0"/>
                                                        </a:rPr>
                                                        <m:t>𝑠</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sub>
                                                  </m:sSub>
                                                </m:e>
                                              </m:d>
                                            </m:e>
                                          </m:d>
                                        </m:e>
                                      </m:d>
                                    </m:e>
                                  </m:nary>
                                </m:e>
                              </m:d>
                            </m:e>
                          </m:func>
                        </m:e>
                      </m:func>
                    </m:oMath>
                  </m:oMathPara>
                </a14:m>
                <a:endParaRPr lang="en-US" i="1" dirty="0">
                  <a:solidFill>
                    <a:schemeClr val="accent2">
                      <a:lumMod val="20000"/>
                      <a:lumOff val="80000"/>
                    </a:schemeClr>
                  </a:solidFill>
                  <a:latin typeface="Cambria Math" panose="02040503050406030204" pitchFamily="18" charset="0"/>
                  <a:ea typeface="Cambria Math" panose="02040503050406030204" pitchFamily="18" charset="0"/>
                </a:endParaRPr>
              </a:p>
              <a:p>
                <a:pPr lvl="0">
                  <a:buSzPts val="1400"/>
                </a:pPr>
                <a14:m>
                  <m:oMathPara xmlns:m="http://schemas.openxmlformats.org/officeDocument/2006/math">
                    <m:oMathParaPr>
                      <m:jc m:val="centerGroup"/>
                    </m:oMathParaPr>
                    <m:oMath xmlns:m="http://schemas.openxmlformats.org/officeDocument/2006/math">
                      <m:r>
                        <a:rPr lang="en-US" i="1">
                          <a:solidFill>
                            <a:schemeClr val="accent2">
                              <a:lumMod val="20000"/>
                              <a:lumOff val="80000"/>
                            </a:schemeClr>
                          </a:solidFill>
                          <a:latin typeface="Cambria Math" panose="02040503050406030204" pitchFamily="18" charset="0"/>
                          <a:ea typeface="Cambria Math" panose="02040503050406030204" pitchFamily="18" charset="0"/>
                        </a:rPr>
                        <m:t>𝜋</m:t>
                      </m:r>
                      <m:d>
                        <m:d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ea typeface="Cambria Math" panose="02040503050406030204" pitchFamily="18" charset="0"/>
                                </a:rPr>
                                <m:t>𝑠</m:t>
                              </m:r>
                            </m:e>
                            <m:sub>
                              <m:r>
                                <a:rPr lang="en-US" i="1">
                                  <a:solidFill>
                                    <a:schemeClr val="accent2">
                                      <a:lumMod val="20000"/>
                                      <a:lumOff val="80000"/>
                                    </a:schemeClr>
                                  </a:solidFill>
                                  <a:latin typeface="Cambria Math" panose="02040503050406030204" pitchFamily="18" charset="0"/>
                                  <a:ea typeface="Cambria Math" panose="02040503050406030204" pitchFamily="18" charset="0"/>
                                </a:rPr>
                                <m:t>𝑘</m:t>
                              </m:r>
                            </m:sub>
                          </m:sSub>
                        </m:e>
                      </m:d>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m:t>
                      </m:r>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𝒩</m:t>
                      </m:r>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𝜇</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𝑛</m:t>
                              </m:r>
                            </m:sub>
                          </m:s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 </m:t>
                          </m:r>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𝜎</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𝑛</m:t>
                              </m:r>
                            </m:sub>
                          </m:sSub>
                        </m:e>
                      </m:d>
                      <m:groupChr>
                        <m:groupChrPr>
                          <m:chr m:val="→"/>
                          <m:vertJc m:val="bot"/>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groupChrPr>
                        <m:e>
                          <m:r>
                            <m:rPr>
                              <m:nor/>
                            </m:rP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tanh</m:t>
                          </m:r>
                        </m:e>
                      </m:groupChr>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𝑢</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𝑛</m:t>
                          </m:r>
                        </m:sub>
                      </m:s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  </m:t>
                      </m:r>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𝑛</m:t>
                      </m:r>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=1,…,130</m:t>
                      </m:r>
                    </m:oMath>
                  </m:oMathPara>
                </a14:m>
                <a:endParaRPr lang="en-US" b="0" i="1" dirty="0">
                  <a:solidFill>
                    <a:schemeClr val="accent2">
                      <a:lumMod val="20000"/>
                      <a:lumOff val="80000"/>
                    </a:schemeClr>
                  </a:solidFill>
                  <a:latin typeface="Cambria Math" panose="02040503050406030204" pitchFamily="18" charset="0"/>
                  <a:ea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F22044BE-444C-7271-5ECD-4E0CCFF3869E}"/>
                  </a:ext>
                </a:extLst>
              </p:cNvPr>
              <p:cNvSpPr txBox="1">
                <a:spLocks noRot="1" noChangeAspect="1" noMove="1" noResize="1" noEditPoints="1" noAdjustHandles="1" noChangeArrowheads="1" noChangeShapeType="1" noTextEdit="1"/>
              </p:cNvSpPr>
              <p:nvPr/>
            </p:nvSpPr>
            <p:spPr>
              <a:xfrm>
                <a:off x="294272" y="3218829"/>
                <a:ext cx="4129677" cy="1401346"/>
              </a:xfrm>
              <a:prstGeom prst="rect">
                <a:avLst/>
              </a:prstGeom>
              <a:blipFill>
                <a:blip r:embed="rId3"/>
                <a:stretch>
                  <a:fillRect l="-442" t="-870" b="-1304"/>
                </a:stretch>
              </a:blipFill>
            </p:spPr>
            <p:txBody>
              <a:bodyPr/>
              <a:lstStyle/>
              <a:p>
                <a:r>
                  <a:rPr lang="en-US">
                    <a:noFill/>
                  </a:rPr>
                  <a:t> </a:t>
                </a:r>
              </a:p>
            </p:txBody>
          </p:sp>
        </mc:Fallback>
      </mc:AlternateContent>
      <p:sp>
        <p:nvSpPr>
          <p:cNvPr id="16" name="Google Shape;178;p3">
            <a:extLst>
              <a:ext uri="{FF2B5EF4-FFF2-40B4-BE49-F238E27FC236}">
                <a16:creationId xmlns:a16="http://schemas.microsoft.com/office/drawing/2014/main" id="{E7D81F93-C64B-AAB0-29A8-F1B1870DE937}"/>
              </a:ext>
            </a:extLst>
          </p:cNvPr>
          <p:cNvSpPr txBox="1"/>
          <p:nvPr/>
        </p:nvSpPr>
        <p:spPr>
          <a:xfrm>
            <a:off x="8485809" y="4800600"/>
            <a:ext cx="391491"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dirty="0">
                <a:solidFill>
                  <a:schemeClr val="lt2"/>
                </a:solidFill>
              </a:rPr>
              <a:t>11</a:t>
            </a:r>
            <a:endParaRPr sz="1400" b="0" i="0" u="none" strike="noStrike" cap="none" dirty="0">
              <a:solidFill>
                <a:srgbClr val="000000"/>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6B66BB0-FFDD-53AD-CB23-98339EE7B259}"/>
                  </a:ext>
                </a:extLst>
              </p:cNvPr>
              <p:cNvSpPr txBox="1"/>
              <p:nvPr/>
            </p:nvSpPr>
            <p:spPr>
              <a:xfrm>
                <a:off x="294272" y="864210"/>
                <a:ext cx="8457661" cy="2137060"/>
              </a:xfrm>
              <a:prstGeom prst="rect">
                <a:avLst/>
              </a:prstGeom>
              <a:noFill/>
            </p:spPr>
            <p:txBody>
              <a:bodyPr wrap="square">
                <a:spAutoFit/>
              </a:bodyPr>
              <a:lstStyle/>
              <a:p>
                <a:pPr lvl="0">
                  <a:buSzPts val="1400"/>
                </a:pPr>
                <a:r>
                  <a:rPr lang="en-US" sz="1400" b="0" i="0" u="none" strike="noStrike" cap="none" dirty="0">
                    <a:solidFill>
                      <a:schemeClr val="accent2">
                        <a:lumMod val="20000"/>
                        <a:lumOff val="80000"/>
                      </a:schemeClr>
                    </a:solidFill>
                    <a:latin typeface="Cambria Math" panose="02040503050406030204" pitchFamily="18" charset="0"/>
                    <a:ea typeface="Arial"/>
                    <a:cs typeface="Arial"/>
                    <a:sym typeface="Arial"/>
                  </a:rPr>
                  <a:t>OBJECTIVE:</a:t>
                </a:r>
              </a:p>
              <a:p>
                <a:pPr lvl="0">
                  <a:buSzPts val="1400"/>
                </a:pPr>
                <a:endParaRPr lang="en-US" sz="500" b="0" i="0" u="none" strike="noStrike" cap="none" dirty="0">
                  <a:solidFill>
                    <a:schemeClr val="accent2">
                      <a:lumMod val="20000"/>
                      <a:lumOff val="80000"/>
                    </a:schemeClr>
                  </a:solidFill>
                  <a:latin typeface="Cambria Math" panose="02040503050406030204" pitchFamily="18" charset="0"/>
                  <a:ea typeface="Arial"/>
                  <a:cs typeface="Arial"/>
                  <a:sym typeface="Arial"/>
                </a:endParaRPr>
              </a:p>
              <a:p>
                <a:pPr>
                  <a:buSzPts val="1400"/>
                </a:pPr>
                <a:r>
                  <a:rPr lang="en-US" sz="1400" b="0" i="0" u="none" strike="noStrike" cap="none" dirty="0">
                    <a:solidFill>
                      <a:schemeClr val="accent2">
                        <a:lumMod val="20000"/>
                        <a:lumOff val="80000"/>
                      </a:schemeClr>
                    </a:solidFill>
                    <a:latin typeface="Cambria Math" panose="02040503050406030204" pitchFamily="18" charset="0"/>
                    <a:ea typeface="Arial"/>
                    <a:cs typeface="Arial"/>
                    <a:sym typeface="Arial"/>
                  </a:rPr>
                  <a:t>Given the current state </a:t>
                </a:r>
                <a14:m>
                  <m:oMath xmlns:m="http://schemas.openxmlformats.org/officeDocument/2006/math">
                    <m:sSub>
                      <m:sSubPr>
                        <m:ctrlP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ctrlPr>
                      </m:sSubPr>
                      <m:e>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𝑠</m:t>
                        </m:r>
                      </m:e>
                      <m:sub>
                        <m:r>
                          <a:rPr lang="en-US" sz="1400" b="0" i="1" u="none" strike="noStrike" cap="none" smtClean="0">
                            <a:solidFill>
                              <a:schemeClr val="accent2">
                                <a:lumMod val="20000"/>
                                <a:lumOff val="80000"/>
                              </a:schemeClr>
                            </a:solidFill>
                            <a:latin typeface="Cambria Math" panose="02040503050406030204" pitchFamily="18" charset="0"/>
                            <a:ea typeface="Arial"/>
                            <a:cs typeface="Arial"/>
                            <a:sym typeface="Arial"/>
                          </a:rPr>
                          <m:t>𝑘</m:t>
                        </m:r>
                      </m:sub>
                    </m:sSub>
                  </m:oMath>
                </a14:m>
                <a:r>
                  <a:rPr lang="en-US" sz="1400" b="0" i="0" u="none" strike="noStrike" cap="none" dirty="0">
                    <a:solidFill>
                      <a:schemeClr val="accent2">
                        <a:lumMod val="20000"/>
                        <a:lumOff val="80000"/>
                      </a:schemeClr>
                    </a:solidFill>
                    <a:latin typeface="Cambria Math" panose="02040503050406030204" pitchFamily="18" charset="0"/>
                    <a:ea typeface="Arial"/>
                    <a:cs typeface="Arial"/>
                    <a:sym typeface="Arial"/>
                  </a:rPr>
                  <a:t>, find a policy </a:t>
                </a:r>
                <a14:m>
                  <m:oMath xmlns:m="http://schemas.openxmlformats.org/officeDocument/2006/math">
                    <m:sSup>
                      <m:sSupPr>
                        <m:ctrlPr>
                          <a:rPr lang="en-US" b="0" i="1" smtClean="0">
                            <a:solidFill>
                              <a:schemeClr val="accent2">
                                <a:lumMod val="20000"/>
                                <a:lumOff val="80000"/>
                              </a:schemeClr>
                            </a:solidFill>
                            <a:latin typeface="Cambria Math" panose="02040503050406030204" pitchFamily="18" charset="0"/>
                          </a:rPr>
                        </m:ctrlPr>
                      </m:sSupPr>
                      <m:e>
                        <m:r>
                          <a:rPr lang="en-US" i="1">
                            <a:solidFill>
                              <a:schemeClr val="accent2">
                                <a:lumMod val="20000"/>
                                <a:lumOff val="80000"/>
                              </a:schemeClr>
                            </a:solidFill>
                            <a:latin typeface="Cambria Math" panose="02040503050406030204" pitchFamily="18" charset="0"/>
                          </a:rPr>
                          <m:t>𝜋</m:t>
                        </m:r>
                      </m:e>
                      <m:sup>
                        <m:r>
                          <a:rPr lang="en-US" b="0" i="1" smtClean="0">
                            <a:solidFill>
                              <a:schemeClr val="accent2">
                                <a:lumMod val="20000"/>
                                <a:lumOff val="80000"/>
                              </a:schemeClr>
                            </a:solidFill>
                            <a:latin typeface="Cambria Math" panose="02040503050406030204" pitchFamily="18" charset="0"/>
                          </a:rPr>
                          <m:t>∗</m:t>
                        </m:r>
                      </m:sup>
                    </m:sSup>
                  </m:oMath>
                </a14:m>
                <a:r>
                  <a:rPr lang="en-US" sz="1400" b="0" i="0" u="none" strike="noStrike" cap="none" dirty="0">
                    <a:solidFill>
                      <a:schemeClr val="accent2">
                        <a:lumMod val="20000"/>
                        <a:lumOff val="80000"/>
                      </a:schemeClr>
                    </a:solidFill>
                    <a:latin typeface="Cambria Math" panose="02040503050406030204" pitchFamily="18" charset="0"/>
                    <a:ea typeface="Arial"/>
                    <a:cs typeface="Arial"/>
                    <a:sym typeface="Arial"/>
                  </a:rPr>
                  <a:t> that maximized the expected discounted return:</a:t>
                </a:r>
              </a:p>
              <a:p>
                <a:pPr lvl="0">
                  <a:buSzPts val="1400"/>
                </a:pPr>
                <a:endParaRPr lang="en-US" sz="500" b="0" i="0" u="none" strike="noStrike" cap="none" dirty="0">
                  <a:solidFill>
                    <a:schemeClr val="accent2">
                      <a:lumMod val="20000"/>
                      <a:lumOff val="80000"/>
                    </a:schemeClr>
                  </a:solidFill>
                  <a:latin typeface="Cambria Math" panose="02040503050406030204" pitchFamily="18" charset="0"/>
                  <a:ea typeface="Arial"/>
                  <a:cs typeface="Arial"/>
                  <a:sym typeface="Arial"/>
                </a:endParaRPr>
              </a:p>
              <a:p>
                <a:pPr lvl="0">
                  <a:buSzPts val="1400"/>
                </a:pPr>
                <a14:m>
                  <m:oMathPara xmlns:m="http://schemas.openxmlformats.org/officeDocument/2006/math">
                    <m:oMathParaPr>
                      <m:jc m:val="centerGroup"/>
                    </m:oMathParaPr>
                    <m:oMath xmlns:m="http://schemas.openxmlformats.org/officeDocument/2006/math">
                      <m:sSup>
                        <m:sSupPr>
                          <m:ctrlPr>
                            <a:rPr lang="en-US" b="0" i="1" smtClean="0">
                              <a:solidFill>
                                <a:schemeClr val="accent2">
                                  <a:lumMod val="20000"/>
                                  <a:lumOff val="80000"/>
                                </a:schemeClr>
                              </a:solidFill>
                              <a:latin typeface="Cambria Math" panose="02040503050406030204" pitchFamily="18" charset="0"/>
                            </a:rPr>
                          </m:ctrlPr>
                        </m:sSupPr>
                        <m:e>
                          <m:r>
                            <a:rPr lang="en-US" b="0" i="1" smtClean="0">
                              <a:solidFill>
                                <a:schemeClr val="accent2">
                                  <a:lumMod val="20000"/>
                                  <a:lumOff val="80000"/>
                                </a:schemeClr>
                              </a:solidFill>
                              <a:latin typeface="Cambria Math" panose="02040503050406030204" pitchFamily="18" charset="0"/>
                            </a:rPr>
                            <m:t>𝜋</m:t>
                          </m:r>
                        </m:e>
                        <m:sup>
                          <m:r>
                            <a:rPr lang="en-US" b="0" i="1" smtClean="0">
                              <a:solidFill>
                                <a:schemeClr val="accent2">
                                  <a:lumMod val="20000"/>
                                  <a:lumOff val="80000"/>
                                </a:schemeClr>
                              </a:solidFill>
                              <a:latin typeface="Cambria Math" panose="02040503050406030204" pitchFamily="18" charset="0"/>
                            </a:rPr>
                            <m:t>∗</m:t>
                          </m:r>
                        </m:sup>
                      </m:sSup>
                      <m:r>
                        <a:rPr lang="en-US" b="0" i="1" smtClean="0">
                          <a:solidFill>
                            <a:schemeClr val="accent2">
                              <a:lumMod val="20000"/>
                              <a:lumOff val="80000"/>
                            </a:schemeClr>
                          </a:solidFill>
                          <a:latin typeface="Cambria Math" panose="02040503050406030204" pitchFamily="18" charset="0"/>
                        </a:rPr>
                        <m:t>=</m:t>
                      </m:r>
                      <m:func>
                        <m:funcPr>
                          <m:ctrlPr>
                            <a:rPr lang="en-US" b="0" i="1" smtClean="0">
                              <a:solidFill>
                                <a:schemeClr val="accent2">
                                  <a:lumMod val="20000"/>
                                  <a:lumOff val="80000"/>
                                </a:schemeClr>
                              </a:solidFill>
                              <a:latin typeface="Cambria Math" panose="02040503050406030204" pitchFamily="18" charset="0"/>
                            </a:rPr>
                          </m:ctrlPr>
                        </m:funcPr>
                        <m:fName>
                          <m:r>
                            <m:rPr>
                              <m:sty m:val="p"/>
                            </m:rPr>
                            <a:rPr lang="en-US" b="0" i="0" smtClean="0">
                              <a:solidFill>
                                <a:schemeClr val="accent2">
                                  <a:lumMod val="20000"/>
                                  <a:lumOff val="80000"/>
                                </a:schemeClr>
                              </a:solidFill>
                              <a:latin typeface="Cambria Math" panose="02040503050406030204" pitchFamily="18" charset="0"/>
                            </a:rPr>
                            <m:t>arg</m:t>
                          </m:r>
                        </m:fName>
                        <m:e>
                          <m:func>
                            <m:funcPr>
                              <m:ctrlPr>
                                <a:rPr lang="en-US" b="0" i="1" smtClean="0">
                                  <a:solidFill>
                                    <a:schemeClr val="accent2">
                                      <a:lumMod val="20000"/>
                                      <a:lumOff val="80000"/>
                                    </a:schemeClr>
                                  </a:solidFill>
                                  <a:latin typeface="Cambria Math" panose="02040503050406030204" pitchFamily="18" charset="0"/>
                                </a:rPr>
                              </m:ctrlPr>
                            </m:funcPr>
                            <m:fName>
                              <m:limLow>
                                <m:limLowPr>
                                  <m:ctrlPr>
                                    <a:rPr lang="en-US" b="0" i="1" smtClean="0">
                                      <a:solidFill>
                                        <a:schemeClr val="accent2">
                                          <a:lumMod val="20000"/>
                                          <a:lumOff val="80000"/>
                                        </a:schemeClr>
                                      </a:solidFill>
                                      <a:latin typeface="Cambria Math" panose="02040503050406030204" pitchFamily="18" charset="0"/>
                                    </a:rPr>
                                  </m:ctrlPr>
                                </m:limLowPr>
                                <m:e>
                                  <m:r>
                                    <m:rPr>
                                      <m:sty m:val="p"/>
                                    </m:rPr>
                                    <a:rPr lang="en-US" b="0" i="0" smtClean="0">
                                      <a:solidFill>
                                        <a:schemeClr val="accent2">
                                          <a:lumMod val="20000"/>
                                          <a:lumOff val="80000"/>
                                        </a:schemeClr>
                                      </a:solidFill>
                                      <a:latin typeface="Cambria Math" panose="02040503050406030204" pitchFamily="18" charset="0"/>
                                    </a:rPr>
                                    <m:t>max</m:t>
                                  </m:r>
                                </m:e>
                                <m:lim>
                                  <m:r>
                                    <a:rPr lang="en-US" b="0" i="1" smtClean="0">
                                      <a:solidFill>
                                        <a:schemeClr val="accent2">
                                          <a:lumMod val="20000"/>
                                          <a:lumOff val="80000"/>
                                        </a:schemeClr>
                                      </a:solidFill>
                                      <a:latin typeface="Cambria Math" panose="02040503050406030204" pitchFamily="18" charset="0"/>
                                    </a:rPr>
                                    <m:t>𝜋</m:t>
                                  </m:r>
                                </m:lim>
                              </m:limLow>
                            </m:fName>
                            <m:e>
                              <m:sSub>
                                <m:sSubPr>
                                  <m:ctrlPr>
                                    <a:rPr lang="en-US" b="0" i="1" smtClean="0">
                                      <a:solidFill>
                                        <a:schemeClr val="accent2">
                                          <a:lumMod val="20000"/>
                                          <a:lumOff val="80000"/>
                                        </a:schemeClr>
                                      </a:solidFill>
                                      <a:latin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rPr>
                                    <m:t>𝔼</m:t>
                                  </m:r>
                                </m:e>
                                <m:sub>
                                  <m:r>
                                    <a:rPr lang="en-US" b="0" i="1" smtClean="0">
                                      <a:solidFill>
                                        <a:schemeClr val="accent2">
                                          <a:lumMod val="20000"/>
                                          <a:lumOff val="80000"/>
                                        </a:schemeClr>
                                      </a:solidFill>
                                      <a:latin typeface="Cambria Math" panose="02040503050406030204" pitchFamily="18" charset="0"/>
                                    </a:rPr>
                                    <m:t>𝜋</m:t>
                                  </m:r>
                                </m:sub>
                              </m:sSub>
                              <m:d>
                                <m:dPr>
                                  <m:begChr m:val="["/>
                                  <m:endChr m:val="]"/>
                                  <m:ctrlPr>
                                    <a:rPr lang="en-US" b="0" i="1" smtClean="0">
                                      <a:solidFill>
                                        <a:schemeClr val="accent2">
                                          <a:lumMod val="20000"/>
                                          <a:lumOff val="80000"/>
                                        </a:schemeClr>
                                      </a:solidFill>
                                      <a:latin typeface="Cambria Math" panose="02040503050406030204" pitchFamily="18" charset="0"/>
                                    </a:rPr>
                                  </m:ctrlPr>
                                </m:dPr>
                                <m:e>
                                  <m:nary>
                                    <m:naryPr>
                                      <m:chr m:val="∑"/>
                                      <m:ctrlPr>
                                        <a:rPr lang="en-US" b="0" i="1" smtClean="0">
                                          <a:solidFill>
                                            <a:schemeClr val="accent2">
                                              <a:lumMod val="20000"/>
                                              <a:lumOff val="80000"/>
                                            </a:schemeClr>
                                          </a:solidFill>
                                          <a:latin typeface="Cambria Math" panose="02040503050406030204" pitchFamily="18" charset="0"/>
                                        </a:rPr>
                                      </m:ctrlPr>
                                    </m:naryPr>
                                    <m:sub>
                                      <m:r>
                                        <m:rPr>
                                          <m:brk m:alnAt="23"/>
                                        </m:rPr>
                                        <a:rPr lang="en-US" b="0" i="1" smtClean="0">
                                          <a:solidFill>
                                            <a:schemeClr val="accent2">
                                              <a:lumMod val="20000"/>
                                              <a:lumOff val="80000"/>
                                            </a:schemeClr>
                                          </a:solidFill>
                                          <a:latin typeface="Cambria Math" panose="02040503050406030204" pitchFamily="18" charset="0"/>
                                        </a:rPr>
                                        <m:t>𝑘</m:t>
                                      </m:r>
                                      <m:r>
                                        <a:rPr lang="en-US" b="0" i="1" smtClean="0">
                                          <a:solidFill>
                                            <a:schemeClr val="accent2">
                                              <a:lumMod val="20000"/>
                                              <a:lumOff val="80000"/>
                                            </a:schemeClr>
                                          </a:solidFill>
                                          <a:latin typeface="Cambria Math" panose="02040503050406030204" pitchFamily="18" charset="0"/>
                                        </a:rPr>
                                        <m:t>=0</m:t>
                                      </m:r>
                                    </m:sub>
                                    <m:sup>
                                      <m:r>
                                        <a:rPr lang="en-US" b="0" i="1" smtClean="0">
                                          <a:solidFill>
                                            <a:schemeClr val="accent2">
                                              <a:lumMod val="20000"/>
                                              <a:lumOff val="80000"/>
                                            </a:schemeClr>
                                          </a:solidFill>
                                          <a:latin typeface="Cambria Math" panose="02040503050406030204" pitchFamily="18" charset="0"/>
                                        </a:rPr>
                                        <m:t>𝐾</m:t>
                                      </m:r>
                                      <m:r>
                                        <a:rPr lang="en-US" b="0" i="1" smtClean="0">
                                          <a:solidFill>
                                            <a:schemeClr val="accent2">
                                              <a:lumMod val="20000"/>
                                              <a:lumOff val="80000"/>
                                            </a:schemeClr>
                                          </a:solidFill>
                                          <a:latin typeface="Cambria Math" panose="02040503050406030204" pitchFamily="18" charset="0"/>
                                        </a:rPr>
                                        <m:t>−1</m:t>
                                      </m:r>
                                    </m:sup>
                                    <m:e>
                                      <m:sSup>
                                        <m:sSupPr>
                                          <m:ctrlPr>
                                            <a:rPr lang="en-US" b="0" i="1" smtClean="0">
                                              <a:solidFill>
                                                <a:schemeClr val="accent2">
                                                  <a:lumMod val="20000"/>
                                                  <a:lumOff val="80000"/>
                                                </a:schemeClr>
                                              </a:solidFill>
                                              <a:latin typeface="Cambria Math" panose="02040503050406030204" pitchFamily="18" charset="0"/>
                                            </a:rPr>
                                          </m:ctrlPr>
                                        </m:sSupPr>
                                        <m:e>
                                          <m:r>
                                            <a:rPr lang="en-US" b="0" i="1" smtClean="0">
                                              <a:solidFill>
                                                <a:schemeClr val="accent2">
                                                  <a:lumMod val="20000"/>
                                                  <a:lumOff val="80000"/>
                                                </a:schemeClr>
                                              </a:solidFill>
                                              <a:latin typeface="Cambria Math" panose="02040503050406030204" pitchFamily="18" charset="0"/>
                                            </a:rPr>
                                            <m:t>𝛾</m:t>
                                          </m:r>
                                        </m:e>
                                        <m:sup>
                                          <m:r>
                                            <a:rPr lang="en-US" b="0" i="1" smtClean="0">
                                              <a:solidFill>
                                                <a:schemeClr val="accent2">
                                                  <a:lumMod val="20000"/>
                                                  <a:lumOff val="80000"/>
                                                </a:schemeClr>
                                              </a:solidFill>
                                              <a:latin typeface="Cambria Math" panose="02040503050406030204" pitchFamily="18" charset="0"/>
                                            </a:rPr>
                                            <m:t>𝑘</m:t>
                                          </m:r>
                                        </m:sup>
                                      </m:sSup>
                                      <m:sSub>
                                        <m:sSubPr>
                                          <m:ctrlPr>
                                            <a:rPr lang="en-US" b="0" i="1" smtClean="0">
                                              <a:solidFill>
                                                <a:schemeClr val="accent2">
                                                  <a:lumMod val="20000"/>
                                                  <a:lumOff val="80000"/>
                                                </a:schemeClr>
                                              </a:solidFill>
                                              <a:latin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rPr>
                                            <m:t>𝑟</m:t>
                                          </m:r>
                                        </m:e>
                                        <m:sub>
                                          <m:r>
                                            <a:rPr lang="en-US" b="0" i="1" smtClean="0">
                                              <a:solidFill>
                                                <a:schemeClr val="accent2">
                                                  <a:lumMod val="20000"/>
                                                  <a:lumOff val="80000"/>
                                                </a:schemeClr>
                                              </a:solidFill>
                                              <a:latin typeface="Cambria Math" panose="02040503050406030204" pitchFamily="18" charset="0"/>
                                            </a:rPr>
                                            <m:t>𝑘</m:t>
                                          </m:r>
                                        </m:sub>
                                      </m:sSub>
                                    </m:e>
                                  </m:nary>
                                </m:e>
                              </m:d>
                            </m:e>
                          </m:func>
                        </m:e>
                      </m:func>
                    </m:oMath>
                  </m:oMathPara>
                </a14:m>
                <a:endParaRPr lang="en-US" b="0" i="1" dirty="0">
                  <a:solidFill>
                    <a:schemeClr val="accent2">
                      <a:lumMod val="20000"/>
                      <a:lumOff val="80000"/>
                    </a:schemeClr>
                  </a:solidFill>
                  <a:latin typeface="Cambria Math" panose="02040503050406030204" pitchFamily="18" charset="0"/>
                </a:endParaRPr>
              </a:p>
              <a:p>
                <a:pPr lvl="0">
                  <a:buSzPts val="1400"/>
                </a:pPr>
                <a:r>
                  <a:rPr lang="en-US" i="1" dirty="0">
                    <a:solidFill>
                      <a:schemeClr val="accent2">
                        <a:lumMod val="20000"/>
                        <a:lumOff val="80000"/>
                      </a:schemeClr>
                    </a:solidFill>
                    <a:latin typeface="Cambria Math" panose="02040503050406030204" pitchFamily="18" charset="0"/>
                  </a:rPr>
                  <a:t>where </a:t>
                </a:r>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 </a:t>
                </a:r>
              </a:p>
              <a:p>
                <a:pPr lvl="0">
                  <a:buSzPts val="1400"/>
                </a:pPr>
                <a14:m>
                  <m:oMathPara xmlns:m="http://schemas.openxmlformats.org/officeDocument/2006/math">
                    <m:oMathParaPr>
                      <m:jc m:val="centerGroup"/>
                    </m:oMathParaPr>
                    <m:oMath xmlns:m="http://schemas.openxmlformats.org/officeDocument/2006/math">
                      <m:sSub>
                        <m:sSubPr>
                          <m:ctrlPr>
                            <a:rPr lang="en-US" i="1">
                              <a:solidFill>
                                <a:schemeClr val="accent2">
                                  <a:lumMod val="20000"/>
                                  <a:lumOff val="80000"/>
                                </a:schemeClr>
                              </a:solidFill>
                              <a:latin typeface="Cambria Math" panose="02040503050406030204" pitchFamily="18" charset="0"/>
                            </a:rPr>
                          </m:ctrlPr>
                        </m:sSubPr>
                        <m:e>
                          <m:r>
                            <m:rPr>
                              <m:sty m:val="p"/>
                            </m:rPr>
                            <a:rPr lang="en-US">
                              <a:solidFill>
                                <a:schemeClr val="accent2">
                                  <a:lumMod val="20000"/>
                                  <a:lumOff val="80000"/>
                                </a:schemeClr>
                              </a:solidFill>
                              <a:latin typeface="Cambria Math" panose="02040503050406030204" pitchFamily="18" charset="0"/>
                            </a:rPr>
                            <m:t>r</m:t>
                          </m:r>
                        </m:e>
                        <m:sub>
                          <m:r>
                            <a:rPr lang="en-US" i="1">
                              <a:solidFill>
                                <a:schemeClr val="accent2">
                                  <a:lumMod val="20000"/>
                                  <a:lumOff val="80000"/>
                                </a:schemeClr>
                              </a:solidFill>
                              <a:latin typeface="Cambria Math" panose="02040503050406030204" pitchFamily="18" charset="0"/>
                            </a:rPr>
                            <m:t>𝑘</m:t>
                          </m:r>
                        </m:sub>
                      </m:sSub>
                      <m:r>
                        <a:rPr lang="en-US" i="1">
                          <a:solidFill>
                            <a:schemeClr val="accent2">
                              <a:lumMod val="20000"/>
                              <a:lumOff val="80000"/>
                            </a:schemeClr>
                          </a:solidFill>
                          <a:latin typeface="Cambria Math" panose="02040503050406030204" pitchFamily="18" charset="0"/>
                        </a:rPr>
                        <m:t>=</m:t>
                      </m:r>
                      <m:sSub>
                        <m:sSubPr>
                          <m:ctrlPr>
                            <a:rPr lang="en-US" i="1">
                              <a:solidFill>
                                <a:schemeClr val="accent2">
                                  <a:lumMod val="20000"/>
                                  <a:lumOff val="80000"/>
                                </a:schemeClr>
                              </a:solidFill>
                              <a:latin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rPr>
                            <m:t>𝛼</m:t>
                          </m:r>
                        </m:e>
                        <m:sub>
                          <m:r>
                            <a:rPr lang="en-US" i="1">
                              <a:solidFill>
                                <a:schemeClr val="accent2">
                                  <a:lumMod val="20000"/>
                                  <a:lumOff val="80000"/>
                                </a:schemeClr>
                              </a:solidFill>
                              <a:latin typeface="Cambria Math" panose="02040503050406030204" pitchFamily="18" charset="0"/>
                            </a:rPr>
                            <m:t>1</m:t>
                          </m:r>
                        </m:sub>
                      </m:sSub>
                      <m:r>
                        <a:rPr lang="en-US" i="1">
                          <a:solidFill>
                            <a:schemeClr val="accent2">
                              <a:lumMod val="20000"/>
                              <a:lumOff val="80000"/>
                            </a:schemeClr>
                          </a:solidFill>
                          <a:latin typeface="Cambria Math" panose="02040503050406030204" pitchFamily="18" charset="0"/>
                        </a:rPr>
                        <m:t>⋅</m:t>
                      </m:r>
                      <m:f>
                        <m:fPr>
                          <m:ctrlPr>
                            <a:rPr lang="en-US" i="1">
                              <a:solidFill>
                                <a:schemeClr val="accent2">
                                  <a:lumMod val="20000"/>
                                  <a:lumOff val="80000"/>
                                </a:schemeClr>
                              </a:solidFill>
                              <a:latin typeface="Cambria Math" panose="02040503050406030204" pitchFamily="18" charset="0"/>
                            </a:rPr>
                          </m:ctrlPr>
                        </m:fPr>
                        <m:num>
                          <m:r>
                            <m:rPr>
                              <m:sty m:val="p"/>
                            </m:rPr>
                            <a:rPr lang="en-US">
                              <a:solidFill>
                                <a:schemeClr val="accent2">
                                  <a:lumMod val="20000"/>
                                  <a:lumOff val="80000"/>
                                </a:schemeClr>
                              </a:solidFill>
                              <a:latin typeface="Cambria Math" panose="02040503050406030204" pitchFamily="18" charset="0"/>
                            </a:rPr>
                            <m:t>Δ</m:t>
                          </m:r>
                          <m:acc>
                            <m:accPr>
                              <m:chr m:val="̅"/>
                              <m:ctrlPr>
                                <a:rPr lang="en-US" i="1">
                                  <a:solidFill>
                                    <a:schemeClr val="accent2">
                                      <a:lumMod val="20000"/>
                                      <a:lumOff val="80000"/>
                                    </a:schemeClr>
                                  </a:solidFill>
                                  <a:latin typeface="Cambria Math" panose="02040503050406030204" pitchFamily="18" charset="0"/>
                                </a:rPr>
                              </m:ctrlPr>
                            </m:accPr>
                            <m:e>
                              <m:sSub>
                                <m:sSubPr>
                                  <m:ctrlPr>
                                    <a:rPr lang="en-US" i="1">
                                      <a:solidFill>
                                        <a:schemeClr val="accent2">
                                          <a:lumMod val="20000"/>
                                          <a:lumOff val="80000"/>
                                        </a:schemeClr>
                                      </a:solidFill>
                                      <a:latin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rPr>
                                    <m:t>𝑥</m:t>
                                  </m:r>
                                </m:e>
                                <m:sub>
                                  <m:r>
                                    <a:rPr lang="en-US" i="1">
                                      <a:solidFill>
                                        <a:schemeClr val="accent2">
                                          <a:lumMod val="20000"/>
                                          <a:lumOff val="80000"/>
                                        </a:schemeClr>
                                      </a:solidFill>
                                      <a:latin typeface="Cambria Math" panose="02040503050406030204" pitchFamily="18" charset="0"/>
                                    </a:rPr>
                                    <m:t>4</m:t>
                                  </m:r>
                                </m:sub>
                              </m:sSub>
                            </m:e>
                          </m:acc>
                          <m:d>
                            <m:dPr>
                              <m:ctrlPr>
                                <a:rPr lang="en-US" i="1">
                                  <a:solidFill>
                                    <a:schemeClr val="accent2">
                                      <a:lumMod val="20000"/>
                                      <a:lumOff val="80000"/>
                                    </a:schemeClr>
                                  </a:solidFill>
                                  <a:latin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rPr>
                                <m:t>𝑘</m:t>
                              </m:r>
                            </m:e>
                          </m:d>
                        </m:num>
                        <m:den>
                          <m:sSub>
                            <m:sSubPr>
                              <m:ctrlPr>
                                <a:rPr lang="en-US" i="1">
                                  <a:solidFill>
                                    <a:schemeClr val="accent2">
                                      <a:lumMod val="20000"/>
                                      <a:lumOff val="80000"/>
                                    </a:schemeClr>
                                  </a:solidFill>
                                  <a:latin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rPr>
                                <m:t>𝑥</m:t>
                              </m:r>
                            </m:e>
                            <m:sub>
                              <m:r>
                                <a:rPr lang="en-US" i="1">
                                  <a:solidFill>
                                    <a:schemeClr val="accent2">
                                      <a:lumMod val="20000"/>
                                      <a:lumOff val="80000"/>
                                    </a:schemeClr>
                                  </a:solidFill>
                                  <a:latin typeface="Cambria Math" panose="02040503050406030204" pitchFamily="18" charset="0"/>
                                </a:rPr>
                                <m:t>4,   </m:t>
                              </m:r>
                              <m:r>
                                <a:rPr lang="en-US" i="1">
                                  <a:solidFill>
                                    <a:schemeClr val="accent2">
                                      <a:lumMod val="20000"/>
                                      <a:lumOff val="80000"/>
                                    </a:schemeClr>
                                  </a:solidFill>
                                  <a:latin typeface="Cambria Math" panose="02040503050406030204" pitchFamily="18" charset="0"/>
                                </a:rPr>
                                <m:t>𝑟𝑒𝑓</m:t>
                              </m:r>
                            </m:sub>
                          </m:sSub>
                        </m:den>
                      </m:f>
                      <m:r>
                        <a:rPr lang="en-US" i="1">
                          <a:solidFill>
                            <a:schemeClr val="accent2">
                              <a:lumMod val="20000"/>
                              <a:lumOff val="80000"/>
                            </a:schemeClr>
                          </a:solidFill>
                          <a:latin typeface="Cambria Math" panose="02040503050406030204" pitchFamily="18" charset="0"/>
                        </a:rPr>
                        <m:t>−</m:t>
                      </m:r>
                      <m:sSub>
                        <m:sSubPr>
                          <m:ctrlPr>
                            <a:rPr lang="en-US" i="1">
                              <a:solidFill>
                                <a:schemeClr val="accent2">
                                  <a:lumMod val="20000"/>
                                  <a:lumOff val="80000"/>
                                </a:schemeClr>
                              </a:solidFill>
                              <a:latin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rPr>
                            <m:t>𝛼</m:t>
                          </m:r>
                        </m:e>
                        <m:sub>
                          <m:r>
                            <a:rPr lang="en-US" i="1">
                              <a:solidFill>
                                <a:schemeClr val="accent2">
                                  <a:lumMod val="20000"/>
                                  <a:lumOff val="80000"/>
                                </a:schemeClr>
                              </a:solidFill>
                              <a:latin typeface="Cambria Math" panose="02040503050406030204" pitchFamily="18" charset="0"/>
                            </a:rPr>
                            <m:t>2</m:t>
                          </m:r>
                        </m:sub>
                      </m:sSub>
                      <m:r>
                        <a:rPr lang="en-US" i="1">
                          <a:solidFill>
                            <a:schemeClr val="accent2">
                              <a:lumMod val="20000"/>
                              <a:lumOff val="80000"/>
                            </a:schemeClr>
                          </a:solidFill>
                          <a:latin typeface="Cambria Math" panose="02040503050406030204" pitchFamily="18" charset="0"/>
                        </a:rPr>
                        <m:t>⋅</m:t>
                      </m:r>
                      <m:f>
                        <m:fPr>
                          <m:ctrlPr>
                            <a:rPr lang="en-US" i="1">
                              <a:solidFill>
                                <a:schemeClr val="accent2">
                                  <a:lumMod val="20000"/>
                                  <a:lumOff val="80000"/>
                                </a:schemeClr>
                              </a:solidFill>
                              <a:latin typeface="Cambria Math" panose="02040503050406030204" pitchFamily="18" charset="0"/>
                            </a:rPr>
                          </m:ctrlPr>
                        </m:fPr>
                        <m:num>
                          <m:acc>
                            <m:accPr>
                              <m:chr m:val="̅"/>
                              <m:ctrlPr>
                                <a:rPr lang="en-US" i="1">
                                  <a:solidFill>
                                    <a:schemeClr val="accent2">
                                      <a:lumMod val="20000"/>
                                      <a:lumOff val="80000"/>
                                    </a:schemeClr>
                                  </a:solidFill>
                                  <a:latin typeface="Cambria Math" panose="02040503050406030204" pitchFamily="18" charset="0"/>
                                </a:rPr>
                              </m:ctrlPr>
                            </m:accPr>
                            <m:e>
                              <m:r>
                                <a:rPr lang="en-US" i="1">
                                  <a:solidFill>
                                    <a:schemeClr val="accent2">
                                      <a:lumMod val="20000"/>
                                      <a:lumOff val="80000"/>
                                    </a:schemeClr>
                                  </a:solidFill>
                                  <a:latin typeface="Cambria Math" panose="02040503050406030204" pitchFamily="18" charset="0"/>
                                </a:rPr>
                                <m:t>𝑢</m:t>
                              </m:r>
                            </m:e>
                          </m:acc>
                        </m:num>
                        <m:den>
                          <m:sSub>
                            <m:sSubPr>
                              <m:ctrlPr>
                                <a:rPr lang="en-US" i="1">
                                  <a:solidFill>
                                    <a:schemeClr val="accent2">
                                      <a:lumMod val="20000"/>
                                      <a:lumOff val="80000"/>
                                    </a:schemeClr>
                                  </a:solidFill>
                                  <a:latin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rPr>
                                <m:t>𝑢</m:t>
                              </m:r>
                            </m:e>
                            <m:sub>
                              <m:r>
                                <a:rPr lang="en-US" i="1">
                                  <a:solidFill>
                                    <a:schemeClr val="accent2">
                                      <a:lumMod val="20000"/>
                                      <a:lumOff val="80000"/>
                                    </a:schemeClr>
                                  </a:solidFill>
                                  <a:latin typeface="Cambria Math" panose="02040503050406030204" pitchFamily="18" charset="0"/>
                                </a:rPr>
                                <m:t>𝑚𝑎𝑥</m:t>
                              </m:r>
                            </m:sub>
                          </m:sSub>
                        </m:den>
                      </m:f>
                      <m:r>
                        <a:rPr lang="en-US" i="1">
                          <a:solidFill>
                            <a:schemeClr val="accent2">
                              <a:lumMod val="20000"/>
                              <a:lumOff val="80000"/>
                            </a:schemeClr>
                          </a:solidFill>
                          <a:latin typeface="Cambria Math" panose="02040503050406030204" pitchFamily="18" charset="0"/>
                        </a:rPr>
                        <m:t>−</m:t>
                      </m:r>
                      <m:sSub>
                        <m:sSubPr>
                          <m:ctrlPr>
                            <a:rPr lang="en-US" i="1">
                              <a:solidFill>
                                <a:schemeClr val="accent2">
                                  <a:lumMod val="20000"/>
                                  <a:lumOff val="80000"/>
                                </a:schemeClr>
                              </a:solidFill>
                              <a:latin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rPr>
                            <m:t>𝛼</m:t>
                          </m:r>
                        </m:e>
                        <m:sub>
                          <m:r>
                            <a:rPr lang="en-US" i="1">
                              <a:solidFill>
                                <a:schemeClr val="accent2">
                                  <a:lumMod val="20000"/>
                                  <a:lumOff val="80000"/>
                                </a:schemeClr>
                              </a:solidFill>
                              <a:latin typeface="Cambria Math" panose="02040503050406030204" pitchFamily="18" charset="0"/>
                            </a:rPr>
                            <m:t>3</m:t>
                          </m:r>
                        </m:sub>
                      </m:sSub>
                      <m:r>
                        <a:rPr lang="en-US" i="1">
                          <a:solidFill>
                            <a:schemeClr val="accent2">
                              <a:lumMod val="20000"/>
                              <a:lumOff val="80000"/>
                            </a:schemeClr>
                          </a:solidFill>
                          <a:latin typeface="Cambria Math" panose="02040503050406030204" pitchFamily="18" charset="0"/>
                        </a:rPr>
                        <m:t>⋅</m:t>
                      </m:r>
                      <m:f>
                        <m:fPr>
                          <m:ctrlPr>
                            <a:rPr lang="en-US" i="1">
                              <a:solidFill>
                                <a:schemeClr val="accent2">
                                  <a:lumMod val="20000"/>
                                  <a:lumOff val="80000"/>
                                </a:schemeClr>
                              </a:solidFill>
                              <a:latin typeface="Cambria Math" panose="02040503050406030204" pitchFamily="18" charset="0"/>
                            </a:rPr>
                          </m:ctrlPr>
                        </m:fPr>
                        <m:num>
                          <m:acc>
                            <m:accPr>
                              <m:chr m:val="̅"/>
                              <m:ctrlPr>
                                <a:rPr lang="en-US" i="1">
                                  <a:solidFill>
                                    <a:schemeClr val="accent2">
                                      <a:lumMod val="20000"/>
                                      <a:lumOff val="80000"/>
                                    </a:schemeClr>
                                  </a:solidFill>
                                  <a:latin typeface="Cambria Math" panose="02040503050406030204" pitchFamily="18" charset="0"/>
                                </a:rPr>
                              </m:ctrlPr>
                            </m:accPr>
                            <m:e>
                              <m:func>
                                <m:funcPr>
                                  <m:ctrlPr>
                                    <a:rPr lang="en-US" i="1">
                                      <a:solidFill>
                                        <a:schemeClr val="accent2">
                                          <a:lumMod val="20000"/>
                                          <a:lumOff val="80000"/>
                                        </a:schemeClr>
                                      </a:solidFill>
                                      <a:latin typeface="Cambria Math" panose="02040503050406030204" pitchFamily="18" charset="0"/>
                                    </a:rPr>
                                  </m:ctrlPr>
                                </m:funcPr>
                                <m:fName>
                                  <m:r>
                                    <m:rPr>
                                      <m:sty m:val="p"/>
                                    </m:rPr>
                                    <a:rPr lang="en-US">
                                      <a:solidFill>
                                        <a:schemeClr val="accent2">
                                          <a:lumMod val="20000"/>
                                          <a:lumOff val="80000"/>
                                        </a:schemeClr>
                                      </a:solidFill>
                                      <a:latin typeface="Cambria Math" panose="02040503050406030204" pitchFamily="18" charset="0"/>
                                    </a:rPr>
                                    <m:t>max</m:t>
                                  </m:r>
                                </m:fName>
                                <m:e>
                                  <m:d>
                                    <m:dPr>
                                      <m:ctrlPr>
                                        <a:rPr lang="en-US" i="1">
                                          <a:solidFill>
                                            <a:schemeClr val="accent2">
                                              <a:lumMod val="20000"/>
                                              <a:lumOff val="80000"/>
                                            </a:schemeClr>
                                          </a:solidFill>
                                          <a:latin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rPr>
                                        <m:t>𝑆𝑇</m:t>
                                      </m:r>
                                      <m:r>
                                        <a:rPr lang="en-US" i="1">
                                          <a:solidFill>
                                            <a:schemeClr val="accent2">
                                              <a:lumMod val="20000"/>
                                              <a:lumOff val="80000"/>
                                            </a:schemeClr>
                                          </a:solidFill>
                                          <a:latin typeface="Cambria Math" panose="02040503050406030204" pitchFamily="18" charset="0"/>
                                        </a:rPr>
                                        <m:t>−</m:t>
                                      </m:r>
                                      <m:sSub>
                                        <m:sSubPr>
                                          <m:ctrlPr>
                                            <a:rPr lang="en-US" i="1">
                                              <a:solidFill>
                                                <a:schemeClr val="accent2">
                                                  <a:lumMod val="20000"/>
                                                  <a:lumOff val="80000"/>
                                                </a:schemeClr>
                                              </a:solidFill>
                                              <a:latin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rPr>
                                            <m:t>𝑥</m:t>
                                          </m:r>
                                        </m:e>
                                        <m:sub>
                                          <m:r>
                                            <a:rPr lang="en-US" i="1">
                                              <a:solidFill>
                                                <a:schemeClr val="accent2">
                                                  <a:lumMod val="20000"/>
                                                  <a:lumOff val="80000"/>
                                                </a:schemeClr>
                                              </a:solidFill>
                                              <a:latin typeface="Cambria Math" panose="02040503050406030204" pitchFamily="18" charset="0"/>
                                            </a:rPr>
                                            <m:t>1</m:t>
                                          </m:r>
                                        </m:sub>
                                      </m:sSub>
                                      <m:r>
                                        <a:rPr lang="en-US" i="1">
                                          <a:solidFill>
                                            <a:schemeClr val="accent2">
                                              <a:lumMod val="20000"/>
                                              <a:lumOff val="80000"/>
                                            </a:schemeClr>
                                          </a:solidFill>
                                          <a:latin typeface="Cambria Math" panose="02040503050406030204" pitchFamily="18" charset="0"/>
                                        </a:rPr>
                                        <m:t>,0</m:t>
                                      </m:r>
                                    </m:e>
                                  </m:d>
                                </m:e>
                              </m:func>
                            </m:e>
                          </m:acc>
                        </m:num>
                        <m:den>
                          <m:r>
                            <a:rPr lang="en-US" i="1">
                              <a:solidFill>
                                <a:schemeClr val="accent2">
                                  <a:lumMod val="20000"/>
                                  <a:lumOff val="80000"/>
                                </a:schemeClr>
                              </a:solidFill>
                              <a:latin typeface="Cambria Math" panose="02040503050406030204" pitchFamily="18" charset="0"/>
                            </a:rPr>
                            <m:t>𝑆𝑇</m:t>
                          </m:r>
                          <m:r>
                            <a:rPr lang="en-US" i="1">
                              <a:solidFill>
                                <a:schemeClr val="accent2">
                                  <a:lumMod val="20000"/>
                                  <a:lumOff val="80000"/>
                                </a:schemeClr>
                              </a:solidFill>
                              <a:latin typeface="Cambria Math" panose="02040503050406030204" pitchFamily="18" charset="0"/>
                            </a:rPr>
                            <m:t>−</m:t>
                          </m:r>
                          <m:r>
                            <a:rPr lang="en-US" i="1">
                              <a:solidFill>
                                <a:schemeClr val="accent2">
                                  <a:lumMod val="20000"/>
                                  <a:lumOff val="80000"/>
                                </a:schemeClr>
                              </a:solidFill>
                              <a:latin typeface="Cambria Math" panose="02040503050406030204" pitchFamily="18" charset="0"/>
                            </a:rPr>
                            <m:t>𝑊𝑃</m:t>
                          </m:r>
                        </m:den>
                      </m:f>
                      <m:r>
                        <a:rPr lang="en-US" b="0" i="1" smtClean="0">
                          <a:solidFill>
                            <a:schemeClr val="accent2">
                              <a:lumMod val="20000"/>
                              <a:lumOff val="80000"/>
                            </a:schemeClr>
                          </a:solidFill>
                          <a:latin typeface="Cambria Math" panose="02040503050406030204" pitchFamily="18" charset="0"/>
                        </a:rPr>
                        <m:t>−</m:t>
                      </m:r>
                      <m:sSub>
                        <m:sSubPr>
                          <m:ctrlPr>
                            <a:rPr lang="en-US" i="1">
                              <a:solidFill>
                                <a:schemeClr val="accent2">
                                  <a:lumMod val="20000"/>
                                  <a:lumOff val="80000"/>
                                </a:schemeClr>
                              </a:solidFill>
                              <a:latin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rPr>
                            <m:t>𝛼</m:t>
                          </m:r>
                        </m:e>
                        <m:sub>
                          <m:r>
                            <a:rPr lang="en-US" i="1">
                              <a:solidFill>
                                <a:schemeClr val="accent2">
                                  <a:lumMod val="20000"/>
                                  <a:lumOff val="80000"/>
                                </a:schemeClr>
                              </a:solidFill>
                              <a:latin typeface="Cambria Math" panose="02040503050406030204" pitchFamily="18" charset="0"/>
                            </a:rPr>
                            <m:t>5</m:t>
                          </m:r>
                        </m:sub>
                      </m:sSub>
                      <m:r>
                        <a:rPr lang="en-US" i="1">
                          <a:solidFill>
                            <a:schemeClr val="accent2">
                              <a:lumMod val="20000"/>
                              <a:lumOff val="80000"/>
                            </a:schemeClr>
                          </a:solidFill>
                          <a:latin typeface="Cambria Math" panose="02040503050406030204" pitchFamily="18" charset="0"/>
                        </a:rPr>
                        <m:t> ⋅</m:t>
                      </m:r>
                      <m:acc>
                        <m:accPr>
                          <m:chr m:val="̅"/>
                          <m:ctrlPr>
                            <a:rPr lang="en-US" i="1">
                              <a:solidFill>
                                <a:schemeClr val="accent2">
                                  <a:lumMod val="20000"/>
                                  <a:lumOff val="80000"/>
                                </a:schemeClr>
                              </a:solidFill>
                              <a:latin typeface="Cambria Math" panose="02040503050406030204" pitchFamily="18" charset="0"/>
                            </a:rPr>
                          </m:ctrlPr>
                        </m:accPr>
                        <m:e>
                          <m:sSup>
                            <m:sSupPr>
                              <m:ctrlPr>
                                <a:rPr lang="en-US" i="1">
                                  <a:solidFill>
                                    <a:schemeClr val="accent2">
                                      <a:lumMod val="20000"/>
                                      <a:lumOff val="80000"/>
                                    </a:schemeClr>
                                  </a:solidFill>
                                  <a:latin typeface="Cambria Math" panose="02040503050406030204" pitchFamily="18" charset="0"/>
                                </a:rPr>
                              </m:ctrlPr>
                            </m:sSupPr>
                            <m:e>
                              <m:d>
                                <m:dPr>
                                  <m:ctrlPr>
                                    <a:rPr lang="en-US" i="1">
                                      <a:solidFill>
                                        <a:schemeClr val="accent2">
                                          <a:lumMod val="20000"/>
                                          <a:lumOff val="80000"/>
                                        </a:schemeClr>
                                      </a:solidFill>
                                      <a:latin typeface="Cambria Math" panose="02040503050406030204" pitchFamily="18" charset="0"/>
                                    </a:rPr>
                                  </m:ctrlPr>
                                </m:dPr>
                                <m:e>
                                  <m:f>
                                    <m:fPr>
                                      <m:ctrlPr>
                                        <a:rPr lang="en-US" i="1">
                                          <a:solidFill>
                                            <a:schemeClr val="accent2">
                                              <a:lumMod val="20000"/>
                                              <a:lumOff val="80000"/>
                                            </a:schemeClr>
                                          </a:solidFill>
                                          <a:latin typeface="Cambria Math" panose="02040503050406030204" pitchFamily="18" charset="0"/>
                                        </a:rPr>
                                      </m:ctrlPr>
                                    </m:fPr>
                                    <m:num>
                                      <m:r>
                                        <m:rPr>
                                          <m:sty m:val="p"/>
                                        </m:rPr>
                                        <a:rPr lang="en-US">
                                          <a:solidFill>
                                            <a:schemeClr val="accent2">
                                              <a:lumMod val="20000"/>
                                              <a:lumOff val="80000"/>
                                            </a:schemeClr>
                                          </a:solidFill>
                                          <a:latin typeface="Cambria Math" panose="02040503050406030204" pitchFamily="18" charset="0"/>
                                        </a:rPr>
                                        <m:t>Δ</m:t>
                                      </m:r>
                                      <m:r>
                                        <a:rPr lang="en-US" i="1">
                                          <a:solidFill>
                                            <a:schemeClr val="accent2">
                                              <a:lumMod val="20000"/>
                                              <a:lumOff val="80000"/>
                                            </a:schemeClr>
                                          </a:solidFill>
                                          <a:latin typeface="Cambria Math" panose="02040503050406030204" pitchFamily="18" charset="0"/>
                                        </a:rPr>
                                        <m:t>𝑢</m:t>
                                      </m:r>
                                      <m:d>
                                        <m:dPr>
                                          <m:ctrlPr>
                                            <a:rPr lang="en-US" i="1">
                                              <a:solidFill>
                                                <a:schemeClr val="accent2">
                                                  <a:lumMod val="20000"/>
                                                  <a:lumOff val="80000"/>
                                                </a:schemeClr>
                                              </a:solidFill>
                                              <a:latin typeface="Cambria Math" panose="02040503050406030204" pitchFamily="18" charset="0"/>
                                            </a:rPr>
                                          </m:ctrlPr>
                                        </m:dPr>
                                        <m:e>
                                          <m:r>
                                            <a:rPr lang="en-US" i="1">
                                              <a:solidFill>
                                                <a:schemeClr val="accent2">
                                                  <a:lumMod val="20000"/>
                                                  <a:lumOff val="80000"/>
                                                </a:schemeClr>
                                              </a:solidFill>
                                              <a:latin typeface="Cambria Math" panose="02040503050406030204" pitchFamily="18" charset="0"/>
                                            </a:rPr>
                                            <m:t>𝑘</m:t>
                                          </m:r>
                                        </m:e>
                                      </m:d>
                                    </m:num>
                                    <m:den>
                                      <m:sSub>
                                        <m:sSubPr>
                                          <m:ctrlPr>
                                            <a:rPr lang="en-US" i="1">
                                              <a:solidFill>
                                                <a:schemeClr val="accent2">
                                                  <a:lumMod val="20000"/>
                                                  <a:lumOff val="80000"/>
                                                </a:schemeClr>
                                              </a:solidFill>
                                              <a:latin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rPr>
                                            <m:t>𝑢</m:t>
                                          </m:r>
                                        </m:e>
                                        <m:sub>
                                          <m:r>
                                            <a:rPr lang="en-US" i="1">
                                              <a:solidFill>
                                                <a:schemeClr val="accent2">
                                                  <a:lumMod val="20000"/>
                                                  <a:lumOff val="80000"/>
                                                </a:schemeClr>
                                              </a:solidFill>
                                              <a:latin typeface="Cambria Math" panose="02040503050406030204" pitchFamily="18" charset="0"/>
                                            </a:rPr>
                                            <m:t>𝑚𝑎𝑥</m:t>
                                          </m:r>
                                        </m:sub>
                                      </m:sSub>
                                    </m:den>
                                  </m:f>
                                </m:e>
                              </m:d>
                            </m:e>
                            <m:sup>
                              <m:r>
                                <a:rPr lang="en-US" i="1">
                                  <a:solidFill>
                                    <a:schemeClr val="accent2">
                                      <a:lumMod val="20000"/>
                                      <a:lumOff val="80000"/>
                                    </a:schemeClr>
                                  </a:solidFill>
                                  <a:latin typeface="Cambria Math" panose="02040503050406030204" pitchFamily="18" charset="0"/>
                                </a:rPr>
                                <m:t>2</m:t>
                              </m:r>
                            </m:sup>
                          </m:sSup>
                        </m:e>
                      </m:acc>
                      <m:r>
                        <a:rPr lang="en-US" b="0" i="1" smtClean="0">
                          <a:solidFill>
                            <a:schemeClr val="accent2">
                              <a:lumMod val="20000"/>
                              <a:lumOff val="80000"/>
                            </a:schemeClr>
                          </a:solidFill>
                          <a:latin typeface="Cambria Math" panose="02040503050406030204" pitchFamily="18" charset="0"/>
                        </a:rPr>
                        <m:t>−</m:t>
                      </m:r>
                      <m:sSub>
                        <m:sSubPr>
                          <m:ctrlPr>
                            <a:rPr lang="en-US" i="1">
                              <a:solidFill>
                                <a:schemeClr val="accent2">
                                  <a:lumMod val="20000"/>
                                  <a:lumOff val="80000"/>
                                </a:schemeClr>
                              </a:solidFill>
                              <a:latin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rPr>
                            <m:t>𝛼</m:t>
                          </m:r>
                        </m:e>
                        <m:sub>
                          <m:r>
                            <a:rPr lang="en-US" i="1">
                              <a:solidFill>
                                <a:schemeClr val="accent2">
                                  <a:lumMod val="20000"/>
                                  <a:lumOff val="80000"/>
                                </a:schemeClr>
                              </a:solidFill>
                              <a:latin typeface="Cambria Math" panose="02040503050406030204" pitchFamily="18" charset="0"/>
                            </a:rPr>
                            <m:t>6</m:t>
                          </m:r>
                        </m:sub>
                      </m:sSub>
                      <m:r>
                        <a:rPr lang="en-US" i="1">
                          <a:solidFill>
                            <a:schemeClr val="accent2">
                              <a:lumMod val="20000"/>
                              <a:lumOff val="80000"/>
                            </a:schemeClr>
                          </a:solidFill>
                          <a:latin typeface="Cambria Math" panose="02040503050406030204" pitchFamily="18" charset="0"/>
                        </a:rPr>
                        <m:t>⋅</m:t>
                      </m:r>
                      <m:f>
                        <m:fPr>
                          <m:ctrlPr>
                            <a:rPr lang="en-US" i="1">
                              <a:solidFill>
                                <a:schemeClr val="accent2">
                                  <a:lumMod val="20000"/>
                                  <a:lumOff val="80000"/>
                                </a:schemeClr>
                              </a:solidFill>
                              <a:latin typeface="Cambria Math" panose="02040503050406030204" pitchFamily="18" charset="0"/>
                            </a:rPr>
                          </m:ctrlPr>
                        </m:fPr>
                        <m:num>
                          <m:acc>
                            <m:accPr>
                              <m:chr m:val="̅"/>
                              <m:ctrlPr>
                                <a:rPr lang="en-US" i="1">
                                  <a:solidFill>
                                    <a:schemeClr val="accent2">
                                      <a:lumMod val="20000"/>
                                      <a:lumOff val="80000"/>
                                    </a:schemeClr>
                                  </a:solidFill>
                                  <a:latin typeface="Cambria Math" panose="02040503050406030204" pitchFamily="18" charset="0"/>
                                </a:rPr>
                              </m:ctrlPr>
                            </m:accPr>
                            <m:e>
                              <m:func>
                                <m:funcPr>
                                  <m:ctrlPr>
                                    <a:rPr lang="en-US" i="1">
                                      <a:solidFill>
                                        <a:schemeClr val="accent2">
                                          <a:lumMod val="20000"/>
                                          <a:lumOff val="80000"/>
                                        </a:schemeClr>
                                      </a:solidFill>
                                      <a:latin typeface="Cambria Math" panose="02040503050406030204" pitchFamily="18" charset="0"/>
                                    </a:rPr>
                                  </m:ctrlPr>
                                </m:funcPr>
                                <m:fName>
                                  <m:r>
                                    <m:rPr>
                                      <m:sty m:val="p"/>
                                    </m:rPr>
                                    <a:rPr lang="en-US">
                                      <a:solidFill>
                                        <a:schemeClr val="accent2">
                                          <a:lumMod val="20000"/>
                                          <a:lumOff val="80000"/>
                                        </a:schemeClr>
                                      </a:solidFill>
                                      <a:latin typeface="Cambria Math" panose="02040503050406030204" pitchFamily="18" charset="0"/>
                                    </a:rPr>
                                    <m:t>max</m:t>
                                  </m:r>
                                </m:fName>
                                <m:e>
                                  <m:d>
                                    <m:dPr>
                                      <m:ctrlPr>
                                        <a:rPr lang="en-US" i="1">
                                          <a:solidFill>
                                            <a:schemeClr val="accent2">
                                              <a:lumMod val="20000"/>
                                              <a:lumOff val="80000"/>
                                            </a:schemeClr>
                                          </a:solidFill>
                                          <a:latin typeface="Cambria Math" panose="02040503050406030204" pitchFamily="18" charset="0"/>
                                        </a:rPr>
                                      </m:ctrlPr>
                                    </m:dPr>
                                    <m:e>
                                      <m:sSub>
                                        <m:sSubPr>
                                          <m:ctrlPr>
                                            <a:rPr lang="en-US" i="1">
                                              <a:solidFill>
                                                <a:schemeClr val="accent2">
                                                  <a:lumMod val="20000"/>
                                                  <a:lumOff val="80000"/>
                                                </a:schemeClr>
                                              </a:solidFill>
                                              <a:latin typeface="Cambria Math" panose="02040503050406030204" pitchFamily="18" charset="0"/>
                                            </a:rPr>
                                          </m:ctrlPr>
                                        </m:sSubPr>
                                        <m:e>
                                          <m:r>
                                            <a:rPr lang="en-US" i="1">
                                              <a:solidFill>
                                                <a:schemeClr val="accent2">
                                                  <a:lumMod val="20000"/>
                                                  <a:lumOff val="80000"/>
                                                </a:schemeClr>
                                              </a:solidFill>
                                              <a:latin typeface="Cambria Math" panose="02040503050406030204" pitchFamily="18" charset="0"/>
                                            </a:rPr>
                                            <m:t>𝑥</m:t>
                                          </m:r>
                                        </m:e>
                                        <m:sub>
                                          <m:r>
                                            <a:rPr lang="en-US" i="1">
                                              <a:solidFill>
                                                <a:schemeClr val="accent2">
                                                  <a:lumMod val="20000"/>
                                                  <a:lumOff val="80000"/>
                                                </a:schemeClr>
                                              </a:solidFill>
                                              <a:latin typeface="Cambria Math" panose="02040503050406030204" pitchFamily="18" charset="0"/>
                                            </a:rPr>
                                            <m:t>1</m:t>
                                          </m:r>
                                        </m:sub>
                                      </m:sSub>
                                      <m:r>
                                        <a:rPr lang="en-US" i="1">
                                          <a:solidFill>
                                            <a:schemeClr val="accent2">
                                              <a:lumMod val="20000"/>
                                              <a:lumOff val="80000"/>
                                            </a:schemeClr>
                                          </a:solidFill>
                                          <a:latin typeface="Cambria Math" panose="02040503050406030204" pitchFamily="18" charset="0"/>
                                        </a:rPr>
                                        <m:t>−</m:t>
                                      </m:r>
                                      <m:r>
                                        <a:rPr lang="en-US" i="1">
                                          <a:solidFill>
                                            <a:schemeClr val="accent2">
                                              <a:lumMod val="20000"/>
                                              <a:lumOff val="80000"/>
                                            </a:schemeClr>
                                          </a:solidFill>
                                          <a:latin typeface="Cambria Math" panose="02040503050406030204" pitchFamily="18" charset="0"/>
                                        </a:rPr>
                                        <m:t>𝐹𝐶</m:t>
                                      </m:r>
                                      <m:r>
                                        <a:rPr lang="en-US" i="1">
                                          <a:solidFill>
                                            <a:schemeClr val="accent2">
                                              <a:lumMod val="20000"/>
                                              <a:lumOff val="80000"/>
                                            </a:schemeClr>
                                          </a:solidFill>
                                          <a:latin typeface="Cambria Math" panose="02040503050406030204" pitchFamily="18" charset="0"/>
                                        </a:rPr>
                                        <m:t>,0</m:t>
                                      </m:r>
                                    </m:e>
                                  </m:d>
                                </m:e>
                              </m:func>
                            </m:e>
                          </m:acc>
                        </m:num>
                        <m:den>
                          <m:r>
                            <a:rPr lang="en-US" i="1">
                              <a:solidFill>
                                <a:schemeClr val="accent2">
                                  <a:lumMod val="20000"/>
                                  <a:lumOff val="80000"/>
                                </a:schemeClr>
                              </a:solidFill>
                              <a:latin typeface="Cambria Math" panose="02040503050406030204" pitchFamily="18" charset="0"/>
                            </a:rPr>
                            <m:t>𝐹𝐶</m:t>
                          </m:r>
                        </m:den>
                      </m:f>
                    </m:oMath>
                  </m:oMathPara>
                </a14:m>
                <a:endParaRPr lang="en-US" b="0" i="1" dirty="0">
                  <a:solidFill>
                    <a:schemeClr val="accent2">
                      <a:lumMod val="20000"/>
                      <a:lumOff val="80000"/>
                    </a:schemeClr>
                  </a:solidFill>
                  <a:latin typeface="Cambria Math" panose="02040503050406030204" pitchFamily="18" charset="0"/>
                </a:endParaRPr>
              </a:p>
            </p:txBody>
          </p:sp>
        </mc:Choice>
        <mc:Fallback xmlns="">
          <p:sp>
            <p:nvSpPr>
              <p:cNvPr id="3" name="TextBox 2">
                <a:extLst>
                  <a:ext uri="{FF2B5EF4-FFF2-40B4-BE49-F238E27FC236}">
                    <a16:creationId xmlns:a16="http://schemas.microsoft.com/office/drawing/2014/main" id="{96B66BB0-FFDD-53AD-CB23-98339EE7B259}"/>
                  </a:ext>
                </a:extLst>
              </p:cNvPr>
              <p:cNvSpPr txBox="1">
                <a:spLocks noRot="1" noChangeAspect="1" noMove="1" noResize="1" noEditPoints="1" noAdjustHandles="1" noChangeArrowheads="1" noChangeShapeType="1" noTextEdit="1"/>
              </p:cNvSpPr>
              <p:nvPr/>
            </p:nvSpPr>
            <p:spPr>
              <a:xfrm>
                <a:off x="294272" y="864210"/>
                <a:ext cx="8457661" cy="2137060"/>
              </a:xfrm>
              <a:prstGeom prst="rect">
                <a:avLst/>
              </a:prstGeom>
              <a:blipFill>
                <a:blip r:embed="rId4"/>
                <a:stretch>
                  <a:fillRect l="-216" t="-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AA551D9-A5CC-CDDA-CDE6-D554A267C97B}"/>
                  </a:ext>
                </a:extLst>
              </p:cNvPr>
              <p:cNvSpPr txBox="1"/>
              <p:nvPr/>
            </p:nvSpPr>
            <p:spPr>
              <a:xfrm>
                <a:off x="4523101" y="3218829"/>
                <a:ext cx="4039873" cy="1878015"/>
              </a:xfrm>
              <a:prstGeom prst="rect">
                <a:avLst/>
              </a:prstGeom>
              <a:noFill/>
            </p:spPr>
            <p:txBody>
              <a:bodyPr wrap="square">
                <a:spAutoFit/>
              </a:bodyPr>
              <a:lstStyle/>
              <a:p>
                <a:pPr lvl="0">
                  <a:buSzPts val="1400"/>
                </a:pPr>
                <a:r>
                  <a:rPr lang="en-US" b="0" dirty="0">
                    <a:solidFill>
                      <a:schemeClr val="accent2">
                        <a:lumMod val="20000"/>
                        <a:lumOff val="80000"/>
                      </a:schemeClr>
                    </a:solidFill>
                    <a:latin typeface="Times New Roman" panose="02020603050405020304" pitchFamily="18" charset="0"/>
                    <a:ea typeface="Cambria Math" panose="02040503050406030204" pitchFamily="18" charset="0"/>
                    <a:cs typeface="Times New Roman" panose="02020603050405020304" pitchFamily="18" charset="0"/>
                  </a:rPr>
                  <a:t>TD3: </a:t>
                </a:r>
              </a:p>
              <a:p>
                <a:pPr lvl="0">
                  <a:buSzPts val="1400"/>
                </a:pPr>
                <a:endParaRPr lang="en-US" sz="500" b="0" dirty="0">
                  <a:solidFill>
                    <a:schemeClr val="accent2">
                      <a:lumMod val="20000"/>
                      <a:lumOff val="80000"/>
                    </a:schemeClr>
                  </a:solidFill>
                  <a:latin typeface="Times New Roman" panose="02020603050405020304" pitchFamily="18" charset="0"/>
                  <a:ea typeface="Cambria Math" panose="02040503050406030204" pitchFamily="18" charset="0"/>
                  <a:cs typeface="Times New Roman" panose="02020603050405020304" pitchFamily="18" charset="0"/>
                </a:endParaRPr>
              </a:p>
              <a:p>
                <a:pPr lvl="0">
                  <a:buSzPts val="1400"/>
                </a:pPr>
                <a14:m>
                  <m:oMath xmlns:m="http://schemas.openxmlformats.org/officeDocument/2006/math">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m:rPr>
                            <m:sty m:val="p"/>
                          </m:rP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π</m:t>
                        </m:r>
                      </m:e>
                      <m:sub>
                        <m:r>
                          <m:rPr>
                            <m:sty m:val="p"/>
                          </m:rP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θ</m:t>
                        </m:r>
                      </m:sub>
                    </m:sSub>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m:rPr>
                                <m:sty m:val="p"/>
                              </m:rP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s</m:t>
                            </m:r>
                          </m:e>
                          <m:sub>
                            <m:r>
                              <m:rPr>
                                <m:sty m:val="p"/>
                              </m:rP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k</m:t>
                            </m:r>
                          </m:sub>
                        </m:sSub>
                      </m:e>
                    </m:d>
                    <m: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m:rPr>
                            <m:sty m:val="p"/>
                          </m:rP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u</m:t>
                        </m:r>
                      </m:e>
                      <m:sub>
                        <m:r>
                          <m:rPr>
                            <m:sty m:val="p"/>
                          </m:rP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k</m:t>
                        </m:r>
                      </m:sub>
                    </m:sSub>
                  </m:oMath>
                </a14:m>
                <a:r>
                  <a:rPr lang="en-US" b="0" dirty="0">
                    <a:solidFill>
                      <a:schemeClr val="accent2">
                        <a:lumMod val="20000"/>
                        <a:lumOff val="80000"/>
                      </a:schemeClr>
                    </a:solidFill>
                    <a:latin typeface="Times New Roman" panose="02020603050405020304" pitchFamily="18" charset="0"/>
                    <a:ea typeface="Cambria Math" panose="02040503050406030204" pitchFamily="18" charset="0"/>
                    <a:cs typeface="Times New Roman" panose="02020603050405020304" pitchFamily="18" charset="0"/>
                  </a:rPr>
                  <a:t> (deterministic</a:t>
                </a:r>
                <a:r>
                  <a:rPr lang="en-US" dirty="0">
                    <a:solidFill>
                      <a:schemeClr val="accent2">
                        <a:lumMod val="20000"/>
                        <a:lumOff val="80000"/>
                      </a:schemeClr>
                    </a:solidFill>
                    <a:latin typeface="Times New Roman" panose="02020603050405020304" pitchFamily="18" charset="0"/>
                    <a:ea typeface="Cambria Math" panose="02040503050406030204" pitchFamily="18" charset="0"/>
                    <a:cs typeface="Times New Roman" panose="02020603050405020304" pitchFamily="18" charset="0"/>
                  </a:rPr>
                  <a:t>)</a:t>
                </a:r>
                <a:endParaRPr lang="en-US" b="0" dirty="0">
                  <a:solidFill>
                    <a:schemeClr val="accent2">
                      <a:lumMod val="20000"/>
                      <a:lumOff val="80000"/>
                    </a:schemeClr>
                  </a:solidFill>
                  <a:latin typeface="Times New Roman" panose="02020603050405020304" pitchFamily="18" charset="0"/>
                  <a:ea typeface="Cambria Math" panose="02040503050406030204" pitchFamily="18" charset="0"/>
                  <a:cs typeface="Times New Roman" panose="02020603050405020304" pitchFamily="18" charset="0"/>
                </a:endParaRPr>
              </a:p>
              <a:p>
                <a:pPr lvl="0">
                  <a:buSzPts val="1400"/>
                </a:pPr>
                <a:endParaRPr lang="en-US" sz="500" b="0" dirty="0">
                  <a:solidFill>
                    <a:schemeClr val="accent2">
                      <a:lumMod val="20000"/>
                      <a:lumOff val="80000"/>
                    </a:schemeClr>
                  </a:solidFill>
                  <a:latin typeface="Times New Roman" panose="02020603050405020304" pitchFamily="18" charset="0"/>
                  <a:ea typeface="Cambria Math" panose="02040503050406030204" pitchFamily="18" charset="0"/>
                  <a:cs typeface="Times New Roman" panose="02020603050405020304" pitchFamily="18" charset="0"/>
                </a:endParaRPr>
              </a:p>
              <a:p>
                <a:pPr lvl="0">
                  <a:buSzPts val="1400"/>
                </a:pPr>
                <a14:m>
                  <m:oMathPara xmlns:m="http://schemas.openxmlformats.org/officeDocument/2006/math">
                    <m:oMathParaPr>
                      <m:jc m:val="centerGroup"/>
                    </m:oMathParaPr>
                    <m:oMath xmlns:m="http://schemas.openxmlformats.org/officeDocument/2006/math">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𝑦</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𝑘</m:t>
                          </m:r>
                        </m:sub>
                      </m:s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m:t>
                      </m:r>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𝑟</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𝑘</m:t>
                          </m:r>
                        </m:sub>
                      </m:s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m:t>
                      </m:r>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𝛾</m:t>
                      </m:r>
                      <m:func>
                        <m:func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funcPr>
                        <m:fName>
                          <m:limLow>
                            <m:limLow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limLow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𝑚𝑖𝑛</m:t>
                              </m:r>
                            </m:e>
                            <m:lim>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𝑖</m:t>
                              </m:r>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=1,2</m:t>
                              </m:r>
                            </m:lim>
                          </m:limLow>
                        </m:fName>
                        <m:e>
                          <m:sSubSup>
                            <m:sSubSup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SupPr>
                            <m:e>
                              <m:r>
                                <a:rPr lang="en-US" i="1" smtClean="0">
                                  <a:solidFill>
                                    <a:schemeClr val="accent2">
                                      <a:lumMod val="20000"/>
                                      <a:lumOff val="80000"/>
                                    </a:schemeClr>
                                  </a:solidFill>
                                  <a:latin typeface="Cambria Math" panose="02040503050406030204" pitchFamily="18" charset="0"/>
                                  <a:ea typeface="Cambria Math" panose="02040503050406030204" pitchFamily="18" charset="0"/>
                                </a:rPr>
                                <m:t>𝑄</m:t>
                              </m:r>
                            </m:e>
                            <m:sub>
                              <m:sSub>
                                <m:sSubPr>
                                  <m:ctrlPr>
                                    <a:rPr lang="en-US" i="1">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i="1" smtClean="0">
                                      <a:solidFill>
                                        <a:schemeClr val="accent2">
                                          <a:lumMod val="20000"/>
                                          <a:lumOff val="80000"/>
                                        </a:schemeClr>
                                      </a:solidFill>
                                      <a:latin typeface="Cambria Math" panose="02040503050406030204" pitchFamily="18" charset="0"/>
                                      <a:ea typeface="Cambria Math" panose="02040503050406030204" pitchFamily="18" charset="0"/>
                                    </a:rPr>
                                    <m:t>𝜃</m:t>
                                  </m:r>
                                </m:e>
                                <m:sub>
                                  <m:r>
                                    <a:rPr lang="en-US" i="1" smtClean="0">
                                      <a:solidFill>
                                        <a:schemeClr val="accent2">
                                          <a:lumMod val="20000"/>
                                          <a:lumOff val="80000"/>
                                        </a:schemeClr>
                                      </a:solidFill>
                                      <a:latin typeface="Cambria Math" panose="02040503050406030204" pitchFamily="18" charset="0"/>
                                      <a:ea typeface="Cambria Math" panose="02040503050406030204" pitchFamily="18" charset="0"/>
                                    </a:rPr>
                                    <m:t>𝑖</m:t>
                                  </m:r>
                                </m:sub>
                              </m:sSub>
                            </m:sub>
                            <m:sup>
                              <m:r>
                                <a:rPr lang="en-US" i="1" smtClean="0">
                                  <a:solidFill>
                                    <a:schemeClr val="accent2">
                                      <a:lumMod val="20000"/>
                                      <a:lumOff val="80000"/>
                                    </a:schemeClr>
                                  </a:solidFill>
                                  <a:latin typeface="Cambria Math" panose="02040503050406030204" pitchFamily="18" charset="0"/>
                                  <a:ea typeface="Cambria Math" panose="02040503050406030204" pitchFamily="18" charset="0"/>
                                </a:rPr>
                                <m:t>′</m:t>
                              </m:r>
                            </m:sup>
                          </m:sSubSup>
                        </m:e>
                      </m:func>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𝑠</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𝑘</m:t>
                              </m:r>
                            </m:sub>
                          </m:s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+1 ,</m:t>
                          </m:r>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𝜋</m:t>
                              </m:r>
                            </m:e>
                            <m:sub>
                              <m:sSup>
                                <m:sSup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p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𝜃</m:t>
                                  </m:r>
                                </m:e>
                                <m:sup>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m:t>
                                  </m:r>
                                </m:sup>
                              </m:sSup>
                            </m:sub>
                          </m:sSub>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sSub>
                                <m:sSub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𝑠</m:t>
                                  </m:r>
                                </m:e>
                                <m:sub>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𝑘</m:t>
                                  </m:r>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+1</m:t>
                                  </m:r>
                                </m:sub>
                              </m:sSub>
                            </m:e>
                          </m:d>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m:t>
                          </m:r>
                          <m: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t>𝜖</m:t>
                          </m:r>
                        </m:e>
                      </m:d>
                      <m: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 </m:t>
                      </m:r>
                    </m:oMath>
                  </m:oMathPara>
                </a14:m>
                <a:endParaRPr lang="en-US" b="0" dirty="0">
                  <a:solidFill>
                    <a:schemeClr val="accent2">
                      <a:lumMod val="20000"/>
                      <a:lumOff val="80000"/>
                    </a:schemeClr>
                  </a:solidFill>
                  <a:latin typeface="Times New Roman" panose="02020603050405020304" pitchFamily="18" charset="0"/>
                  <a:ea typeface="Cambria Math" panose="02040503050406030204" pitchFamily="18" charset="0"/>
                  <a:cs typeface="Times New Roman" panose="02020603050405020304" pitchFamily="18" charset="0"/>
                </a:endParaRPr>
              </a:p>
              <a:p>
                <a:pPr lvl="0">
                  <a:buSzPts val="1400"/>
                </a:pPr>
                <a14:m>
                  <m:oMathPara xmlns:m="http://schemas.openxmlformats.org/officeDocument/2006/math">
                    <m:oMathParaPr>
                      <m:jc m:val="centerGroup"/>
                    </m:oMathParaPr>
                    <m:oMath xmlns:m="http://schemas.openxmlformats.org/officeDocument/2006/math">
                      <m:r>
                        <m:rPr>
                          <m:sty m:val="p"/>
                        </m:rP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ϵ</m:t>
                      </m:r>
                      <m: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m:t>
                      </m:r>
                      <m:r>
                        <m:rPr>
                          <m:sty m:val="p"/>
                        </m:rP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clip</m:t>
                      </m:r>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i="0" smtClean="0">
                              <a:solidFill>
                                <a:schemeClr val="accent2">
                                  <a:lumMod val="20000"/>
                                  <a:lumOff val="80000"/>
                                </a:schemeClr>
                              </a:solidFill>
                              <a:latin typeface="Cambria Math" panose="02040503050406030204" pitchFamily="18" charset="0"/>
                              <a:ea typeface="Cambria Math" panose="02040503050406030204" pitchFamily="18" charset="0"/>
                            </a:rPr>
                            <m:t>𝒩</m:t>
                          </m:r>
                          <m:d>
                            <m:dPr>
                              <m:ctrlPr>
                                <a:rPr lang="en-US" b="0" i="1" smtClean="0">
                                  <a:solidFill>
                                    <a:schemeClr val="accent2">
                                      <a:lumMod val="20000"/>
                                      <a:lumOff val="80000"/>
                                    </a:schemeClr>
                                  </a:solidFill>
                                  <a:latin typeface="Cambria Math" panose="02040503050406030204" pitchFamily="18" charset="0"/>
                                  <a:ea typeface="Cambria Math" panose="02040503050406030204" pitchFamily="18" charset="0"/>
                                </a:rPr>
                              </m:ctrlPr>
                            </m:dPr>
                            <m:e>
                              <m: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0,</m:t>
                              </m:r>
                              <m:r>
                                <m:rPr>
                                  <m:sty m:val="p"/>
                                </m:rP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σ</m:t>
                              </m:r>
                            </m:e>
                          </m:d>
                          <m: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m:t>
                          </m:r>
                          <m:r>
                            <m:rPr>
                              <m:sty m:val="p"/>
                            </m:rP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c</m:t>
                          </m:r>
                          <m: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m:t>
                          </m:r>
                          <m:r>
                            <m:rPr>
                              <m:sty m:val="p"/>
                            </m:rPr>
                            <a:rPr lang="en-US" b="0" i="0" smtClean="0">
                              <a:solidFill>
                                <a:schemeClr val="accent2">
                                  <a:lumMod val="20000"/>
                                  <a:lumOff val="80000"/>
                                </a:schemeClr>
                              </a:solidFill>
                              <a:latin typeface="Cambria Math" panose="02040503050406030204" pitchFamily="18" charset="0"/>
                              <a:ea typeface="Cambria Math" panose="02040503050406030204" pitchFamily="18" charset="0"/>
                            </a:rPr>
                            <m:t>c</m:t>
                          </m:r>
                        </m:e>
                      </m:d>
                    </m:oMath>
                  </m:oMathPara>
                </a14:m>
                <a:endParaRPr lang="en-US" sz="1400" b="0" u="none" strike="noStrike" cap="none" dirty="0">
                  <a:solidFill>
                    <a:schemeClr val="accent2">
                      <a:lumMod val="20000"/>
                      <a:lumOff val="80000"/>
                    </a:schemeClr>
                  </a:solidFill>
                  <a:latin typeface="Times New Roman" panose="02020603050405020304" pitchFamily="18" charset="0"/>
                  <a:cs typeface="Times New Roman" panose="02020603050405020304" pitchFamily="18" charset="0"/>
                  <a:sym typeface="Arial"/>
                </a:endParaRPr>
              </a:p>
              <a:p>
                <a:pPr lvl="0">
                  <a:buSzPts val="1400"/>
                </a:pPr>
                <a:endParaRPr lang="en-US" sz="600" b="0" u="none" strike="noStrike" cap="none" dirty="0">
                  <a:solidFill>
                    <a:schemeClr val="accent2">
                      <a:lumMod val="20000"/>
                      <a:lumOff val="80000"/>
                    </a:schemeClr>
                  </a:solidFill>
                  <a:latin typeface="Times New Roman" panose="02020603050405020304" pitchFamily="18" charset="0"/>
                  <a:cs typeface="Times New Roman" panose="02020603050405020304" pitchFamily="18" charset="0"/>
                  <a:sym typeface="Arial"/>
                </a:endParaRPr>
              </a:p>
              <a:p>
                <a:pPr lvl="0">
                  <a:buSzPts val="1400"/>
                </a:pPr>
                <a14:m>
                  <m:oMath xmlns:m="http://schemas.openxmlformats.org/officeDocument/2006/math">
                    <m:sSub>
                      <m:sSubPr>
                        <m:ctrlPr>
                          <a:rPr lang="en-US" b="0" i="1" smtClean="0">
                            <a:solidFill>
                              <a:schemeClr val="accent2">
                                <a:lumMod val="20000"/>
                                <a:lumOff val="80000"/>
                              </a:schemeClr>
                            </a:solidFill>
                            <a:latin typeface="Cambria Math" panose="02040503050406030204" pitchFamily="18" charset="0"/>
                          </a:rPr>
                        </m:ctrlPr>
                      </m:sSubPr>
                      <m:e>
                        <m:r>
                          <m:rPr>
                            <m:sty m:val="p"/>
                          </m:rPr>
                          <a:rPr lang="en-US" b="0" i="0" smtClean="0">
                            <a:solidFill>
                              <a:schemeClr val="accent2">
                                <a:lumMod val="20000"/>
                                <a:lumOff val="80000"/>
                              </a:schemeClr>
                            </a:solidFill>
                            <a:latin typeface="Cambria Math" panose="02040503050406030204" pitchFamily="18" charset="0"/>
                          </a:rPr>
                          <m:t>r</m:t>
                        </m:r>
                      </m:e>
                      <m:sub>
                        <m:r>
                          <m:rPr>
                            <m:sty m:val="p"/>
                          </m:rPr>
                          <a:rPr lang="en-US" b="0" i="0" smtClean="0">
                            <a:solidFill>
                              <a:schemeClr val="accent2">
                                <a:lumMod val="20000"/>
                                <a:lumOff val="80000"/>
                              </a:schemeClr>
                            </a:solidFill>
                            <a:latin typeface="Cambria Math" panose="02040503050406030204" pitchFamily="18" charset="0"/>
                          </a:rPr>
                          <m:t>k</m:t>
                        </m:r>
                      </m:sub>
                    </m:sSub>
                  </m:oMath>
                </a14:m>
                <a:r>
                  <a:rPr lang="en-US" b="0" dirty="0">
                    <a:solidFill>
                      <a:schemeClr val="accent2">
                        <a:lumMod val="20000"/>
                        <a:lumOff val="80000"/>
                      </a:schemeClr>
                    </a:solidFill>
                    <a:latin typeface="Times New Roman" panose="02020603050405020304" pitchFamily="18" charset="0"/>
                    <a:cs typeface="Times New Roman" panose="02020603050405020304" pitchFamily="18" charset="0"/>
                  </a:rPr>
                  <a:t> here includes a terminal bonus </a:t>
                </a:r>
              </a:p>
              <a:p>
                <a:pPr lvl="0">
                  <a:buSzPts val="1400"/>
                </a:pPr>
                <a14:m>
                  <m:oMath xmlns:m="http://schemas.openxmlformats.org/officeDocument/2006/math">
                    <m:sSub>
                      <m:sSubPr>
                        <m:ctrlPr>
                          <a:rPr lang="en-US" i="1">
                            <a:solidFill>
                              <a:schemeClr val="accent2">
                                <a:lumMod val="20000"/>
                                <a:lumOff val="80000"/>
                              </a:schemeClr>
                            </a:solidFill>
                            <a:latin typeface="Cambria Math" panose="02040503050406030204" pitchFamily="18" charset="0"/>
                          </a:rPr>
                        </m:ctrlPr>
                      </m:sSubPr>
                      <m:e>
                        <m:r>
                          <m:rPr>
                            <m:sty m:val="p"/>
                          </m:rPr>
                          <a:rPr lang="en-US" i="0" smtClean="0">
                            <a:solidFill>
                              <a:schemeClr val="accent2">
                                <a:lumMod val="20000"/>
                                <a:lumOff val="80000"/>
                              </a:schemeClr>
                            </a:solidFill>
                            <a:latin typeface="Cambria Math" panose="02040503050406030204" pitchFamily="18" charset="0"/>
                          </a:rPr>
                          <m:t>r</m:t>
                        </m:r>
                      </m:e>
                      <m:sub>
                        <m:r>
                          <m:rPr>
                            <m:sty m:val="p"/>
                          </m:rPr>
                          <a:rPr lang="en-US" i="0" smtClean="0">
                            <a:solidFill>
                              <a:schemeClr val="accent2">
                                <a:lumMod val="20000"/>
                                <a:lumOff val="80000"/>
                              </a:schemeClr>
                            </a:solidFill>
                            <a:latin typeface="Cambria Math" panose="02040503050406030204" pitchFamily="18" charset="0"/>
                          </a:rPr>
                          <m:t>term</m:t>
                        </m:r>
                      </m:sub>
                    </m:sSub>
                    <m:r>
                      <a:rPr lang="en-US" i="0" smtClean="0">
                        <a:solidFill>
                          <a:schemeClr val="accent2">
                            <a:lumMod val="20000"/>
                            <a:lumOff val="80000"/>
                          </a:schemeClr>
                        </a:solidFill>
                        <a:latin typeface="Cambria Math" panose="02040503050406030204" pitchFamily="18" charset="0"/>
                      </a:rPr>
                      <m:t>=</m:t>
                    </m:r>
                    <m:sSub>
                      <m:sSubPr>
                        <m:ctrlPr>
                          <a:rPr lang="en-US" i="1">
                            <a:solidFill>
                              <a:schemeClr val="accent2">
                                <a:lumMod val="20000"/>
                                <a:lumOff val="80000"/>
                              </a:schemeClr>
                            </a:solidFill>
                            <a:latin typeface="Cambria Math" panose="02040503050406030204" pitchFamily="18" charset="0"/>
                          </a:rPr>
                        </m:ctrlPr>
                      </m:sSubPr>
                      <m:e>
                        <m:r>
                          <m:rPr>
                            <m:sty m:val="p"/>
                          </m:rPr>
                          <a:rPr lang="en-US" i="0" smtClean="0">
                            <a:solidFill>
                              <a:schemeClr val="accent2">
                                <a:lumMod val="20000"/>
                                <a:lumOff val="80000"/>
                              </a:schemeClr>
                            </a:solidFill>
                            <a:latin typeface="Cambria Math" panose="02040503050406030204" pitchFamily="18" charset="0"/>
                          </a:rPr>
                          <m:t>α</m:t>
                        </m:r>
                      </m:e>
                      <m:sub>
                        <m:r>
                          <m:rPr>
                            <m:sty m:val="p"/>
                          </m:rPr>
                          <a:rPr lang="en-US" i="0" smtClean="0">
                            <a:solidFill>
                              <a:schemeClr val="accent2">
                                <a:lumMod val="20000"/>
                                <a:lumOff val="80000"/>
                              </a:schemeClr>
                            </a:solidFill>
                            <a:latin typeface="Cambria Math" panose="02040503050406030204" pitchFamily="18" charset="0"/>
                          </a:rPr>
                          <m:t>T</m:t>
                        </m:r>
                      </m:sub>
                    </m:sSub>
                    <m:r>
                      <a:rPr lang="en-US" i="0" smtClean="0">
                        <a:solidFill>
                          <a:schemeClr val="accent2">
                            <a:lumMod val="20000"/>
                            <a:lumOff val="80000"/>
                          </a:schemeClr>
                        </a:solidFill>
                        <a:latin typeface="Cambria Math" panose="02040503050406030204" pitchFamily="18" charset="0"/>
                      </a:rPr>
                      <m:t>⋅</m:t>
                    </m:r>
                    <m:f>
                      <m:fPr>
                        <m:ctrlPr>
                          <a:rPr lang="en-US" i="1">
                            <a:solidFill>
                              <a:schemeClr val="accent2">
                                <a:lumMod val="20000"/>
                                <a:lumOff val="80000"/>
                              </a:schemeClr>
                            </a:solidFill>
                            <a:latin typeface="Cambria Math" panose="02040503050406030204" pitchFamily="18" charset="0"/>
                          </a:rPr>
                        </m:ctrlPr>
                      </m:fPr>
                      <m:num>
                        <m:sSub>
                          <m:sSubPr>
                            <m:ctrlPr>
                              <a:rPr lang="en-US" i="1">
                                <a:solidFill>
                                  <a:schemeClr val="accent2">
                                    <a:lumMod val="20000"/>
                                    <a:lumOff val="80000"/>
                                  </a:schemeClr>
                                </a:solidFill>
                                <a:latin typeface="Cambria Math" panose="02040503050406030204" pitchFamily="18" charset="0"/>
                              </a:rPr>
                            </m:ctrlPr>
                          </m:sSubPr>
                          <m:e>
                            <m:acc>
                              <m:accPr>
                                <m:chr m:val="̅"/>
                                <m:ctrlPr>
                                  <a:rPr lang="en-US" i="1">
                                    <a:solidFill>
                                      <a:schemeClr val="accent2">
                                        <a:lumMod val="20000"/>
                                        <a:lumOff val="80000"/>
                                      </a:schemeClr>
                                    </a:solidFill>
                                    <a:latin typeface="Cambria Math" panose="02040503050406030204" pitchFamily="18" charset="0"/>
                                  </a:rPr>
                                </m:ctrlPr>
                              </m:accPr>
                              <m:e>
                                <m:r>
                                  <m:rPr>
                                    <m:sty m:val="p"/>
                                  </m:rPr>
                                  <a:rPr lang="en-US" i="0" smtClean="0">
                                    <a:solidFill>
                                      <a:schemeClr val="accent2">
                                        <a:lumMod val="20000"/>
                                        <a:lumOff val="80000"/>
                                      </a:schemeClr>
                                    </a:solidFill>
                                    <a:latin typeface="Cambria Math" panose="02040503050406030204" pitchFamily="18" charset="0"/>
                                  </a:rPr>
                                  <m:t>x</m:t>
                                </m:r>
                              </m:e>
                            </m:acc>
                          </m:e>
                          <m:sub>
                            <m:r>
                              <a:rPr lang="en-US" i="0" smtClean="0">
                                <a:solidFill>
                                  <a:schemeClr val="accent2">
                                    <a:lumMod val="20000"/>
                                    <a:lumOff val="80000"/>
                                  </a:schemeClr>
                                </a:solidFill>
                                <a:latin typeface="Cambria Math" panose="02040503050406030204" pitchFamily="18" charset="0"/>
                              </a:rPr>
                              <m:t>4</m:t>
                            </m:r>
                          </m:sub>
                        </m:sSub>
                        <m:d>
                          <m:dPr>
                            <m:ctrlPr>
                              <a:rPr lang="en-US" i="1">
                                <a:solidFill>
                                  <a:schemeClr val="accent2">
                                    <a:lumMod val="20000"/>
                                    <a:lumOff val="80000"/>
                                  </a:schemeClr>
                                </a:solidFill>
                                <a:latin typeface="Cambria Math" panose="02040503050406030204" pitchFamily="18" charset="0"/>
                              </a:rPr>
                            </m:ctrlPr>
                          </m:dPr>
                          <m:e>
                            <m:r>
                              <m:rPr>
                                <m:sty m:val="p"/>
                              </m:rPr>
                              <a:rPr lang="en-US" i="0" smtClean="0">
                                <a:solidFill>
                                  <a:schemeClr val="accent2">
                                    <a:lumMod val="20000"/>
                                    <a:lumOff val="80000"/>
                                  </a:schemeClr>
                                </a:solidFill>
                                <a:latin typeface="Cambria Math" panose="02040503050406030204" pitchFamily="18" charset="0"/>
                              </a:rPr>
                              <m:t>K</m:t>
                            </m:r>
                          </m:e>
                        </m:d>
                      </m:num>
                      <m:den>
                        <m:sSub>
                          <m:sSubPr>
                            <m:ctrlPr>
                              <a:rPr lang="en-US" i="1">
                                <a:solidFill>
                                  <a:schemeClr val="accent2">
                                    <a:lumMod val="20000"/>
                                    <a:lumOff val="80000"/>
                                  </a:schemeClr>
                                </a:solidFill>
                                <a:latin typeface="Cambria Math" panose="02040503050406030204" pitchFamily="18" charset="0"/>
                              </a:rPr>
                            </m:ctrlPr>
                          </m:sSubPr>
                          <m:e>
                            <m:r>
                              <m:rPr>
                                <m:sty m:val="p"/>
                              </m:rPr>
                              <a:rPr lang="en-US" i="0" smtClean="0">
                                <a:solidFill>
                                  <a:schemeClr val="accent2">
                                    <a:lumMod val="20000"/>
                                    <a:lumOff val="80000"/>
                                  </a:schemeClr>
                                </a:solidFill>
                                <a:latin typeface="Cambria Math" panose="02040503050406030204" pitchFamily="18" charset="0"/>
                              </a:rPr>
                              <m:t>x</m:t>
                            </m:r>
                          </m:e>
                          <m:sub>
                            <m:r>
                              <a:rPr lang="en-US" i="0" smtClean="0">
                                <a:solidFill>
                                  <a:schemeClr val="accent2">
                                    <a:lumMod val="20000"/>
                                    <a:lumOff val="80000"/>
                                  </a:schemeClr>
                                </a:solidFill>
                                <a:latin typeface="Cambria Math" panose="02040503050406030204" pitchFamily="18" charset="0"/>
                              </a:rPr>
                              <m:t>4,   </m:t>
                            </m:r>
                            <m:r>
                              <m:rPr>
                                <m:sty m:val="p"/>
                              </m:rPr>
                              <a:rPr lang="en-US" i="0" smtClean="0">
                                <a:solidFill>
                                  <a:schemeClr val="accent2">
                                    <a:lumMod val="20000"/>
                                    <a:lumOff val="80000"/>
                                  </a:schemeClr>
                                </a:solidFill>
                                <a:latin typeface="Cambria Math" panose="02040503050406030204" pitchFamily="18" charset="0"/>
                              </a:rPr>
                              <m:t>ref</m:t>
                            </m:r>
                          </m:sub>
                        </m:sSub>
                      </m:den>
                    </m:f>
                    <m:r>
                      <a:rPr lang="en-US" i="0" smtClean="0">
                        <a:solidFill>
                          <a:schemeClr val="accent2">
                            <a:lumMod val="20000"/>
                            <a:lumOff val="80000"/>
                          </a:schemeClr>
                        </a:solidFill>
                        <a:latin typeface="Cambria Math" panose="02040503050406030204" pitchFamily="18" charset="0"/>
                      </a:rPr>
                      <m:t>,</m:t>
                    </m:r>
                    <m:sSub>
                      <m:sSubPr>
                        <m:ctrlPr>
                          <a:rPr lang="en-US" i="1">
                            <a:solidFill>
                              <a:schemeClr val="accent2">
                                <a:lumMod val="20000"/>
                                <a:lumOff val="80000"/>
                              </a:schemeClr>
                            </a:solidFill>
                            <a:latin typeface="Cambria Math" panose="02040503050406030204" pitchFamily="18" charset="0"/>
                          </a:rPr>
                        </m:ctrlPr>
                      </m:sSubPr>
                      <m:e>
                        <m:r>
                          <m:rPr>
                            <m:sty m:val="p"/>
                          </m:rPr>
                          <a:rPr lang="en-US" i="0" smtClean="0">
                            <a:solidFill>
                              <a:schemeClr val="accent2">
                                <a:lumMod val="20000"/>
                                <a:lumOff val="80000"/>
                              </a:schemeClr>
                            </a:solidFill>
                            <a:latin typeface="Cambria Math" panose="02040503050406030204" pitchFamily="18" charset="0"/>
                          </a:rPr>
                          <m:t>α</m:t>
                        </m:r>
                      </m:e>
                      <m:sub>
                        <m:r>
                          <m:rPr>
                            <m:sty m:val="p"/>
                          </m:rPr>
                          <a:rPr lang="en-US" i="0" smtClean="0">
                            <a:solidFill>
                              <a:schemeClr val="accent2">
                                <a:lumMod val="20000"/>
                                <a:lumOff val="80000"/>
                              </a:schemeClr>
                            </a:solidFill>
                            <a:latin typeface="Cambria Math" panose="02040503050406030204" pitchFamily="18" charset="0"/>
                          </a:rPr>
                          <m:t>T</m:t>
                        </m:r>
                      </m:sub>
                    </m:sSub>
                    <m:r>
                      <a:rPr lang="en-US" i="0" smtClean="0">
                        <a:solidFill>
                          <a:schemeClr val="accent2">
                            <a:lumMod val="20000"/>
                            <a:lumOff val="80000"/>
                          </a:schemeClr>
                        </a:solidFill>
                        <a:latin typeface="Cambria Math" panose="02040503050406030204" pitchFamily="18" charset="0"/>
                      </a:rPr>
                      <m:t>=1.0</m:t>
                    </m:r>
                  </m:oMath>
                </a14:m>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 (paid once at k=K)</a:t>
                </a:r>
                <a:endParaRPr lang="en-US" b="0" dirty="0">
                  <a:solidFill>
                    <a:schemeClr val="accent2">
                      <a:lumMod val="20000"/>
                      <a:lumOff val="80000"/>
                    </a:schemeClr>
                  </a:solidFill>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8AA551D9-A5CC-CDDA-CDE6-D554A267C97B}"/>
                  </a:ext>
                </a:extLst>
              </p:cNvPr>
              <p:cNvSpPr txBox="1">
                <a:spLocks noRot="1" noChangeAspect="1" noMove="1" noResize="1" noEditPoints="1" noAdjustHandles="1" noChangeArrowheads="1" noChangeShapeType="1" noTextEdit="1"/>
              </p:cNvSpPr>
              <p:nvPr/>
            </p:nvSpPr>
            <p:spPr>
              <a:xfrm>
                <a:off x="4523101" y="3218829"/>
                <a:ext cx="4039873" cy="1878015"/>
              </a:xfrm>
              <a:prstGeom prst="rect">
                <a:avLst/>
              </a:prstGeom>
              <a:blipFill>
                <a:blip r:embed="rId5"/>
                <a:stretch>
                  <a:fillRect l="-452" t="-649"/>
                </a:stretch>
              </a:blipFill>
            </p:spPr>
            <p:txBody>
              <a:bodyPr/>
              <a:lstStyle/>
              <a:p>
                <a:r>
                  <a:rPr lang="en-US">
                    <a:noFill/>
                  </a:rPr>
                  <a:t> </a:t>
                </a:r>
              </a:p>
            </p:txBody>
          </p:sp>
        </mc:Fallback>
      </mc:AlternateContent>
      <p:cxnSp>
        <p:nvCxnSpPr>
          <p:cNvPr id="8" name="Straight Connector 7">
            <a:extLst>
              <a:ext uri="{FF2B5EF4-FFF2-40B4-BE49-F238E27FC236}">
                <a16:creationId xmlns:a16="http://schemas.microsoft.com/office/drawing/2014/main" id="{EB3E8815-3CCD-1B85-E7C6-C0EC350465FC}"/>
              </a:ext>
            </a:extLst>
          </p:cNvPr>
          <p:cNvCxnSpPr>
            <a:cxnSpLocks/>
          </p:cNvCxnSpPr>
          <p:nvPr/>
        </p:nvCxnSpPr>
        <p:spPr>
          <a:xfrm>
            <a:off x="4432200" y="3267075"/>
            <a:ext cx="0" cy="1829769"/>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8C2FB4D1-8BDA-9A35-59F3-C707AE6E94B5}"/>
            </a:ext>
          </a:extLst>
        </p:cNvPr>
        <p:cNvGrpSpPr/>
        <p:nvPr/>
      </p:nvGrpSpPr>
      <p:grpSpPr>
        <a:xfrm>
          <a:off x="0" y="0"/>
          <a:ext cx="0" cy="0"/>
          <a:chOff x="0" y="0"/>
          <a:chExt cx="0" cy="0"/>
        </a:xfrm>
      </p:grpSpPr>
      <p:sp>
        <p:nvSpPr>
          <p:cNvPr id="232" name="Google Shape;232;p12">
            <a:extLst>
              <a:ext uri="{FF2B5EF4-FFF2-40B4-BE49-F238E27FC236}">
                <a16:creationId xmlns:a16="http://schemas.microsoft.com/office/drawing/2014/main" id="{E8DF3163-B7B2-6D7E-8D15-5D74AAF720B8}"/>
              </a:ext>
            </a:extLst>
          </p:cNvPr>
          <p:cNvSpPr txBox="1"/>
          <p:nvPr/>
        </p:nvSpPr>
        <p:spPr>
          <a:xfrm>
            <a:off x="281940" y="310204"/>
            <a:ext cx="8511540" cy="527400"/>
          </a:xfrm>
          <a:prstGeom prst="rect">
            <a:avLst/>
          </a:prstGeom>
          <a:noFill/>
          <a:ln>
            <a:noFill/>
          </a:ln>
        </p:spPr>
        <p:txBody>
          <a:bodyPr spcFirstLastPara="1" wrap="square" lIns="91425" tIns="45700" rIns="91425" bIns="45700" anchor="ctr" anchorCtr="0">
            <a:noAutofit/>
          </a:bodyPr>
          <a:lstStyle/>
          <a:p>
            <a:pPr lvl="0">
              <a:buClr>
                <a:schemeClr val="lt1"/>
              </a:buClr>
              <a:buSzPts val="2667"/>
            </a:pPr>
            <a:r>
              <a:rPr lang="en-US" sz="3000" b="1" dirty="0">
                <a:solidFill>
                  <a:srgbClr val="FFFFFF"/>
                </a:solidFill>
                <a:latin typeface="Times New Roman"/>
                <a:ea typeface="Times New Roman"/>
                <a:cs typeface="Times New Roman"/>
                <a:sym typeface="Times New Roman"/>
              </a:rPr>
              <a:t>RL Controller Network Architecture </a:t>
            </a:r>
            <a:endParaRPr sz="3000" b="1" i="0" u="none" strike="noStrike" cap="none" dirty="0">
              <a:solidFill>
                <a:srgbClr val="FFFFFF"/>
              </a:solidFill>
              <a:latin typeface="Times New Roman"/>
              <a:ea typeface="Times New Roman"/>
              <a:cs typeface="Times New Roman"/>
              <a:sym typeface="Times New Roman"/>
            </a:endParaRPr>
          </a:p>
        </p:txBody>
      </p:sp>
      <p:sp>
        <p:nvSpPr>
          <p:cNvPr id="3" name="Google Shape;178;p3">
            <a:extLst>
              <a:ext uri="{FF2B5EF4-FFF2-40B4-BE49-F238E27FC236}">
                <a16:creationId xmlns:a16="http://schemas.microsoft.com/office/drawing/2014/main" id="{929C2E2B-8CC0-8990-3350-883BB478B470}"/>
              </a:ext>
            </a:extLst>
          </p:cNvPr>
          <p:cNvSpPr txBox="1"/>
          <p:nvPr/>
        </p:nvSpPr>
        <p:spPr>
          <a:xfrm>
            <a:off x="8485809" y="4800600"/>
            <a:ext cx="391491"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dirty="0">
                <a:solidFill>
                  <a:schemeClr val="lt2"/>
                </a:solidFill>
              </a:rPr>
              <a:t>12</a:t>
            </a:r>
            <a:endParaRPr sz="1400" b="0" i="0" u="none" strike="noStrike" cap="none" dirty="0">
              <a:solidFill>
                <a:srgbClr val="000000"/>
              </a:solidFill>
              <a:latin typeface="Arial"/>
              <a:ea typeface="Arial"/>
              <a:cs typeface="Arial"/>
              <a:sym typeface="Arial"/>
            </a:endParaRPr>
          </a:p>
        </p:txBody>
      </p:sp>
      <p:sp>
        <p:nvSpPr>
          <p:cNvPr id="27" name="Rectangle: Rounded Corners 26">
            <a:extLst>
              <a:ext uri="{FF2B5EF4-FFF2-40B4-BE49-F238E27FC236}">
                <a16:creationId xmlns:a16="http://schemas.microsoft.com/office/drawing/2014/main" id="{85AB0FCD-B9F0-39AF-27D7-3F0FC1EA5A1D}"/>
              </a:ext>
            </a:extLst>
          </p:cNvPr>
          <p:cNvSpPr/>
          <p:nvPr/>
        </p:nvSpPr>
        <p:spPr>
          <a:xfrm>
            <a:off x="4569907" y="2415205"/>
            <a:ext cx="204205" cy="576442"/>
          </a:xfrm>
          <a:prstGeom prst="roundRect">
            <a:avLst/>
          </a:prstGeom>
          <a:solidFill>
            <a:schemeClr val="bg2">
              <a:lumMod val="65000"/>
              <a:lumOff val="35000"/>
            </a:schemeClr>
          </a:solidFill>
          <a:ln>
            <a:solidFill>
              <a:schemeClr val="bg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20000"/>
                  <a:lumOff val="80000"/>
                </a:schemeClr>
              </a:solidFill>
              <a:latin typeface="Times New Roman" panose="02020603050405020304" pitchFamily="18" charset="0"/>
              <a:cs typeface="Times New Roman" panose="02020603050405020304" pitchFamily="18" charset="0"/>
            </a:endParaRPr>
          </a:p>
        </p:txBody>
      </p:sp>
      <p:sp>
        <p:nvSpPr>
          <p:cNvPr id="29" name="Rectangle: Rounded Corners 28">
            <a:extLst>
              <a:ext uri="{FF2B5EF4-FFF2-40B4-BE49-F238E27FC236}">
                <a16:creationId xmlns:a16="http://schemas.microsoft.com/office/drawing/2014/main" id="{1B4F28D1-FAE9-D30A-114B-1898608BC0BF}"/>
              </a:ext>
            </a:extLst>
          </p:cNvPr>
          <p:cNvSpPr/>
          <p:nvPr/>
        </p:nvSpPr>
        <p:spPr>
          <a:xfrm>
            <a:off x="5670129" y="1773508"/>
            <a:ext cx="204205" cy="1859835"/>
          </a:xfrm>
          <a:prstGeom prst="roundRect">
            <a:avLst/>
          </a:prstGeom>
          <a:solidFill>
            <a:schemeClr val="bg2">
              <a:lumMod val="65000"/>
              <a:lumOff val="35000"/>
            </a:schemeClr>
          </a:solidFill>
          <a:ln>
            <a:solidFill>
              <a:schemeClr val="bg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20000"/>
                  <a:lumOff val="80000"/>
                </a:schemeClr>
              </a:solidFill>
              <a:latin typeface="Times New Roman" panose="02020603050405020304" pitchFamily="18" charset="0"/>
              <a:cs typeface="Times New Roman" panose="02020603050405020304" pitchFamily="18" charset="0"/>
            </a:endParaRPr>
          </a:p>
        </p:txBody>
      </p:sp>
      <p:sp>
        <p:nvSpPr>
          <p:cNvPr id="194" name="TextBox 193">
            <a:extLst>
              <a:ext uri="{FF2B5EF4-FFF2-40B4-BE49-F238E27FC236}">
                <a16:creationId xmlns:a16="http://schemas.microsoft.com/office/drawing/2014/main" id="{8E5EB506-6D80-6E4B-1FBA-79A3C34718A0}"/>
              </a:ext>
            </a:extLst>
          </p:cNvPr>
          <p:cNvSpPr txBox="1"/>
          <p:nvPr/>
        </p:nvSpPr>
        <p:spPr>
          <a:xfrm>
            <a:off x="4835685" y="2383729"/>
            <a:ext cx="756527" cy="307777"/>
          </a:xfrm>
          <a:prstGeom prst="rect">
            <a:avLst/>
          </a:prstGeom>
          <a:noFill/>
        </p:spPr>
        <p:txBody>
          <a:bodyPr wrap="square">
            <a:spAutoFit/>
          </a:bodyPr>
          <a:lstStyle/>
          <a:p>
            <a:pPr algn="ctr"/>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Linear </a:t>
            </a:r>
          </a:p>
        </p:txBody>
      </p:sp>
      <p:sp>
        <p:nvSpPr>
          <p:cNvPr id="196" name="TextBox 195">
            <a:extLst>
              <a:ext uri="{FF2B5EF4-FFF2-40B4-BE49-F238E27FC236}">
                <a16:creationId xmlns:a16="http://schemas.microsoft.com/office/drawing/2014/main" id="{0C819391-6644-CD97-9979-193727574EBB}"/>
              </a:ext>
            </a:extLst>
          </p:cNvPr>
          <p:cNvSpPr txBox="1"/>
          <p:nvPr/>
        </p:nvSpPr>
        <p:spPr>
          <a:xfrm>
            <a:off x="5477976" y="3682796"/>
            <a:ext cx="551069" cy="523220"/>
          </a:xfrm>
          <a:prstGeom prst="rect">
            <a:avLst/>
          </a:prstGeom>
          <a:noFill/>
        </p:spPr>
        <p:txBody>
          <a:bodyPr wrap="square">
            <a:spAutoFit/>
          </a:bodyPr>
          <a:lstStyle/>
          <a:p>
            <a:pPr algn="ctr"/>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256 dims</a:t>
            </a:r>
            <a:endParaRPr lang="en-US" dirty="0"/>
          </a:p>
        </p:txBody>
      </p:sp>
      <p:sp>
        <p:nvSpPr>
          <p:cNvPr id="198" name="Rectangle: Rounded Corners 197">
            <a:extLst>
              <a:ext uri="{FF2B5EF4-FFF2-40B4-BE49-F238E27FC236}">
                <a16:creationId xmlns:a16="http://schemas.microsoft.com/office/drawing/2014/main" id="{098FC0F0-B96E-6558-1ACD-0A2E069FAA62}"/>
              </a:ext>
            </a:extLst>
          </p:cNvPr>
          <p:cNvSpPr/>
          <p:nvPr/>
        </p:nvSpPr>
        <p:spPr>
          <a:xfrm>
            <a:off x="6798262" y="1773508"/>
            <a:ext cx="204205" cy="1859835"/>
          </a:xfrm>
          <a:prstGeom prst="roundRect">
            <a:avLst/>
          </a:prstGeom>
          <a:solidFill>
            <a:schemeClr val="bg2">
              <a:lumMod val="65000"/>
              <a:lumOff val="35000"/>
            </a:schemeClr>
          </a:solidFill>
          <a:ln>
            <a:solidFill>
              <a:schemeClr val="bg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20000"/>
                  <a:lumOff val="80000"/>
                </a:schemeClr>
              </a:solidFill>
              <a:latin typeface="Times New Roman" panose="02020603050405020304" pitchFamily="18" charset="0"/>
              <a:cs typeface="Times New Roman" panose="02020603050405020304" pitchFamily="18" charset="0"/>
            </a:endParaRPr>
          </a:p>
        </p:txBody>
      </p:sp>
      <p:sp>
        <p:nvSpPr>
          <p:cNvPr id="202" name="Rectangle: Rounded Corners 201">
            <a:extLst>
              <a:ext uri="{FF2B5EF4-FFF2-40B4-BE49-F238E27FC236}">
                <a16:creationId xmlns:a16="http://schemas.microsoft.com/office/drawing/2014/main" id="{13A6556F-B82A-5F96-6725-278BF2E0CDA8}"/>
              </a:ext>
            </a:extLst>
          </p:cNvPr>
          <p:cNvSpPr/>
          <p:nvPr/>
        </p:nvSpPr>
        <p:spPr>
          <a:xfrm>
            <a:off x="7976344" y="2586169"/>
            <a:ext cx="202474" cy="234509"/>
          </a:xfrm>
          <a:prstGeom prst="roundRect">
            <a:avLst/>
          </a:prstGeom>
          <a:solidFill>
            <a:schemeClr val="bg2">
              <a:lumMod val="65000"/>
              <a:lumOff val="35000"/>
            </a:schemeClr>
          </a:solidFill>
          <a:ln>
            <a:solidFill>
              <a:schemeClr val="bg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20000"/>
                  <a:lumOff val="80000"/>
                </a:schemeClr>
              </a:solidFill>
              <a:latin typeface="Times New Roman" panose="02020603050405020304" pitchFamily="18" charset="0"/>
              <a:cs typeface="Times New Roman" panose="02020603050405020304" pitchFamily="18" charset="0"/>
            </a:endParaRPr>
          </a:p>
        </p:txBody>
      </p:sp>
      <p:sp>
        <p:nvSpPr>
          <p:cNvPr id="205" name="Rectangle: Rounded Corners 204">
            <a:extLst>
              <a:ext uri="{FF2B5EF4-FFF2-40B4-BE49-F238E27FC236}">
                <a16:creationId xmlns:a16="http://schemas.microsoft.com/office/drawing/2014/main" id="{8A3A8E69-56B9-8AC2-3AE9-8BF6EC0B7584}"/>
              </a:ext>
            </a:extLst>
          </p:cNvPr>
          <p:cNvSpPr/>
          <p:nvPr/>
        </p:nvSpPr>
        <p:spPr>
          <a:xfrm>
            <a:off x="4392534" y="1571193"/>
            <a:ext cx="3974570" cy="2990681"/>
          </a:xfrm>
          <a:prstGeom prst="roundRect">
            <a:avLst>
              <a:gd name="adj" fmla="val 10475"/>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 name="Multiplication Sign 205">
            <a:extLst>
              <a:ext uri="{FF2B5EF4-FFF2-40B4-BE49-F238E27FC236}">
                <a16:creationId xmlns:a16="http://schemas.microsoft.com/office/drawing/2014/main" id="{C472CDE2-66B9-3B9A-8823-75079A2DEA84}"/>
              </a:ext>
            </a:extLst>
          </p:cNvPr>
          <p:cNvSpPr/>
          <p:nvPr/>
        </p:nvSpPr>
        <p:spPr>
          <a:xfrm>
            <a:off x="6180534" y="4668512"/>
            <a:ext cx="260029" cy="290729"/>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9" name="Straight Arrow Connector 208">
            <a:extLst>
              <a:ext uri="{FF2B5EF4-FFF2-40B4-BE49-F238E27FC236}">
                <a16:creationId xmlns:a16="http://schemas.microsoft.com/office/drawing/2014/main" id="{9F0911DD-89D6-0A01-EB08-E3BF0CD3376D}"/>
              </a:ext>
            </a:extLst>
          </p:cNvPr>
          <p:cNvCxnSpPr>
            <a:cxnSpLocks/>
            <a:stCxn id="27" idx="3"/>
            <a:endCxn id="29" idx="1"/>
          </p:cNvCxnSpPr>
          <p:nvPr/>
        </p:nvCxnSpPr>
        <p:spPr>
          <a:xfrm>
            <a:off x="4774112" y="2703426"/>
            <a:ext cx="8960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a:extLst>
              <a:ext uri="{FF2B5EF4-FFF2-40B4-BE49-F238E27FC236}">
                <a16:creationId xmlns:a16="http://schemas.microsoft.com/office/drawing/2014/main" id="{36BA3AAE-3543-EE27-C26C-2749927CF4AC}"/>
              </a:ext>
            </a:extLst>
          </p:cNvPr>
          <p:cNvCxnSpPr>
            <a:cxnSpLocks/>
            <a:stCxn id="29" idx="3"/>
            <a:endCxn id="198" idx="1"/>
          </p:cNvCxnSpPr>
          <p:nvPr/>
        </p:nvCxnSpPr>
        <p:spPr>
          <a:xfrm>
            <a:off x="5874334" y="2703426"/>
            <a:ext cx="9239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a:extLst>
              <a:ext uri="{FF2B5EF4-FFF2-40B4-BE49-F238E27FC236}">
                <a16:creationId xmlns:a16="http://schemas.microsoft.com/office/drawing/2014/main" id="{C9850161-248D-D5FA-32B6-556553AD5B98}"/>
              </a:ext>
            </a:extLst>
          </p:cNvPr>
          <p:cNvCxnSpPr>
            <a:cxnSpLocks/>
            <a:stCxn id="198" idx="3"/>
            <a:endCxn id="202" idx="1"/>
          </p:cNvCxnSpPr>
          <p:nvPr/>
        </p:nvCxnSpPr>
        <p:spPr>
          <a:xfrm flipV="1">
            <a:off x="7002467" y="2703424"/>
            <a:ext cx="973877"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5" name="TextBox 274">
            <a:extLst>
              <a:ext uri="{FF2B5EF4-FFF2-40B4-BE49-F238E27FC236}">
                <a16:creationId xmlns:a16="http://schemas.microsoft.com/office/drawing/2014/main" id="{743C322C-4D06-3F5C-AB33-F6D0111C5DC1}"/>
              </a:ext>
            </a:extLst>
          </p:cNvPr>
          <p:cNvSpPr txBox="1"/>
          <p:nvPr/>
        </p:nvSpPr>
        <p:spPr>
          <a:xfrm>
            <a:off x="4746514" y="2741495"/>
            <a:ext cx="971479" cy="461665"/>
          </a:xfrm>
          <a:prstGeom prst="rect">
            <a:avLst/>
          </a:prstGeom>
          <a:noFill/>
        </p:spPr>
        <p:txBody>
          <a:bodyPr wrap="square">
            <a:spAutoFit/>
          </a:bodyPr>
          <a:lstStyle/>
          <a:p>
            <a:pPr algn="ctr"/>
            <a:r>
              <a:rPr lang="en-US" sz="1200" dirty="0">
                <a:solidFill>
                  <a:schemeClr val="accent2">
                    <a:lumMod val="20000"/>
                    <a:lumOff val="80000"/>
                  </a:schemeClr>
                </a:solidFill>
                <a:latin typeface="Times New Roman" panose="02020603050405020304" pitchFamily="18" charset="0"/>
                <a:cs typeface="Times New Roman" panose="02020603050405020304" pitchFamily="18" charset="0"/>
              </a:rPr>
              <a:t>LayerNorm</a:t>
            </a:r>
          </a:p>
          <a:p>
            <a:pPr algn="ctr"/>
            <a:r>
              <a:rPr lang="en-US" sz="1200" dirty="0">
                <a:solidFill>
                  <a:schemeClr val="accent2">
                    <a:lumMod val="20000"/>
                    <a:lumOff val="80000"/>
                  </a:schemeClr>
                </a:solidFill>
                <a:latin typeface="Times New Roman" panose="02020603050405020304" pitchFamily="18" charset="0"/>
                <a:cs typeface="Times New Roman" panose="02020603050405020304" pitchFamily="18" charset="0"/>
              </a:rPr>
              <a:t>ReLU</a:t>
            </a:r>
          </a:p>
        </p:txBody>
      </p:sp>
      <p:sp>
        <p:nvSpPr>
          <p:cNvPr id="282" name="TextBox 281">
            <a:extLst>
              <a:ext uri="{FF2B5EF4-FFF2-40B4-BE49-F238E27FC236}">
                <a16:creationId xmlns:a16="http://schemas.microsoft.com/office/drawing/2014/main" id="{8560AD9A-AE36-6168-C379-C67E2981FA2D}"/>
              </a:ext>
            </a:extLst>
          </p:cNvPr>
          <p:cNvSpPr txBox="1"/>
          <p:nvPr/>
        </p:nvSpPr>
        <p:spPr>
          <a:xfrm>
            <a:off x="5933258" y="2363787"/>
            <a:ext cx="756527" cy="307777"/>
          </a:xfrm>
          <a:prstGeom prst="rect">
            <a:avLst/>
          </a:prstGeom>
          <a:noFill/>
        </p:spPr>
        <p:txBody>
          <a:bodyPr wrap="square">
            <a:spAutoFit/>
          </a:bodyPr>
          <a:lstStyle/>
          <a:p>
            <a:pPr algn="ctr"/>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Linear </a:t>
            </a:r>
          </a:p>
        </p:txBody>
      </p:sp>
      <p:sp>
        <p:nvSpPr>
          <p:cNvPr id="286" name="TextBox 285">
            <a:extLst>
              <a:ext uri="{FF2B5EF4-FFF2-40B4-BE49-F238E27FC236}">
                <a16:creationId xmlns:a16="http://schemas.microsoft.com/office/drawing/2014/main" id="{FBEBAEAC-345C-70B7-4B0D-D620B58DB8C4}"/>
              </a:ext>
            </a:extLst>
          </p:cNvPr>
          <p:cNvSpPr txBox="1"/>
          <p:nvPr/>
        </p:nvSpPr>
        <p:spPr>
          <a:xfrm>
            <a:off x="7076565" y="2369096"/>
            <a:ext cx="756527" cy="307777"/>
          </a:xfrm>
          <a:prstGeom prst="rect">
            <a:avLst/>
          </a:prstGeom>
          <a:noFill/>
        </p:spPr>
        <p:txBody>
          <a:bodyPr wrap="square">
            <a:spAutoFit/>
          </a:bodyPr>
          <a:lstStyle/>
          <a:p>
            <a:pPr algn="ctr"/>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Linear </a:t>
            </a:r>
          </a:p>
        </p:txBody>
      </p:sp>
      <p:sp>
        <p:nvSpPr>
          <p:cNvPr id="297" name="TextBox 296">
            <a:extLst>
              <a:ext uri="{FF2B5EF4-FFF2-40B4-BE49-F238E27FC236}">
                <a16:creationId xmlns:a16="http://schemas.microsoft.com/office/drawing/2014/main" id="{6853D3DC-14E8-B4F6-B2D3-744E4CA31962}"/>
              </a:ext>
            </a:extLst>
          </p:cNvPr>
          <p:cNvSpPr txBox="1"/>
          <p:nvPr/>
        </p:nvSpPr>
        <p:spPr>
          <a:xfrm>
            <a:off x="4520622" y="3189861"/>
            <a:ext cx="551069" cy="523220"/>
          </a:xfrm>
          <a:prstGeom prst="rect">
            <a:avLst/>
          </a:prstGeom>
          <a:noFill/>
        </p:spPr>
        <p:txBody>
          <a:bodyPr wrap="square">
            <a:spAutoFit/>
          </a:bodyPr>
          <a:lstStyle/>
          <a:p>
            <a:pPr algn="ctr"/>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67 dims</a:t>
            </a:r>
            <a:endParaRPr lang="en-US" dirty="0"/>
          </a:p>
        </p:txBody>
      </p:sp>
      <p:sp>
        <p:nvSpPr>
          <p:cNvPr id="299" name="TextBox 298">
            <a:extLst>
              <a:ext uri="{FF2B5EF4-FFF2-40B4-BE49-F238E27FC236}">
                <a16:creationId xmlns:a16="http://schemas.microsoft.com/office/drawing/2014/main" id="{3B9A582B-308F-FB5A-3440-25746F68D389}"/>
              </a:ext>
            </a:extLst>
          </p:cNvPr>
          <p:cNvSpPr txBox="1"/>
          <p:nvPr/>
        </p:nvSpPr>
        <p:spPr>
          <a:xfrm>
            <a:off x="6607521" y="3682796"/>
            <a:ext cx="551069" cy="523220"/>
          </a:xfrm>
          <a:prstGeom prst="rect">
            <a:avLst/>
          </a:prstGeom>
          <a:noFill/>
        </p:spPr>
        <p:txBody>
          <a:bodyPr wrap="square">
            <a:spAutoFit/>
          </a:bodyPr>
          <a:lstStyle/>
          <a:p>
            <a:pPr algn="ctr"/>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256 dims</a:t>
            </a:r>
            <a:endParaRPr lang="en-US" dirty="0"/>
          </a:p>
        </p:txBody>
      </p:sp>
      <p:sp>
        <p:nvSpPr>
          <p:cNvPr id="301" name="TextBox 300">
            <a:extLst>
              <a:ext uri="{FF2B5EF4-FFF2-40B4-BE49-F238E27FC236}">
                <a16:creationId xmlns:a16="http://schemas.microsoft.com/office/drawing/2014/main" id="{CED61D21-44C0-A395-440F-9DF905378F32}"/>
              </a:ext>
            </a:extLst>
          </p:cNvPr>
          <p:cNvSpPr txBox="1"/>
          <p:nvPr/>
        </p:nvSpPr>
        <p:spPr>
          <a:xfrm>
            <a:off x="7807507" y="2537949"/>
            <a:ext cx="551069" cy="307777"/>
          </a:xfrm>
          <a:prstGeom prst="rect">
            <a:avLst/>
          </a:prstGeom>
          <a:noFill/>
        </p:spPr>
        <p:txBody>
          <a:bodyPr wrap="square">
            <a:spAutoFit/>
          </a:bodyPr>
          <a:lstStyle/>
          <a:p>
            <a:pPr algn="ctr"/>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Q</a:t>
            </a:r>
            <a:endParaRPr lang="en-US" dirty="0"/>
          </a:p>
        </p:txBody>
      </p:sp>
      <p:sp>
        <p:nvSpPr>
          <p:cNvPr id="377" name="TextBox 376">
            <a:extLst>
              <a:ext uri="{FF2B5EF4-FFF2-40B4-BE49-F238E27FC236}">
                <a16:creationId xmlns:a16="http://schemas.microsoft.com/office/drawing/2014/main" id="{E71F8C9B-10F8-73FB-0052-E7C2DBFB66C9}"/>
              </a:ext>
            </a:extLst>
          </p:cNvPr>
          <p:cNvSpPr txBox="1"/>
          <p:nvPr/>
        </p:nvSpPr>
        <p:spPr>
          <a:xfrm>
            <a:off x="6376879" y="4598704"/>
            <a:ext cx="312906" cy="400110"/>
          </a:xfrm>
          <a:prstGeom prst="rect">
            <a:avLst/>
          </a:prstGeom>
          <a:noFill/>
        </p:spPr>
        <p:txBody>
          <a:bodyPr wrap="square" rtlCol="0">
            <a:spAutoFit/>
          </a:bodyPr>
          <a:lstStyle/>
          <a:p>
            <a:r>
              <a:rPr lang="en-US" sz="2000" b="1" dirty="0">
                <a:solidFill>
                  <a:schemeClr val="accent2">
                    <a:lumMod val="20000"/>
                    <a:lumOff val="80000"/>
                  </a:schemeClr>
                </a:solidFill>
                <a:latin typeface="Times New Roman" panose="02020603050405020304" pitchFamily="18" charset="0"/>
                <a:cs typeface="Times New Roman" panose="02020603050405020304" pitchFamily="18" charset="0"/>
              </a:rPr>
              <a:t>2</a:t>
            </a:r>
          </a:p>
        </p:txBody>
      </p:sp>
      <p:sp>
        <p:nvSpPr>
          <p:cNvPr id="378" name="Rectangle: Rounded Corners 377">
            <a:extLst>
              <a:ext uri="{FF2B5EF4-FFF2-40B4-BE49-F238E27FC236}">
                <a16:creationId xmlns:a16="http://schemas.microsoft.com/office/drawing/2014/main" id="{55529BA1-E950-8ECD-F1B7-C5F7CDEE928F}"/>
              </a:ext>
            </a:extLst>
          </p:cNvPr>
          <p:cNvSpPr/>
          <p:nvPr/>
        </p:nvSpPr>
        <p:spPr>
          <a:xfrm>
            <a:off x="651227" y="2488777"/>
            <a:ext cx="243138" cy="505433"/>
          </a:xfrm>
          <a:prstGeom prst="roundRect">
            <a:avLst/>
          </a:prstGeom>
          <a:solidFill>
            <a:schemeClr val="bg2">
              <a:lumMod val="65000"/>
              <a:lumOff val="35000"/>
            </a:schemeClr>
          </a:solidFill>
          <a:ln>
            <a:solidFill>
              <a:schemeClr val="bg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20000"/>
                  <a:lumOff val="80000"/>
                </a:schemeClr>
              </a:solidFill>
              <a:latin typeface="Times New Roman" panose="02020603050405020304" pitchFamily="18" charset="0"/>
              <a:cs typeface="Times New Roman" panose="02020603050405020304" pitchFamily="18" charset="0"/>
            </a:endParaRPr>
          </a:p>
        </p:txBody>
      </p:sp>
      <p:sp>
        <p:nvSpPr>
          <p:cNvPr id="379" name="Rectangle: Rounded Corners 378">
            <a:extLst>
              <a:ext uri="{FF2B5EF4-FFF2-40B4-BE49-F238E27FC236}">
                <a16:creationId xmlns:a16="http://schemas.microsoft.com/office/drawing/2014/main" id="{F6A0D6D7-C7FD-FC59-8AEA-ACFB5597CA44}"/>
              </a:ext>
            </a:extLst>
          </p:cNvPr>
          <p:cNvSpPr/>
          <p:nvPr/>
        </p:nvSpPr>
        <p:spPr>
          <a:xfrm>
            <a:off x="1268286" y="2262593"/>
            <a:ext cx="251561" cy="957803"/>
          </a:xfrm>
          <a:prstGeom prst="roundRect">
            <a:avLst/>
          </a:prstGeom>
          <a:solidFill>
            <a:schemeClr val="bg2">
              <a:lumMod val="65000"/>
              <a:lumOff val="35000"/>
            </a:schemeClr>
          </a:solidFill>
          <a:ln>
            <a:solidFill>
              <a:schemeClr val="bg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20000"/>
                  <a:lumOff val="80000"/>
                </a:schemeClr>
              </a:solidFill>
              <a:latin typeface="Times New Roman" panose="02020603050405020304" pitchFamily="18" charset="0"/>
              <a:cs typeface="Times New Roman" panose="02020603050405020304" pitchFamily="18" charset="0"/>
            </a:endParaRPr>
          </a:p>
        </p:txBody>
      </p:sp>
      <p:sp>
        <p:nvSpPr>
          <p:cNvPr id="380" name="Rectangle: Rounded Corners 379">
            <a:extLst>
              <a:ext uri="{FF2B5EF4-FFF2-40B4-BE49-F238E27FC236}">
                <a16:creationId xmlns:a16="http://schemas.microsoft.com/office/drawing/2014/main" id="{26ACECF6-08F5-1D46-175A-DCB5EB1FB5BA}"/>
              </a:ext>
            </a:extLst>
          </p:cNvPr>
          <p:cNvSpPr/>
          <p:nvPr/>
        </p:nvSpPr>
        <p:spPr>
          <a:xfrm>
            <a:off x="2523947" y="1161434"/>
            <a:ext cx="251561" cy="929916"/>
          </a:xfrm>
          <a:prstGeom prst="roundRect">
            <a:avLst/>
          </a:prstGeom>
          <a:solidFill>
            <a:schemeClr val="bg2">
              <a:lumMod val="65000"/>
              <a:lumOff val="35000"/>
            </a:schemeClr>
          </a:solidFill>
          <a:ln>
            <a:solidFill>
              <a:schemeClr val="bg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20000"/>
                  <a:lumOff val="80000"/>
                </a:schemeClr>
              </a:solidFill>
              <a:latin typeface="Times New Roman" panose="02020603050405020304" pitchFamily="18" charset="0"/>
              <a:cs typeface="Times New Roman" panose="02020603050405020304" pitchFamily="18" charset="0"/>
            </a:endParaRPr>
          </a:p>
        </p:txBody>
      </p:sp>
      <p:sp>
        <p:nvSpPr>
          <p:cNvPr id="381" name="Rectangle: Rounded Corners 380">
            <a:extLst>
              <a:ext uri="{FF2B5EF4-FFF2-40B4-BE49-F238E27FC236}">
                <a16:creationId xmlns:a16="http://schemas.microsoft.com/office/drawing/2014/main" id="{1B40EF08-1957-1DB9-49F3-596CCBF7A73E}"/>
              </a:ext>
            </a:extLst>
          </p:cNvPr>
          <p:cNvSpPr/>
          <p:nvPr/>
        </p:nvSpPr>
        <p:spPr>
          <a:xfrm>
            <a:off x="3224313" y="1479323"/>
            <a:ext cx="251561" cy="285779"/>
          </a:xfrm>
          <a:prstGeom prst="roundRect">
            <a:avLst/>
          </a:prstGeom>
          <a:solidFill>
            <a:schemeClr val="bg2">
              <a:lumMod val="65000"/>
              <a:lumOff val="35000"/>
            </a:schemeClr>
          </a:solidFill>
          <a:ln>
            <a:solidFill>
              <a:schemeClr val="bg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20000"/>
                  <a:lumOff val="80000"/>
                </a:schemeClr>
              </a:solidFill>
              <a:latin typeface="Times New Roman" panose="02020603050405020304" pitchFamily="18" charset="0"/>
              <a:cs typeface="Times New Roman" panose="02020603050405020304" pitchFamily="18" charset="0"/>
            </a:endParaRPr>
          </a:p>
        </p:txBody>
      </p:sp>
      <p:cxnSp>
        <p:nvCxnSpPr>
          <p:cNvPr id="382" name="Straight Arrow Connector 381">
            <a:extLst>
              <a:ext uri="{FF2B5EF4-FFF2-40B4-BE49-F238E27FC236}">
                <a16:creationId xmlns:a16="http://schemas.microsoft.com/office/drawing/2014/main" id="{B449A0F2-7ED1-49DE-1328-84776C5B6A95}"/>
              </a:ext>
            </a:extLst>
          </p:cNvPr>
          <p:cNvCxnSpPr>
            <a:cxnSpLocks/>
            <a:stCxn id="378" idx="3"/>
            <a:endCxn id="379" idx="1"/>
          </p:cNvCxnSpPr>
          <p:nvPr/>
        </p:nvCxnSpPr>
        <p:spPr>
          <a:xfrm>
            <a:off x="894365" y="2741494"/>
            <a:ext cx="37392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3" name="Straight Arrow Connector 382">
            <a:extLst>
              <a:ext uri="{FF2B5EF4-FFF2-40B4-BE49-F238E27FC236}">
                <a16:creationId xmlns:a16="http://schemas.microsoft.com/office/drawing/2014/main" id="{953F84D1-A741-EE55-46E2-D8C31AFB6452}"/>
              </a:ext>
            </a:extLst>
          </p:cNvPr>
          <p:cNvCxnSpPr>
            <a:cxnSpLocks/>
            <a:stCxn id="380" idx="3"/>
            <a:endCxn id="381" idx="1"/>
          </p:cNvCxnSpPr>
          <p:nvPr/>
        </p:nvCxnSpPr>
        <p:spPr>
          <a:xfrm flipV="1">
            <a:off x="2775508" y="1622213"/>
            <a:ext cx="448805" cy="4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4" name="Rectangle: Rounded Corners 383">
            <a:extLst>
              <a:ext uri="{FF2B5EF4-FFF2-40B4-BE49-F238E27FC236}">
                <a16:creationId xmlns:a16="http://schemas.microsoft.com/office/drawing/2014/main" id="{3B336620-98CB-7BD2-3544-363AE781C9FE}"/>
              </a:ext>
            </a:extLst>
          </p:cNvPr>
          <p:cNvSpPr/>
          <p:nvPr/>
        </p:nvSpPr>
        <p:spPr>
          <a:xfrm>
            <a:off x="2521088" y="2628173"/>
            <a:ext cx="251561" cy="891477"/>
          </a:xfrm>
          <a:prstGeom prst="roundRect">
            <a:avLst/>
          </a:prstGeom>
          <a:solidFill>
            <a:schemeClr val="bg2">
              <a:lumMod val="65000"/>
              <a:lumOff val="35000"/>
            </a:schemeClr>
          </a:solidFill>
          <a:ln>
            <a:solidFill>
              <a:schemeClr val="bg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20000"/>
                  <a:lumOff val="80000"/>
                </a:schemeClr>
              </a:solidFill>
              <a:latin typeface="Times New Roman" panose="02020603050405020304" pitchFamily="18" charset="0"/>
              <a:cs typeface="Times New Roman" panose="02020603050405020304" pitchFamily="18" charset="0"/>
            </a:endParaRPr>
          </a:p>
        </p:txBody>
      </p:sp>
      <p:cxnSp>
        <p:nvCxnSpPr>
          <p:cNvPr id="385" name="Straight Arrow Connector 384">
            <a:extLst>
              <a:ext uri="{FF2B5EF4-FFF2-40B4-BE49-F238E27FC236}">
                <a16:creationId xmlns:a16="http://schemas.microsoft.com/office/drawing/2014/main" id="{0834428F-3587-331B-B7A9-4429ECB8B12E}"/>
              </a:ext>
            </a:extLst>
          </p:cNvPr>
          <p:cNvCxnSpPr>
            <a:cxnSpLocks/>
            <a:stCxn id="384" idx="3"/>
            <a:endCxn id="389" idx="1"/>
          </p:cNvCxnSpPr>
          <p:nvPr/>
        </p:nvCxnSpPr>
        <p:spPr>
          <a:xfrm flipV="1">
            <a:off x="2772649" y="3066534"/>
            <a:ext cx="406285" cy="7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6" name="Rectangle: Rounded Corners 385">
            <a:extLst>
              <a:ext uri="{FF2B5EF4-FFF2-40B4-BE49-F238E27FC236}">
                <a16:creationId xmlns:a16="http://schemas.microsoft.com/office/drawing/2014/main" id="{E29C9382-2871-00C9-30D6-D875A4F7275D}"/>
              </a:ext>
            </a:extLst>
          </p:cNvPr>
          <p:cNvSpPr/>
          <p:nvPr/>
        </p:nvSpPr>
        <p:spPr>
          <a:xfrm>
            <a:off x="2523453" y="3842021"/>
            <a:ext cx="251561" cy="891477"/>
          </a:xfrm>
          <a:prstGeom prst="roundRect">
            <a:avLst/>
          </a:prstGeom>
          <a:solidFill>
            <a:schemeClr val="bg2">
              <a:lumMod val="65000"/>
              <a:lumOff val="35000"/>
            </a:schemeClr>
          </a:solidFill>
          <a:ln>
            <a:solidFill>
              <a:schemeClr val="bg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20000"/>
                  <a:lumOff val="80000"/>
                </a:schemeClr>
              </a:solidFill>
              <a:latin typeface="Times New Roman" panose="02020603050405020304" pitchFamily="18" charset="0"/>
              <a:cs typeface="Times New Roman" panose="02020603050405020304" pitchFamily="18" charset="0"/>
            </a:endParaRPr>
          </a:p>
        </p:txBody>
      </p:sp>
      <p:cxnSp>
        <p:nvCxnSpPr>
          <p:cNvPr id="387" name="Straight Arrow Connector 386">
            <a:extLst>
              <a:ext uri="{FF2B5EF4-FFF2-40B4-BE49-F238E27FC236}">
                <a16:creationId xmlns:a16="http://schemas.microsoft.com/office/drawing/2014/main" id="{B6EDD1C0-4F3C-E2B4-A8FA-49928EF76C80}"/>
              </a:ext>
            </a:extLst>
          </p:cNvPr>
          <p:cNvCxnSpPr>
            <a:cxnSpLocks/>
            <a:stCxn id="386" idx="3"/>
            <a:endCxn id="391" idx="1"/>
          </p:cNvCxnSpPr>
          <p:nvPr/>
        </p:nvCxnSpPr>
        <p:spPr>
          <a:xfrm>
            <a:off x="2775014" y="4287760"/>
            <a:ext cx="399229" cy="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8" name="TextBox 387">
                <a:extLst>
                  <a:ext uri="{FF2B5EF4-FFF2-40B4-BE49-F238E27FC236}">
                    <a16:creationId xmlns:a16="http://schemas.microsoft.com/office/drawing/2014/main" id="{5041C58A-64B8-D2AA-A013-3734841DC773}"/>
                  </a:ext>
                </a:extLst>
              </p:cNvPr>
              <p:cNvSpPr txBox="1"/>
              <p:nvPr/>
            </p:nvSpPr>
            <p:spPr>
              <a:xfrm>
                <a:off x="3175825" y="1434448"/>
                <a:ext cx="348536" cy="3145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2">
                                  <a:lumMod val="20000"/>
                                  <a:lumOff val="80000"/>
                                </a:schemeClr>
                              </a:solidFill>
                              <a:latin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rPr>
                            <m:t>𝜇</m:t>
                          </m:r>
                        </m:e>
                        <m:sub>
                          <m:r>
                            <a:rPr lang="en-US" b="0" i="1" smtClean="0">
                              <a:solidFill>
                                <a:schemeClr val="accent2">
                                  <a:lumMod val="20000"/>
                                  <a:lumOff val="80000"/>
                                </a:schemeClr>
                              </a:solidFill>
                              <a:latin typeface="Cambria Math" panose="02040503050406030204" pitchFamily="18" charset="0"/>
                            </a:rPr>
                            <m:t>𝑛</m:t>
                          </m:r>
                        </m:sub>
                      </m:sSub>
                    </m:oMath>
                  </m:oMathPara>
                </a14:m>
                <a:endParaRPr lang="en-US" dirty="0"/>
              </a:p>
            </p:txBody>
          </p:sp>
        </mc:Choice>
        <mc:Fallback xmlns="">
          <p:sp>
            <p:nvSpPr>
              <p:cNvPr id="388" name="TextBox 387">
                <a:extLst>
                  <a:ext uri="{FF2B5EF4-FFF2-40B4-BE49-F238E27FC236}">
                    <a16:creationId xmlns:a16="http://schemas.microsoft.com/office/drawing/2014/main" id="{5041C58A-64B8-D2AA-A013-3734841DC773}"/>
                  </a:ext>
                </a:extLst>
              </p:cNvPr>
              <p:cNvSpPr txBox="1">
                <a:spLocks noRot="1" noChangeAspect="1" noMove="1" noResize="1" noEditPoints="1" noAdjustHandles="1" noChangeArrowheads="1" noChangeShapeType="1" noTextEdit="1"/>
              </p:cNvSpPr>
              <p:nvPr/>
            </p:nvSpPr>
            <p:spPr>
              <a:xfrm>
                <a:off x="3175825" y="1434448"/>
                <a:ext cx="348536" cy="314512"/>
              </a:xfrm>
              <a:prstGeom prst="rect">
                <a:avLst/>
              </a:prstGeom>
              <a:blipFill>
                <a:blip r:embed="rId3"/>
                <a:stretch>
                  <a:fillRect/>
                </a:stretch>
              </a:blipFill>
            </p:spPr>
            <p:txBody>
              <a:bodyPr/>
              <a:lstStyle/>
              <a:p>
                <a:r>
                  <a:rPr lang="en-US">
                    <a:noFill/>
                  </a:rPr>
                  <a:t> </a:t>
                </a:r>
              </a:p>
            </p:txBody>
          </p:sp>
        </mc:Fallback>
      </mc:AlternateContent>
      <p:sp>
        <p:nvSpPr>
          <p:cNvPr id="389" name="Rectangle: Rounded Corners 388">
            <a:extLst>
              <a:ext uri="{FF2B5EF4-FFF2-40B4-BE49-F238E27FC236}">
                <a16:creationId xmlns:a16="http://schemas.microsoft.com/office/drawing/2014/main" id="{636C74CB-0DF3-1588-E064-00D1522BDF73}"/>
              </a:ext>
            </a:extLst>
          </p:cNvPr>
          <p:cNvSpPr/>
          <p:nvPr/>
        </p:nvSpPr>
        <p:spPr>
          <a:xfrm>
            <a:off x="3178934" y="2923644"/>
            <a:ext cx="251561" cy="285779"/>
          </a:xfrm>
          <a:prstGeom prst="roundRect">
            <a:avLst/>
          </a:prstGeom>
          <a:solidFill>
            <a:schemeClr val="bg2">
              <a:lumMod val="65000"/>
              <a:lumOff val="35000"/>
            </a:schemeClr>
          </a:solidFill>
          <a:ln>
            <a:solidFill>
              <a:schemeClr val="bg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20000"/>
                  <a:lumOff val="80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90" name="TextBox 389">
                <a:extLst>
                  <a:ext uri="{FF2B5EF4-FFF2-40B4-BE49-F238E27FC236}">
                    <a16:creationId xmlns:a16="http://schemas.microsoft.com/office/drawing/2014/main" id="{4EA9B012-E381-A9F5-C321-DD0D4637FF18}"/>
                  </a:ext>
                </a:extLst>
              </p:cNvPr>
              <p:cNvSpPr txBox="1"/>
              <p:nvPr/>
            </p:nvSpPr>
            <p:spPr>
              <a:xfrm>
                <a:off x="3125755" y="2869033"/>
                <a:ext cx="348536" cy="3145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2">
                                  <a:lumMod val="20000"/>
                                  <a:lumOff val="80000"/>
                                </a:schemeClr>
                              </a:solidFill>
                              <a:latin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rPr>
                            <m:t>𝜇</m:t>
                          </m:r>
                        </m:e>
                        <m:sub>
                          <m:r>
                            <a:rPr lang="en-US" b="0" i="1" smtClean="0">
                              <a:solidFill>
                                <a:schemeClr val="accent2">
                                  <a:lumMod val="20000"/>
                                  <a:lumOff val="80000"/>
                                </a:schemeClr>
                              </a:solidFill>
                              <a:latin typeface="Cambria Math" panose="02040503050406030204" pitchFamily="18" charset="0"/>
                            </a:rPr>
                            <m:t>𝑛</m:t>
                          </m:r>
                        </m:sub>
                      </m:sSub>
                    </m:oMath>
                  </m:oMathPara>
                </a14:m>
                <a:endParaRPr lang="en-US" dirty="0"/>
              </a:p>
            </p:txBody>
          </p:sp>
        </mc:Choice>
        <mc:Fallback xmlns="">
          <p:sp>
            <p:nvSpPr>
              <p:cNvPr id="390" name="TextBox 389">
                <a:extLst>
                  <a:ext uri="{FF2B5EF4-FFF2-40B4-BE49-F238E27FC236}">
                    <a16:creationId xmlns:a16="http://schemas.microsoft.com/office/drawing/2014/main" id="{4EA9B012-E381-A9F5-C321-DD0D4637FF18}"/>
                  </a:ext>
                </a:extLst>
              </p:cNvPr>
              <p:cNvSpPr txBox="1">
                <a:spLocks noRot="1" noChangeAspect="1" noMove="1" noResize="1" noEditPoints="1" noAdjustHandles="1" noChangeArrowheads="1" noChangeShapeType="1" noTextEdit="1"/>
              </p:cNvSpPr>
              <p:nvPr/>
            </p:nvSpPr>
            <p:spPr>
              <a:xfrm>
                <a:off x="3125755" y="2869033"/>
                <a:ext cx="348536" cy="314512"/>
              </a:xfrm>
              <a:prstGeom prst="rect">
                <a:avLst/>
              </a:prstGeom>
              <a:blipFill>
                <a:blip r:embed="rId4"/>
                <a:stretch>
                  <a:fillRect b="-1961"/>
                </a:stretch>
              </a:blipFill>
            </p:spPr>
            <p:txBody>
              <a:bodyPr/>
              <a:lstStyle/>
              <a:p>
                <a:r>
                  <a:rPr lang="en-US">
                    <a:noFill/>
                  </a:rPr>
                  <a:t> </a:t>
                </a:r>
              </a:p>
            </p:txBody>
          </p:sp>
        </mc:Fallback>
      </mc:AlternateContent>
      <p:sp>
        <p:nvSpPr>
          <p:cNvPr id="391" name="Rectangle: Rounded Corners 390">
            <a:extLst>
              <a:ext uri="{FF2B5EF4-FFF2-40B4-BE49-F238E27FC236}">
                <a16:creationId xmlns:a16="http://schemas.microsoft.com/office/drawing/2014/main" id="{5AD8C237-A72B-F338-296C-4C5795C019FC}"/>
              </a:ext>
            </a:extLst>
          </p:cNvPr>
          <p:cNvSpPr/>
          <p:nvPr/>
        </p:nvSpPr>
        <p:spPr>
          <a:xfrm>
            <a:off x="3174243" y="4144923"/>
            <a:ext cx="251561" cy="285779"/>
          </a:xfrm>
          <a:prstGeom prst="roundRect">
            <a:avLst/>
          </a:prstGeom>
          <a:solidFill>
            <a:schemeClr val="bg2">
              <a:lumMod val="65000"/>
              <a:lumOff val="35000"/>
            </a:schemeClr>
          </a:solidFill>
          <a:ln>
            <a:solidFill>
              <a:schemeClr val="bg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20000"/>
                  <a:lumOff val="80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92" name="TextBox 391">
                <a:extLst>
                  <a:ext uri="{FF2B5EF4-FFF2-40B4-BE49-F238E27FC236}">
                    <a16:creationId xmlns:a16="http://schemas.microsoft.com/office/drawing/2014/main" id="{6B179C64-6FAE-9D75-3492-6848609B2F0D}"/>
                  </a:ext>
                </a:extLst>
              </p:cNvPr>
              <p:cNvSpPr txBox="1"/>
              <p:nvPr/>
            </p:nvSpPr>
            <p:spPr>
              <a:xfrm>
                <a:off x="3125755" y="4116190"/>
                <a:ext cx="348536" cy="3145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2">
                                  <a:lumMod val="20000"/>
                                  <a:lumOff val="80000"/>
                                </a:schemeClr>
                              </a:solidFill>
                              <a:latin typeface="Cambria Math" panose="02040503050406030204" pitchFamily="18" charset="0"/>
                            </a:rPr>
                          </m:ctrlPr>
                        </m:sSubPr>
                        <m:e>
                          <m:r>
                            <a:rPr lang="en-US" b="0" i="1" smtClean="0">
                              <a:solidFill>
                                <a:schemeClr val="accent2">
                                  <a:lumMod val="20000"/>
                                  <a:lumOff val="80000"/>
                                </a:schemeClr>
                              </a:solidFill>
                              <a:latin typeface="Cambria Math" panose="02040503050406030204" pitchFamily="18" charset="0"/>
                            </a:rPr>
                            <m:t>𝜎</m:t>
                          </m:r>
                        </m:e>
                        <m:sub>
                          <m:r>
                            <a:rPr lang="en-US" b="0" i="1" smtClean="0">
                              <a:solidFill>
                                <a:schemeClr val="accent2">
                                  <a:lumMod val="20000"/>
                                  <a:lumOff val="80000"/>
                                </a:schemeClr>
                              </a:solidFill>
                              <a:latin typeface="Cambria Math" panose="02040503050406030204" pitchFamily="18" charset="0"/>
                            </a:rPr>
                            <m:t>𝑛</m:t>
                          </m:r>
                        </m:sub>
                      </m:sSub>
                    </m:oMath>
                  </m:oMathPara>
                </a14:m>
                <a:endParaRPr lang="en-US" dirty="0"/>
              </a:p>
            </p:txBody>
          </p:sp>
        </mc:Choice>
        <mc:Fallback xmlns="">
          <p:sp>
            <p:nvSpPr>
              <p:cNvPr id="392" name="TextBox 391">
                <a:extLst>
                  <a:ext uri="{FF2B5EF4-FFF2-40B4-BE49-F238E27FC236}">
                    <a16:creationId xmlns:a16="http://schemas.microsoft.com/office/drawing/2014/main" id="{6B179C64-6FAE-9D75-3492-6848609B2F0D}"/>
                  </a:ext>
                </a:extLst>
              </p:cNvPr>
              <p:cNvSpPr txBox="1">
                <a:spLocks noRot="1" noChangeAspect="1" noMove="1" noResize="1" noEditPoints="1" noAdjustHandles="1" noChangeArrowheads="1" noChangeShapeType="1" noTextEdit="1"/>
              </p:cNvSpPr>
              <p:nvPr/>
            </p:nvSpPr>
            <p:spPr>
              <a:xfrm>
                <a:off x="3125755" y="4116190"/>
                <a:ext cx="348536" cy="314512"/>
              </a:xfrm>
              <a:prstGeom prst="rect">
                <a:avLst/>
              </a:prstGeom>
              <a:blipFill>
                <a:blip r:embed="rId5"/>
                <a:stretch>
                  <a:fillRect/>
                </a:stretch>
              </a:blipFill>
            </p:spPr>
            <p:txBody>
              <a:bodyPr/>
              <a:lstStyle/>
              <a:p>
                <a:r>
                  <a:rPr lang="en-US">
                    <a:noFill/>
                  </a:rPr>
                  <a:t> </a:t>
                </a:r>
              </a:p>
            </p:txBody>
          </p:sp>
        </mc:Fallback>
      </mc:AlternateContent>
      <p:sp>
        <p:nvSpPr>
          <p:cNvPr id="393" name="Rectangle: Rounded Corners 392">
            <a:extLst>
              <a:ext uri="{FF2B5EF4-FFF2-40B4-BE49-F238E27FC236}">
                <a16:creationId xmlns:a16="http://schemas.microsoft.com/office/drawing/2014/main" id="{D5848B36-B8D3-FF52-E7ED-83767059BE43}"/>
              </a:ext>
            </a:extLst>
          </p:cNvPr>
          <p:cNvSpPr/>
          <p:nvPr/>
        </p:nvSpPr>
        <p:spPr>
          <a:xfrm>
            <a:off x="2106595" y="1093182"/>
            <a:ext cx="1532274" cy="1264471"/>
          </a:xfrm>
          <a:prstGeom prst="roundRect">
            <a:avLst>
              <a:gd name="adj" fmla="val 10475"/>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4" name="Rectangle: Rounded Corners 393">
            <a:extLst>
              <a:ext uri="{FF2B5EF4-FFF2-40B4-BE49-F238E27FC236}">
                <a16:creationId xmlns:a16="http://schemas.microsoft.com/office/drawing/2014/main" id="{34463C47-C74C-9938-80E1-D7B9AA6E1E26}"/>
              </a:ext>
            </a:extLst>
          </p:cNvPr>
          <p:cNvSpPr/>
          <p:nvPr/>
        </p:nvSpPr>
        <p:spPr>
          <a:xfrm>
            <a:off x="2110792" y="2545418"/>
            <a:ext cx="1532274" cy="2435512"/>
          </a:xfrm>
          <a:prstGeom prst="roundRect">
            <a:avLst>
              <a:gd name="adj" fmla="val 10475"/>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96" name="Connector: Elbow 395">
            <a:extLst>
              <a:ext uri="{FF2B5EF4-FFF2-40B4-BE49-F238E27FC236}">
                <a16:creationId xmlns:a16="http://schemas.microsoft.com/office/drawing/2014/main" id="{031BBC72-DFA8-6D96-4E26-72E3C44B4CB8}"/>
              </a:ext>
            </a:extLst>
          </p:cNvPr>
          <p:cNvCxnSpPr>
            <a:cxnSpLocks/>
            <a:stCxn id="394" idx="1"/>
            <a:endCxn id="384" idx="1"/>
          </p:cNvCxnSpPr>
          <p:nvPr/>
        </p:nvCxnSpPr>
        <p:spPr>
          <a:xfrm rot="10800000" flipH="1">
            <a:off x="2110792" y="3073912"/>
            <a:ext cx="410296" cy="689262"/>
          </a:xfrm>
          <a:prstGeom prst="bentConnector3">
            <a:avLst>
              <a:gd name="adj1" fmla="val 3017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7" name="Connector: Elbow 396">
            <a:extLst>
              <a:ext uri="{FF2B5EF4-FFF2-40B4-BE49-F238E27FC236}">
                <a16:creationId xmlns:a16="http://schemas.microsoft.com/office/drawing/2014/main" id="{7CF040CE-8495-4DB3-627D-744134A24FD2}"/>
              </a:ext>
            </a:extLst>
          </p:cNvPr>
          <p:cNvCxnSpPr>
            <a:cxnSpLocks/>
            <a:stCxn id="394" idx="1"/>
            <a:endCxn id="386" idx="1"/>
          </p:cNvCxnSpPr>
          <p:nvPr/>
        </p:nvCxnSpPr>
        <p:spPr>
          <a:xfrm rot="10800000" flipH="1" flipV="1">
            <a:off x="2110791" y="3763174"/>
            <a:ext cx="412661" cy="524586"/>
          </a:xfrm>
          <a:prstGeom prst="bentConnector3">
            <a:avLst>
              <a:gd name="adj1" fmla="val 3000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8" name="Connector: Elbow 397">
            <a:extLst>
              <a:ext uri="{FF2B5EF4-FFF2-40B4-BE49-F238E27FC236}">
                <a16:creationId xmlns:a16="http://schemas.microsoft.com/office/drawing/2014/main" id="{4A338529-417D-C619-E22A-951CBD1A0C8E}"/>
              </a:ext>
            </a:extLst>
          </p:cNvPr>
          <p:cNvCxnSpPr>
            <a:cxnSpLocks/>
            <a:stCxn id="379" idx="3"/>
            <a:endCxn id="394" idx="1"/>
          </p:cNvCxnSpPr>
          <p:nvPr/>
        </p:nvCxnSpPr>
        <p:spPr>
          <a:xfrm>
            <a:off x="1519847" y="2741495"/>
            <a:ext cx="590945" cy="102167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400" name="TextBox 399">
            <a:extLst>
              <a:ext uri="{FF2B5EF4-FFF2-40B4-BE49-F238E27FC236}">
                <a16:creationId xmlns:a16="http://schemas.microsoft.com/office/drawing/2014/main" id="{DE7FB055-4C65-D70B-68BE-FCF40EBE359D}"/>
              </a:ext>
            </a:extLst>
          </p:cNvPr>
          <p:cNvSpPr txBox="1"/>
          <p:nvPr/>
        </p:nvSpPr>
        <p:spPr>
          <a:xfrm>
            <a:off x="500629" y="3083424"/>
            <a:ext cx="551069" cy="523220"/>
          </a:xfrm>
          <a:prstGeom prst="rect">
            <a:avLst/>
          </a:prstGeom>
          <a:noFill/>
        </p:spPr>
        <p:txBody>
          <a:bodyPr wrap="square">
            <a:spAutoFit/>
          </a:bodyPr>
          <a:lstStyle/>
          <a:p>
            <a:pPr algn="ctr"/>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66 dims</a:t>
            </a:r>
            <a:endParaRPr lang="en-US" dirty="0"/>
          </a:p>
        </p:txBody>
      </p:sp>
      <p:sp>
        <p:nvSpPr>
          <p:cNvPr id="401" name="TextBox 400">
            <a:extLst>
              <a:ext uri="{FF2B5EF4-FFF2-40B4-BE49-F238E27FC236}">
                <a16:creationId xmlns:a16="http://schemas.microsoft.com/office/drawing/2014/main" id="{8F78DAEB-967B-BD06-10A2-544708244569}"/>
              </a:ext>
            </a:extLst>
          </p:cNvPr>
          <p:cNvSpPr txBox="1"/>
          <p:nvPr/>
        </p:nvSpPr>
        <p:spPr>
          <a:xfrm>
            <a:off x="1100389" y="3328974"/>
            <a:ext cx="551069" cy="523220"/>
          </a:xfrm>
          <a:prstGeom prst="rect">
            <a:avLst/>
          </a:prstGeom>
          <a:noFill/>
        </p:spPr>
        <p:txBody>
          <a:bodyPr wrap="square">
            <a:spAutoFit/>
          </a:bodyPr>
          <a:lstStyle/>
          <a:p>
            <a:pPr algn="ctr"/>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128 dims</a:t>
            </a:r>
            <a:endParaRPr lang="en-US" dirty="0"/>
          </a:p>
        </p:txBody>
      </p:sp>
      <p:sp>
        <p:nvSpPr>
          <p:cNvPr id="444" name="TextBox 443">
            <a:extLst>
              <a:ext uri="{FF2B5EF4-FFF2-40B4-BE49-F238E27FC236}">
                <a16:creationId xmlns:a16="http://schemas.microsoft.com/office/drawing/2014/main" id="{E62E348B-3595-125C-351A-04BAEF57ED9C}"/>
              </a:ext>
            </a:extLst>
          </p:cNvPr>
          <p:cNvSpPr txBox="1"/>
          <p:nvPr/>
        </p:nvSpPr>
        <p:spPr>
          <a:xfrm>
            <a:off x="2181956" y="4700834"/>
            <a:ext cx="943799" cy="307777"/>
          </a:xfrm>
          <a:prstGeom prst="rect">
            <a:avLst/>
          </a:prstGeom>
          <a:noFill/>
        </p:spPr>
        <p:txBody>
          <a:bodyPr wrap="square">
            <a:spAutoFit/>
          </a:bodyPr>
          <a:lstStyle/>
          <a:p>
            <a:pPr algn="ctr"/>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128 dims</a:t>
            </a:r>
            <a:endParaRPr lang="en-US" dirty="0"/>
          </a:p>
        </p:txBody>
      </p:sp>
      <p:sp>
        <p:nvSpPr>
          <p:cNvPr id="450" name="TextBox 449">
            <a:extLst>
              <a:ext uri="{FF2B5EF4-FFF2-40B4-BE49-F238E27FC236}">
                <a16:creationId xmlns:a16="http://schemas.microsoft.com/office/drawing/2014/main" id="{F99FEB39-8BE4-342B-C614-74A97D1AC8EE}"/>
              </a:ext>
            </a:extLst>
          </p:cNvPr>
          <p:cNvSpPr txBox="1"/>
          <p:nvPr/>
        </p:nvSpPr>
        <p:spPr>
          <a:xfrm>
            <a:off x="2179680" y="3511358"/>
            <a:ext cx="977145" cy="307777"/>
          </a:xfrm>
          <a:prstGeom prst="rect">
            <a:avLst/>
          </a:prstGeom>
          <a:noFill/>
        </p:spPr>
        <p:txBody>
          <a:bodyPr wrap="square">
            <a:spAutoFit/>
          </a:bodyPr>
          <a:lstStyle/>
          <a:p>
            <a:pPr algn="ctr"/>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128 dims</a:t>
            </a:r>
            <a:endParaRPr lang="en-US" dirty="0"/>
          </a:p>
        </p:txBody>
      </p:sp>
      <p:sp>
        <p:nvSpPr>
          <p:cNvPr id="462" name="TextBox 461">
            <a:extLst>
              <a:ext uri="{FF2B5EF4-FFF2-40B4-BE49-F238E27FC236}">
                <a16:creationId xmlns:a16="http://schemas.microsoft.com/office/drawing/2014/main" id="{0CCA4083-6080-705F-15C3-4B2E28568061}"/>
              </a:ext>
            </a:extLst>
          </p:cNvPr>
          <p:cNvSpPr txBox="1"/>
          <p:nvPr/>
        </p:nvSpPr>
        <p:spPr>
          <a:xfrm>
            <a:off x="2164063" y="2062911"/>
            <a:ext cx="943799" cy="307777"/>
          </a:xfrm>
          <a:prstGeom prst="rect">
            <a:avLst/>
          </a:prstGeom>
          <a:noFill/>
        </p:spPr>
        <p:txBody>
          <a:bodyPr wrap="square">
            <a:spAutoFit/>
          </a:bodyPr>
          <a:lstStyle/>
          <a:p>
            <a:pPr algn="ctr"/>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128 dims</a:t>
            </a:r>
            <a:endParaRPr lang="en-US" dirty="0"/>
          </a:p>
        </p:txBody>
      </p:sp>
      <p:cxnSp>
        <p:nvCxnSpPr>
          <p:cNvPr id="476" name="Connector: Elbow 475">
            <a:extLst>
              <a:ext uri="{FF2B5EF4-FFF2-40B4-BE49-F238E27FC236}">
                <a16:creationId xmlns:a16="http://schemas.microsoft.com/office/drawing/2014/main" id="{454B1704-FF91-03DB-E55C-7DC1EA38905C}"/>
              </a:ext>
            </a:extLst>
          </p:cNvPr>
          <p:cNvCxnSpPr>
            <a:cxnSpLocks/>
            <a:stCxn id="379" idx="3"/>
            <a:endCxn id="380" idx="1"/>
          </p:cNvCxnSpPr>
          <p:nvPr/>
        </p:nvCxnSpPr>
        <p:spPr>
          <a:xfrm flipV="1">
            <a:off x="1519847" y="1626392"/>
            <a:ext cx="1004100" cy="1115103"/>
          </a:xfrm>
          <a:prstGeom prst="bentConnector3">
            <a:avLst>
              <a:gd name="adj1" fmla="val 29452"/>
            </a:avLst>
          </a:prstGeom>
          <a:ln>
            <a:tailEnd type="triangle"/>
          </a:ln>
        </p:spPr>
        <p:style>
          <a:lnRef idx="1">
            <a:schemeClr val="accent1"/>
          </a:lnRef>
          <a:fillRef idx="0">
            <a:schemeClr val="accent1"/>
          </a:fillRef>
          <a:effectRef idx="0">
            <a:schemeClr val="accent1"/>
          </a:effectRef>
          <a:fontRef idx="minor">
            <a:schemeClr val="tx1"/>
          </a:fontRef>
        </p:style>
      </p:cxnSp>
      <p:sp>
        <p:nvSpPr>
          <p:cNvPr id="485" name="TextBox 484">
            <a:extLst>
              <a:ext uri="{FF2B5EF4-FFF2-40B4-BE49-F238E27FC236}">
                <a16:creationId xmlns:a16="http://schemas.microsoft.com/office/drawing/2014/main" id="{22677FC2-D3C5-6AED-E156-3D4FBFCC588A}"/>
              </a:ext>
            </a:extLst>
          </p:cNvPr>
          <p:cNvSpPr txBox="1"/>
          <p:nvPr/>
        </p:nvSpPr>
        <p:spPr>
          <a:xfrm>
            <a:off x="3102684" y="4673816"/>
            <a:ext cx="564578" cy="307777"/>
          </a:xfrm>
          <a:prstGeom prst="rect">
            <a:avLst/>
          </a:prstGeom>
          <a:noFill/>
        </p:spPr>
        <p:txBody>
          <a:bodyPr wrap="none" rtlCol="0">
            <a:spAutoFit/>
          </a:bodyPr>
          <a:lstStyle/>
          <a:p>
            <a:r>
              <a:rPr lang="en-US" b="1" dirty="0">
                <a:solidFill>
                  <a:srgbClr val="404040"/>
                </a:solidFill>
                <a:latin typeface="Times New Roman" panose="02020603050405020304" pitchFamily="18" charset="0"/>
                <a:cs typeface="Times New Roman" panose="02020603050405020304" pitchFamily="18" charset="0"/>
              </a:rPr>
              <a:t>SAC</a:t>
            </a:r>
          </a:p>
        </p:txBody>
      </p:sp>
      <p:sp>
        <p:nvSpPr>
          <p:cNvPr id="487" name="TextBox 486">
            <a:extLst>
              <a:ext uri="{FF2B5EF4-FFF2-40B4-BE49-F238E27FC236}">
                <a16:creationId xmlns:a16="http://schemas.microsoft.com/office/drawing/2014/main" id="{547F1753-8642-C3E9-7974-428570A4B968}"/>
              </a:ext>
            </a:extLst>
          </p:cNvPr>
          <p:cNvSpPr txBox="1"/>
          <p:nvPr/>
        </p:nvSpPr>
        <p:spPr>
          <a:xfrm>
            <a:off x="3103553" y="2055850"/>
            <a:ext cx="524503" cy="307777"/>
          </a:xfrm>
          <a:prstGeom prst="rect">
            <a:avLst/>
          </a:prstGeom>
          <a:noFill/>
        </p:spPr>
        <p:txBody>
          <a:bodyPr wrap="none" rtlCol="0">
            <a:spAutoFit/>
          </a:bodyPr>
          <a:lstStyle/>
          <a:p>
            <a:r>
              <a:rPr lang="en-US" b="1" dirty="0">
                <a:solidFill>
                  <a:srgbClr val="404040"/>
                </a:solidFill>
                <a:latin typeface="Times New Roman" panose="02020603050405020304" pitchFamily="18" charset="0"/>
                <a:cs typeface="Times New Roman" panose="02020603050405020304" pitchFamily="18" charset="0"/>
              </a:rPr>
              <a:t>TD3</a:t>
            </a:r>
          </a:p>
        </p:txBody>
      </p:sp>
      <p:sp>
        <p:nvSpPr>
          <p:cNvPr id="489" name="TextBox 488">
            <a:extLst>
              <a:ext uri="{FF2B5EF4-FFF2-40B4-BE49-F238E27FC236}">
                <a16:creationId xmlns:a16="http://schemas.microsoft.com/office/drawing/2014/main" id="{30D62051-9869-BA64-11E4-584434D29C1A}"/>
              </a:ext>
            </a:extLst>
          </p:cNvPr>
          <p:cNvSpPr txBox="1"/>
          <p:nvPr/>
        </p:nvSpPr>
        <p:spPr>
          <a:xfrm>
            <a:off x="4319835" y="944973"/>
            <a:ext cx="1167193" cy="400110"/>
          </a:xfrm>
          <a:prstGeom prst="rect">
            <a:avLst/>
          </a:prstGeom>
          <a:noFill/>
        </p:spPr>
        <p:txBody>
          <a:bodyPr wrap="square" rtlCol="0">
            <a:spAutoFit/>
          </a:bodyPr>
          <a:lstStyle/>
          <a:p>
            <a:r>
              <a:rPr lang="en-US" sz="2000" b="1" dirty="0">
                <a:solidFill>
                  <a:srgbClr val="404040"/>
                </a:solidFill>
                <a:latin typeface="Times New Roman" panose="02020603050405020304" pitchFamily="18" charset="0"/>
                <a:cs typeface="Times New Roman" panose="02020603050405020304" pitchFamily="18" charset="0"/>
              </a:rPr>
              <a:t>CRITIC </a:t>
            </a:r>
          </a:p>
        </p:txBody>
      </p:sp>
      <p:cxnSp>
        <p:nvCxnSpPr>
          <p:cNvPr id="491" name="Straight Connector 490">
            <a:extLst>
              <a:ext uri="{FF2B5EF4-FFF2-40B4-BE49-F238E27FC236}">
                <a16:creationId xmlns:a16="http://schemas.microsoft.com/office/drawing/2014/main" id="{7D6563ED-7932-8012-CA55-4F3FCE546E31}"/>
              </a:ext>
            </a:extLst>
          </p:cNvPr>
          <p:cNvCxnSpPr/>
          <p:nvPr/>
        </p:nvCxnSpPr>
        <p:spPr>
          <a:xfrm>
            <a:off x="3981450" y="990600"/>
            <a:ext cx="0" cy="3905250"/>
          </a:xfrm>
          <a:prstGeom prst="line">
            <a:avLst/>
          </a:prstGeom>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63A0DB95-A608-552E-088D-D8F3399C1E32}"/>
              </a:ext>
            </a:extLst>
          </p:cNvPr>
          <p:cNvSpPr txBox="1"/>
          <p:nvPr/>
        </p:nvSpPr>
        <p:spPr>
          <a:xfrm>
            <a:off x="250093" y="979478"/>
            <a:ext cx="1167193" cy="400110"/>
          </a:xfrm>
          <a:prstGeom prst="rect">
            <a:avLst/>
          </a:prstGeom>
          <a:noFill/>
        </p:spPr>
        <p:txBody>
          <a:bodyPr wrap="square" rtlCol="0">
            <a:spAutoFit/>
          </a:bodyPr>
          <a:lstStyle/>
          <a:p>
            <a:r>
              <a:rPr lang="en-US" sz="2000" b="1" dirty="0">
                <a:solidFill>
                  <a:srgbClr val="404040"/>
                </a:solidFill>
                <a:latin typeface="Times New Roman" panose="02020603050405020304" pitchFamily="18" charset="0"/>
                <a:cs typeface="Times New Roman" panose="02020603050405020304" pitchFamily="18" charset="0"/>
              </a:rPr>
              <a:t>ACTOR</a:t>
            </a:r>
          </a:p>
        </p:txBody>
      </p:sp>
      <p:sp>
        <p:nvSpPr>
          <p:cNvPr id="495" name="TextBox 494">
            <a:extLst>
              <a:ext uri="{FF2B5EF4-FFF2-40B4-BE49-F238E27FC236}">
                <a16:creationId xmlns:a16="http://schemas.microsoft.com/office/drawing/2014/main" id="{7085A604-7BB6-0807-D45E-7BAA8C0CF7F4}"/>
              </a:ext>
            </a:extLst>
          </p:cNvPr>
          <p:cNvSpPr txBox="1"/>
          <p:nvPr/>
        </p:nvSpPr>
        <p:spPr>
          <a:xfrm>
            <a:off x="5850559" y="2712894"/>
            <a:ext cx="971479" cy="461665"/>
          </a:xfrm>
          <a:prstGeom prst="rect">
            <a:avLst/>
          </a:prstGeom>
          <a:noFill/>
        </p:spPr>
        <p:txBody>
          <a:bodyPr wrap="square">
            <a:spAutoFit/>
          </a:bodyPr>
          <a:lstStyle/>
          <a:p>
            <a:pPr algn="ctr"/>
            <a:r>
              <a:rPr lang="en-US" sz="1200" dirty="0">
                <a:solidFill>
                  <a:schemeClr val="accent2">
                    <a:lumMod val="20000"/>
                    <a:lumOff val="80000"/>
                  </a:schemeClr>
                </a:solidFill>
                <a:latin typeface="Times New Roman" panose="02020603050405020304" pitchFamily="18" charset="0"/>
                <a:cs typeface="Times New Roman" panose="02020603050405020304" pitchFamily="18" charset="0"/>
              </a:rPr>
              <a:t>LayerNorm</a:t>
            </a:r>
          </a:p>
          <a:p>
            <a:pPr algn="ctr"/>
            <a:r>
              <a:rPr lang="en-US" sz="1200" dirty="0">
                <a:solidFill>
                  <a:schemeClr val="accent2">
                    <a:lumMod val="20000"/>
                    <a:lumOff val="80000"/>
                  </a:schemeClr>
                </a:solidFill>
                <a:latin typeface="Times New Roman" panose="02020603050405020304" pitchFamily="18" charset="0"/>
                <a:cs typeface="Times New Roman" panose="02020603050405020304" pitchFamily="18" charset="0"/>
              </a:rPr>
              <a:t>ReLU</a:t>
            </a:r>
          </a:p>
        </p:txBody>
      </p:sp>
      <p:sp>
        <p:nvSpPr>
          <p:cNvPr id="497" name="TextBox 496">
            <a:extLst>
              <a:ext uri="{FF2B5EF4-FFF2-40B4-BE49-F238E27FC236}">
                <a16:creationId xmlns:a16="http://schemas.microsoft.com/office/drawing/2014/main" id="{48CA5BCC-0D2D-91D2-E5F2-EA1B0E9BB233}"/>
              </a:ext>
            </a:extLst>
          </p:cNvPr>
          <p:cNvSpPr txBox="1"/>
          <p:nvPr/>
        </p:nvSpPr>
        <p:spPr>
          <a:xfrm>
            <a:off x="6965290" y="2741495"/>
            <a:ext cx="971479" cy="461665"/>
          </a:xfrm>
          <a:prstGeom prst="rect">
            <a:avLst/>
          </a:prstGeom>
          <a:noFill/>
        </p:spPr>
        <p:txBody>
          <a:bodyPr wrap="square">
            <a:spAutoFit/>
          </a:bodyPr>
          <a:lstStyle/>
          <a:p>
            <a:pPr algn="ctr"/>
            <a:r>
              <a:rPr lang="en-US" sz="1200" dirty="0">
                <a:solidFill>
                  <a:schemeClr val="accent2">
                    <a:lumMod val="20000"/>
                    <a:lumOff val="80000"/>
                  </a:schemeClr>
                </a:solidFill>
                <a:latin typeface="Times New Roman" panose="02020603050405020304" pitchFamily="18" charset="0"/>
                <a:cs typeface="Times New Roman" panose="02020603050405020304" pitchFamily="18" charset="0"/>
              </a:rPr>
              <a:t>LayerNorm</a:t>
            </a:r>
          </a:p>
          <a:p>
            <a:pPr algn="ctr"/>
            <a:r>
              <a:rPr lang="en-US" sz="1200" dirty="0">
                <a:solidFill>
                  <a:schemeClr val="accent2">
                    <a:lumMod val="20000"/>
                    <a:lumOff val="80000"/>
                  </a:schemeClr>
                </a:solidFill>
                <a:latin typeface="Times New Roman" panose="02020603050405020304" pitchFamily="18" charset="0"/>
                <a:cs typeface="Times New Roman" panose="02020603050405020304" pitchFamily="18" charset="0"/>
              </a:rPr>
              <a:t>ReLU</a:t>
            </a:r>
          </a:p>
        </p:txBody>
      </p:sp>
    </p:spTree>
    <p:extLst>
      <p:ext uri="{BB962C8B-B14F-4D97-AF65-F5344CB8AC3E}">
        <p14:creationId xmlns:p14="http://schemas.microsoft.com/office/powerpoint/2010/main" val="4101324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7">
          <a:extLst>
            <a:ext uri="{FF2B5EF4-FFF2-40B4-BE49-F238E27FC236}">
              <a16:creationId xmlns:a16="http://schemas.microsoft.com/office/drawing/2014/main" id="{FF128921-37AC-7ECB-0330-B4689AEDF354}"/>
            </a:ext>
          </a:extLst>
        </p:cNvPr>
        <p:cNvGrpSpPr/>
        <p:nvPr/>
      </p:nvGrpSpPr>
      <p:grpSpPr>
        <a:xfrm>
          <a:off x="0" y="0"/>
          <a:ext cx="0" cy="0"/>
          <a:chOff x="0" y="0"/>
          <a:chExt cx="0" cy="0"/>
        </a:xfrm>
      </p:grpSpPr>
      <p:sp>
        <p:nvSpPr>
          <p:cNvPr id="238" name="Google Shape;238;p18">
            <a:extLst>
              <a:ext uri="{FF2B5EF4-FFF2-40B4-BE49-F238E27FC236}">
                <a16:creationId xmlns:a16="http://schemas.microsoft.com/office/drawing/2014/main" id="{E92BB3D3-D91B-F49B-A23A-62F34C6EE970}"/>
              </a:ext>
            </a:extLst>
          </p:cNvPr>
          <p:cNvSpPr txBox="1">
            <a:spLocks noGrp="1"/>
          </p:cNvSpPr>
          <p:nvPr>
            <p:ph type="title"/>
          </p:nvPr>
        </p:nvSpPr>
        <p:spPr>
          <a:xfrm>
            <a:off x="352425" y="267287"/>
            <a:ext cx="8603883" cy="60491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lt1"/>
              </a:buClr>
              <a:buSzPct val="88888"/>
              <a:buFont typeface="Arial"/>
              <a:buNone/>
            </a:pPr>
            <a:r>
              <a:rPr lang="en-US" sz="3000" dirty="0">
                <a:solidFill>
                  <a:srgbClr val="FFFFFF"/>
                </a:solidFill>
                <a:latin typeface="Times New Roman" panose="02020603050405020304" pitchFamily="18" charset="0"/>
                <a:cs typeface="Times New Roman" panose="02020603050405020304" pitchFamily="18" charset="0"/>
              </a:rPr>
              <a:t>Primary Results</a:t>
            </a:r>
            <a:endParaRPr sz="3000" dirty="0">
              <a:solidFill>
                <a:srgbClr val="FFFFFF"/>
              </a:solidFill>
              <a:latin typeface="Times New Roman" panose="02020603050405020304" pitchFamily="18" charset="0"/>
              <a:cs typeface="Times New Roman" panose="02020603050405020304" pitchFamily="18" charset="0"/>
            </a:endParaRPr>
          </a:p>
        </p:txBody>
      </p:sp>
      <p:sp>
        <p:nvSpPr>
          <p:cNvPr id="15" name="Google Shape;178;p3">
            <a:extLst>
              <a:ext uri="{FF2B5EF4-FFF2-40B4-BE49-F238E27FC236}">
                <a16:creationId xmlns:a16="http://schemas.microsoft.com/office/drawing/2014/main" id="{2FB0486B-6B09-2090-46D0-39D658CF22A3}"/>
              </a:ext>
            </a:extLst>
          </p:cNvPr>
          <p:cNvSpPr txBox="1"/>
          <p:nvPr/>
        </p:nvSpPr>
        <p:spPr>
          <a:xfrm>
            <a:off x="8485809" y="4800600"/>
            <a:ext cx="391491"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dirty="0">
                <a:solidFill>
                  <a:schemeClr val="lt2"/>
                </a:solidFill>
              </a:rPr>
              <a:t>13</a:t>
            </a:r>
            <a:endParaRPr sz="1400" b="0" i="0" u="none" strike="noStrike" cap="none" dirty="0">
              <a:solidFill>
                <a:srgbClr val="000000"/>
              </a:solidFill>
              <a:latin typeface="Arial"/>
              <a:ea typeface="Arial"/>
              <a:cs typeface="Arial"/>
              <a:sym typeface="Arial"/>
            </a:endParaRPr>
          </a:p>
        </p:txBody>
      </p:sp>
      <p:graphicFrame>
        <p:nvGraphicFramePr>
          <p:cNvPr id="7" name="Table 6">
            <a:extLst>
              <a:ext uri="{FF2B5EF4-FFF2-40B4-BE49-F238E27FC236}">
                <a16:creationId xmlns:a16="http://schemas.microsoft.com/office/drawing/2014/main" id="{E28E2B8B-FEA6-2D70-9BFB-F1CB8927E66D}"/>
              </a:ext>
            </a:extLst>
          </p:cNvPr>
          <p:cNvGraphicFramePr>
            <a:graphicFrameLocks noGrp="1"/>
          </p:cNvGraphicFramePr>
          <p:nvPr>
            <p:extLst>
              <p:ext uri="{D42A27DB-BD31-4B8C-83A1-F6EECF244321}">
                <p14:modId xmlns:p14="http://schemas.microsoft.com/office/powerpoint/2010/main" val="3958616344"/>
              </p:ext>
            </p:extLst>
          </p:nvPr>
        </p:nvGraphicFramePr>
        <p:xfrm>
          <a:off x="352425" y="923779"/>
          <a:ext cx="8583481" cy="3825238"/>
        </p:xfrm>
        <a:graphic>
          <a:graphicData uri="http://schemas.openxmlformats.org/drawingml/2006/table">
            <a:tbl>
              <a:tblPr firstRow="1" bandRow="1">
                <a:effectLst/>
                <a:tableStyleId>{775DCB02-9BB8-47FD-8907-85C794F793BA}</a:tableStyleId>
              </a:tblPr>
              <a:tblGrid>
                <a:gridCol w="1847078">
                  <a:extLst>
                    <a:ext uri="{9D8B030D-6E8A-4147-A177-3AD203B41FA5}">
                      <a16:colId xmlns:a16="http://schemas.microsoft.com/office/drawing/2014/main" val="916701268"/>
                    </a:ext>
                  </a:extLst>
                </a:gridCol>
                <a:gridCol w="1042119">
                  <a:extLst>
                    <a:ext uri="{9D8B030D-6E8A-4147-A177-3AD203B41FA5}">
                      <a16:colId xmlns:a16="http://schemas.microsoft.com/office/drawing/2014/main" val="3107748259"/>
                    </a:ext>
                  </a:extLst>
                </a:gridCol>
                <a:gridCol w="1042119">
                  <a:extLst>
                    <a:ext uri="{9D8B030D-6E8A-4147-A177-3AD203B41FA5}">
                      <a16:colId xmlns:a16="http://schemas.microsoft.com/office/drawing/2014/main" val="3533489321"/>
                    </a:ext>
                  </a:extLst>
                </a:gridCol>
                <a:gridCol w="1042416">
                  <a:extLst>
                    <a:ext uri="{9D8B030D-6E8A-4147-A177-3AD203B41FA5}">
                      <a16:colId xmlns:a16="http://schemas.microsoft.com/office/drawing/2014/main" val="4152135831"/>
                    </a:ext>
                  </a:extLst>
                </a:gridCol>
                <a:gridCol w="1042119">
                  <a:extLst>
                    <a:ext uri="{9D8B030D-6E8A-4147-A177-3AD203B41FA5}">
                      <a16:colId xmlns:a16="http://schemas.microsoft.com/office/drawing/2014/main" val="3909510700"/>
                    </a:ext>
                  </a:extLst>
                </a:gridCol>
                <a:gridCol w="1280160">
                  <a:extLst>
                    <a:ext uri="{9D8B030D-6E8A-4147-A177-3AD203B41FA5}">
                      <a16:colId xmlns:a16="http://schemas.microsoft.com/office/drawing/2014/main" val="3986000241"/>
                    </a:ext>
                  </a:extLst>
                </a:gridCol>
                <a:gridCol w="1287470">
                  <a:extLst>
                    <a:ext uri="{9D8B030D-6E8A-4147-A177-3AD203B41FA5}">
                      <a16:colId xmlns:a16="http://schemas.microsoft.com/office/drawing/2014/main" val="4118928283"/>
                    </a:ext>
                  </a:extLst>
                </a:gridCol>
              </a:tblGrid>
              <a:tr h="720652">
                <a:tc>
                  <a:txBody>
                    <a:bodyPr/>
                    <a:lstStyle/>
                    <a:p>
                      <a:pPr algn="ctr"/>
                      <a:r>
                        <a:rPr lang="en-US" sz="1400" dirty="0">
                          <a:solidFill>
                            <a:schemeClr val="accent4">
                              <a:lumMod val="20000"/>
                              <a:lumOff val="80000"/>
                            </a:schemeClr>
                          </a:solidFill>
                        </a:rPr>
                        <a:t>Controller</a:t>
                      </a:r>
                      <a:endParaRPr lang="en-US" sz="1400" dirty="0">
                        <a:solidFill>
                          <a:schemeClr val="accent4">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400" dirty="0">
                          <a:solidFill>
                            <a:schemeClr val="accent4">
                              <a:lumMod val="20000"/>
                              <a:lumOff val="80000"/>
                            </a:schemeClr>
                          </a:solidFill>
                        </a:rPr>
                        <a:t>Yield (kg/ha)</a:t>
                      </a:r>
                      <a:endParaRPr lang="en-US" sz="1400" dirty="0">
                        <a:solidFill>
                          <a:schemeClr val="accent4">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400" dirty="0">
                          <a:solidFill>
                            <a:schemeClr val="accent4">
                              <a:lumMod val="20000"/>
                              <a:lumOff val="80000"/>
                            </a:schemeClr>
                          </a:solidFill>
                        </a:rPr>
                        <a:t>% of Ceiling</a:t>
                      </a:r>
                      <a:endParaRPr lang="en-US" sz="1400" dirty="0">
                        <a:solidFill>
                          <a:schemeClr val="accent4">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accent4">
                              <a:lumMod val="20000"/>
                              <a:lumOff val="80000"/>
                            </a:schemeClr>
                          </a:solidFill>
                        </a:rPr>
                        <a:t>Drought-days</a:t>
                      </a:r>
                      <a:endParaRPr lang="en-US" sz="1400" dirty="0">
                        <a:solidFill>
                          <a:schemeClr val="accent4">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400" dirty="0">
                          <a:solidFill>
                            <a:schemeClr val="accent4">
                              <a:lumMod val="20000"/>
                              <a:lumOff val="80000"/>
                            </a:schemeClr>
                          </a:solidFill>
                        </a:rPr>
                        <a:t>Waterlog-days</a:t>
                      </a:r>
                      <a:endParaRPr lang="en-US" sz="1400" dirty="0">
                        <a:solidFill>
                          <a:schemeClr val="accent4">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400" dirty="0">
                          <a:solidFill>
                            <a:schemeClr val="accent4">
                              <a:lumMod val="20000"/>
                              <a:lumOff val="80000"/>
                            </a:schemeClr>
                          </a:solidFill>
                        </a:rPr>
                        <a:t>Water Usage (mm)</a:t>
                      </a:r>
                      <a:endParaRPr lang="en-US" sz="1400" dirty="0">
                        <a:solidFill>
                          <a:schemeClr val="accent4">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400" dirty="0">
                          <a:solidFill>
                            <a:schemeClr val="accent4">
                              <a:lumMod val="20000"/>
                              <a:lumOff val="80000"/>
                            </a:schemeClr>
                          </a:solidFill>
                        </a:rPr>
                        <a:t>Decision latency (</a:t>
                      </a:r>
                      <a:r>
                        <a:rPr lang="en-US" sz="1400" dirty="0" err="1">
                          <a:solidFill>
                            <a:schemeClr val="accent4">
                              <a:lumMod val="20000"/>
                              <a:lumOff val="80000"/>
                            </a:schemeClr>
                          </a:solidFill>
                        </a:rPr>
                        <a:t>ms</a:t>
                      </a:r>
                      <a:r>
                        <a:rPr lang="en-US" sz="1400" dirty="0">
                          <a:solidFill>
                            <a:schemeClr val="accent4">
                              <a:lumMod val="20000"/>
                              <a:lumOff val="80000"/>
                            </a:schemeClr>
                          </a:solidFill>
                        </a:rPr>
                        <a:t>)</a:t>
                      </a:r>
                      <a:endParaRPr lang="en-US" sz="1400" dirty="0">
                        <a:solidFill>
                          <a:schemeClr val="accent4">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214850563"/>
                  </a:ext>
                </a:extLst>
              </a:tr>
              <a:tr h="349813">
                <a:tc>
                  <a:txBody>
                    <a:bodyPr/>
                    <a:lstStyle/>
                    <a:p>
                      <a:pPr algn="ctr"/>
                      <a:r>
                        <a:rPr lang="en-US" sz="1300" dirty="0">
                          <a:solidFill>
                            <a:schemeClr val="bg2">
                              <a:lumMod val="65000"/>
                              <a:lumOff val="35000"/>
                            </a:schemeClr>
                          </a:solidFill>
                        </a:rPr>
                        <a:t>No irrigation</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1728</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43.5</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86.5</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1.4</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0</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20316163"/>
                  </a:ext>
                </a:extLst>
              </a:tr>
              <a:tr h="393539">
                <a:tc>
                  <a:txBody>
                    <a:bodyPr/>
                    <a:lstStyle/>
                    <a:p>
                      <a:pPr algn="ctr"/>
                      <a:r>
                        <a:rPr lang="en-US" sz="1300" dirty="0">
                          <a:solidFill>
                            <a:schemeClr val="bg2">
                              <a:lumMod val="65000"/>
                              <a:lumOff val="35000"/>
                            </a:schemeClr>
                          </a:solidFill>
                        </a:rPr>
                        <a:t>Fixed schedule</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3314</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82.7</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28.2</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54.3</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411</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227186144"/>
                  </a:ext>
                </a:extLst>
              </a:tr>
              <a:tr h="393539">
                <a:tc>
                  <a:txBody>
                    <a:bodyPr/>
                    <a:lstStyle/>
                    <a:p>
                      <a:pPr algn="ctr"/>
                      <a:r>
                        <a:rPr lang="en-US" sz="1300" dirty="0">
                          <a:solidFill>
                            <a:schemeClr val="bg2">
                              <a:lumMod val="65000"/>
                              <a:lumOff val="35000"/>
                            </a:schemeClr>
                          </a:solidFill>
                        </a:rPr>
                        <a:t>Reactive controller</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3532</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88.2</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33.0</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41.7</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411</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68935046"/>
                  </a:ext>
                </a:extLst>
              </a:tr>
              <a:tr h="393539">
                <a:tc>
                  <a:txBody>
                    <a:bodyPr/>
                    <a:lstStyle/>
                    <a:p>
                      <a:pPr algn="ctr"/>
                      <a:r>
                        <a:rPr lang="en-US" sz="1300" dirty="0">
                          <a:solidFill>
                            <a:schemeClr val="bg2">
                              <a:lumMod val="65000"/>
                              <a:lumOff val="35000"/>
                            </a:schemeClr>
                          </a:solidFill>
                        </a:rPr>
                        <a:t>SAC (Pool A)</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3785</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94.6</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25.6</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18.2</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382</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1.0</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799011049"/>
                  </a:ext>
                </a:extLst>
              </a:tr>
              <a:tr h="393539">
                <a:tc>
                  <a:txBody>
                    <a:bodyPr/>
                    <a:lstStyle/>
                    <a:p>
                      <a:pPr algn="ctr"/>
                      <a:r>
                        <a:rPr lang="en-US" sz="1300" dirty="0">
                          <a:solidFill>
                            <a:schemeClr val="bg2">
                              <a:lumMod val="65000"/>
                              <a:lumOff val="35000"/>
                            </a:schemeClr>
                          </a:solidFill>
                        </a:rPr>
                        <a:t>SAC (Pool B)</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3777</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94.4</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32.4</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16.1</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376</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1.0</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739975942"/>
                  </a:ext>
                </a:extLst>
              </a:tr>
              <a:tr h="393539">
                <a:tc>
                  <a:txBody>
                    <a:bodyPr/>
                    <a:lstStyle/>
                    <a:p>
                      <a:pPr algn="ctr"/>
                      <a:r>
                        <a:rPr lang="en-US" sz="1300" dirty="0">
                          <a:solidFill>
                            <a:schemeClr val="bg2">
                              <a:lumMod val="65000"/>
                              <a:lumOff val="35000"/>
                            </a:schemeClr>
                          </a:solidFill>
                        </a:rPr>
                        <a:t>MPC (Hp = 8)</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3810</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95.2</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16.0</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7.7</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364</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52,603</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635661077"/>
                  </a:ext>
                </a:extLst>
              </a:tr>
              <a:tr h="393539">
                <a:tc>
                  <a:txBody>
                    <a:bodyPr/>
                    <a:lstStyle/>
                    <a:p>
                      <a:pPr algn="ctr"/>
                      <a:r>
                        <a:rPr lang="en-US" sz="1300" dirty="0">
                          <a:solidFill>
                            <a:schemeClr val="bg2">
                              <a:lumMod val="65000"/>
                              <a:lumOff val="35000"/>
                            </a:schemeClr>
                          </a:solidFill>
                        </a:rPr>
                        <a:t>TD3 (Pool B, 3-seed)</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3800</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95.0</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35.2</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6.5</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358</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1.3</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69931178"/>
                  </a:ext>
                </a:extLst>
              </a:tr>
              <a:tr h="393539">
                <a:tc>
                  <a:txBody>
                    <a:bodyPr/>
                    <a:lstStyle/>
                    <a:p>
                      <a:pPr algn="ctr"/>
                      <a:r>
                        <a:rPr lang="en-US" sz="1300" dirty="0">
                          <a:solidFill>
                            <a:schemeClr val="bg2">
                              <a:lumMod val="65000"/>
                              <a:lumOff val="35000"/>
                            </a:schemeClr>
                          </a:solidFill>
                        </a:rPr>
                        <a:t>TD3 (Pool A, 3-seed)</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3805</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95.1</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33.7</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7.2</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362</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rPr>
                        <a:t>1.3</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046073934"/>
                  </a:ext>
                </a:extLst>
              </a:tr>
            </a:tbl>
          </a:graphicData>
        </a:graphic>
      </p:graphicFrame>
      <p:sp>
        <p:nvSpPr>
          <p:cNvPr id="10" name="Rectangle 9">
            <a:extLst>
              <a:ext uri="{FF2B5EF4-FFF2-40B4-BE49-F238E27FC236}">
                <a16:creationId xmlns:a16="http://schemas.microsoft.com/office/drawing/2014/main" id="{A48A71A3-CD95-56F4-50D8-90A8881F9AE1}"/>
              </a:ext>
            </a:extLst>
          </p:cNvPr>
          <p:cNvSpPr/>
          <p:nvPr/>
        </p:nvSpPr>
        <p:spPr>
          <a:xfrm>
            <a:off x="3262313" y="3611166"/>
            <a:ext cx="998934" cy="338534"/>
          </a:xfrm>
          <a:prstGeom prst="rect">
            <a:avLst/>
          </a:prstGeom>
          <a:solidFill>
            <a:srgbClr val="92D050">
              <a:alpha val="10000"/>
            </a:srgb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4" name="Rectangle 13">
            <a:extLst>
              <a:ext uri="{FF2B5EF4-FFF2-40B4-BE49-F238E27FC236}">
                <a16:creationId xmlns:a16="http://schemas.microsoft.com/office/drawing/2014/main" id="{F34C0A36-A7CA-9A7B-41E1-17308053F777}"/>
              </a:ext>
            </a:extLst>
          </p:cNvPr>
          <p:cNvSpPr/>
          <p:nvPr/>
        </p:nvSpPr>
        <p:spPr>
          <a:xfrm>
            <a:off x="4310463" y="3611166"/>
            <a:ext cx="985437" cy="338535"/>
          </a:xfrm>
          <a:prstGeom prst="rect">
            <a:avLst/>
          </a:prstGeom>
          <a:solidFill>
            <a:srgbClr val="92D050">
              <a:alpha val="10000"/>
            </a:srgb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7" name="Rectangle 16">
            <a:extLst>
              <a:ext uri="{FF2B5EF4-FFF2-40B4-BE49-F238E27FC236}">
                <a16:creationId xmlns:a16="http://schemas.microsoft.com/office/drawing/2014/main" id="{4D3D91F3-AD82-D760-4D74-F516D1603D20}"/>
              </a:ext>
            </a:extLst>
          </p:cNvPr>
          <p:cNvSpPr/>
          <p:nvPr/>
        </p:nvSpPr>
        <p:spPr>
          <a:xfrm>
            <a:off x="5349478" y="4001691"/>
            <a:ext cx="995363" cy="345281"/>
          </a:xfrm>
          <a:prstGeom prst="rect">
            <a:avLst/>
          </a:prstGeom>
          <a:solidFill>
            <a:srgbClr val="92D050">
              <a:alpha val="10000"/>
            </a:srgb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24" name="Rectangle 23">
            <a:extLst>
              <a:ext uri="{FF2B5EF4-FFF2-40B4-BE49-F238E27FC236}">
                <a16:creationId xmlns:a16="http://schemas.microsoft.com/office/drawing/2014/main" id="{0D346E93-A593-08D7-57EF-7035D2E192BC}"/>
              </a:ext>
            </a:extLst>
          </p:cNvPr>
          <p:cNvSpPr/>
          <p:nvPr/>
        </p:nvSpPr>
        <p:spPr>
          <a:xfrm>
            <a:off x="6387703" y="4001690"/>
            <a:ext cx="1240631" cy="345282"/>
          </a:xfrm>
          <a:prstGeom prst="rect">
            <a:avLst/>
          </a:prstGeom>
          <a:solidFill>
            <a:srgbClr val="92D050">
              <a:alpha val="10000"/>
            </a:srgb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Tree>
    <p:extLst>
      <p:ext uri="{BB962C8B-B14F-4D97-AF65-F5344CB8AC3E}">
        <p14:creationId xmlns:p14="http://schemas.microsoft.com/office/powerpoint/2010/main" val="1228787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1162-E97B-9C51-C64F-FD30CC10DFA3}"/>
              </a:ext>
            </a:extLst>
          </p:cNvPr>
          <p:cNvSpPr>
            <a:spLocks noGrp="1"/>
          </p:cNvSpPr>
          <p:nvPr>
            <p:ph type="title"/>
          </p:nvPr>
        </p:nvSpPr>
        <p:spPr/>
        <p:txBody>
          <a:bodyPr>
            <a:normAutofit fontScale="90000"/>
          </a:bodyPr>
          <a:lstStyle/>
          <a:p>
            <a:r>
              <a:rPr lang="en-US" dirty="0"/>
              <a:t>Per Scenario Analysis</a:t>
            </a:r>
          </a:p>
        </p:txBody>
      </p:sp>
      <p:pic>
        <p:nvPicPr>
          <p:cNvPr id="9" name="Picture 8">
            <a:extLst>
              <a:ext uri="{FF2B5EF4-FFF2-40B4-BE49-F238E27FC236}">
                <a16:creationId xmlns:a16="http://schemas.microsoft.com/office/drawing/2014/main" id="{2FB9BEED-37F5-B9B5-5CC8-1BCA15DC6A36}"/>
              </a:ext>
            </a:extLst>
          </p:cNvPr>
          <p:cNvPicPr>
            <a:picLocks noChangeAspect="1"/>
          </p:cNvPicPr>
          <p:nvPr/>
        </p:nvPicPr>
        <p:blipFill>
          <a:blip r:embed="rId2"/>
          <a:stretch>
            <a:fillRect/>
          </a:stretch>
        </p:blipFill>
        <p:spPr>
          <a:xfrm>
            <a:off x="195593" y="1266826"/>
            <a:ext cx="8752813" cy="3351165"/>
          </a:xfrm>
          <a:prstGeom prst="rect">
            <a:avLst/>
          </a:prstGeom>
        </p:spPr>
      </p:pic>
      <p:sp>
        <p:nvSpPr>
          <p:cNvPr id="16" name="Google Shape;178;p3">
            <a:extLst>
              <a:ext uri="{FF2B5EF4-FFF2-40B4-BE49-F238E27FC236}">
                <a16:creationId xmlns:a16="http://schemas.microsoft.com/office/drawing/2014/main" id="{F3AD1B64-5AD9-5941-16FD-03CB60031F8D}"/>
              </a:ext>
            </a:extLst>
          </p:cNvPr>
          <p:cNvSpPr txBox="1"/>
          <p:nvPr/>
        </p:nvSpPr>
        <p:spPr>
          <a:xfrm>
            <a:off x="8485809" y="4800600"/>
            <a:ext cx="391491"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dirty="0">
                <a:solidFill>
                  <a:schemeClr val="lt2"/>
                </a:solidFill>
              </a:rPr>
              <a:t>14</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4081244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a:extLst>
            <a:ext uri="{FF2B5EF4-FFF2-40B4-BE49-F238E27FC236}">
              <a16:creationId xmlns:a16="http://schemas.microsoft.com/office/drawing/2014/main" id="{61835D21-34F7-8F9A-EDE6-7B0A735D289B}"/>
            </a:ext>
          </a:extLst>
        </p:cNvPr>
        <p:cNvGrpSpPr/>
        <p:nvPr/>
      </p:nvGrpSpPr>
      <p:grpSpPr>
        <a:xfrm>
          <a:off x="0" y="0"/>
          <a:ext cx="0" cy="0"/>
          <a:chOff x="0" y="0"/>
          <a:chExt cx="0" cy="0"/>
        </a:xfrm>
      </p:grpSpPr>
      <p:sp>
        <p:nvSpPr>
          <p:cNvPr id="238" name="Google Shape;238;p18">
            <a:extLst>
              <a:ext uri="{FF2B5EF4-FFF2-40B4-BE49-F238E27FC236}">
                <a16:creationId xmlns:a16="http://schemas.microsoft.com/office/drawing/2014/main" id="{A929A359-7DE6-153B-0217-9D3BA267EB89}"/>
              </a:ext>
            </a:extLst>
          </p:cNvPr>
          <p:cNvSpPr txBox="1">
            <a:spLocks noGrp="1"/>
          </p:cNvSpPr>
          <p:nvPr>
            <p:ph type="title"/>
          </p:nvPr>
        </p:nvSpPr>
        <p:spPr>
          <a:xfrm>
            <a:off x="352425" y="306435"/>
            <a:ext cx="8524873" cy="60796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lt1"/>
              </a:buClr>
              <a:buSzPct val="88888"/>
              <a:buFont typeface="Arial"/>
              <a:buNone/>
            </a:pPr>
            <a:r>
              <a:rPr lang="en-US" sz="3000" dirty="0">
                <a:solidFill>
                  <a:srgbClr val="FFFFFF"/>
                </a:solidFill>
                <a:latin typeface="Times New Roman" panose="02020603050405020304" pitchFamily="18" charset="0"/>
                <a:ea typeface="Cambria Math" panose="02040503050406030204" pitchFamily="18" charset="0"/>
                <a:cs typeface="Times New Roman" panose="02020603050405020304" pitchFamily="18" charset="0"/>
              </a:rPr>
              <a:t>Mean </a:t>
            </a:r>
            <a:r>
              <a:rPr lang="en-US" sz="3000" dirty="0">
                <a:solidFill>
                  <a:srgbClr val="FFFFFF"/>
                </a:solidFill>
                <a:latin typeface="Cambria Math" panose="02040503050406030204" pitchFamily="18" charset="0"/>
                <a:ea typeface="Cambria Math" panose="02040503050406030204" pitchFamily="18" charset="0"/>
                <a:cs typeface="Times New Roman" panose="02020603050405020304" pitchFamily="18" charset="0"/>
              </a:rPr>
              <a:t>∆u Smoothing</a:t>
            </a:r>
            <a:endParaRPr sz="3000" dirty="0">
              <a:solidFill>
                <a:srgbClr val="FFFFFF"/>
              </a:solidFill>
              <a:latin typeface="Times New Roman" panose="02020603050405020304" pitchFamily="18" charset="0"/>
              <a:cs typeface="Times New Roman" panose="02020603050405020304" pitchFamily="18" charset="0"/>
            </a:endParaRPr>
          </a:p>
        </p:txBody>
      </p:sp>
      <p:sp>
        <p:nvSpPr>
          <p:cNvPr id="4" name="Google Shape;178;p3">
            <a:extLst>
              <a:ext uri="{FF2B5EF4-FFF2-40B4-BE49-F238E27FC236}">
                <a16:creationId xmlns:a16="http://schemas.microsoft.com/office/drawing/2014/main" id="{1B3E1885-A3C9-9E80-5CA2-89B2BB6BE254}"/>
              </a:ext>
            </a:extLst>
          </p:cNvPr>
          <p:cNvSpPr txBox="1"/>
          <p:nvPr/>
        </p:nvSpPr>
        <p:spPr>
          <a:xfrm>
            <a:off x="8485809" y="4800600"/>
            <a:ext cx="391491"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dirty="0">
                <a:solidFill>
                  <a:schemeClr val="lt2"/>
                </a:solidFill>
              </a:rPr>
              <a:t>15</a:t>
            </a:r>
            <a:endParaRPr sz="1400" b="0" i="0" u="none" strike="noStrike" cap="none" dirty="0">
              <a:solidFill>
                <a:srgbClr val="000000"/>
              </a:solidFill>
              <a:latin typeface="Arial"/>
              <a:ea typeface="Arial"/>
              <a:cs typeface="Arial"/>
              <a:sym typeface="Arial"/>
            </a:endParaRPr>
          </a:p>
        </p:txBody>
      </p:sp>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50982D3F-AAAF-AB56-D554-112B9D98C3A3}"/>
                  </a:ext>
                </a:extLst>
              </p:cNvPr>
              <p:cNvGraphicFramePr>
                <a:graphicFrameLocks noGrp="1"/>
              </p:cNvGraphicFramePr>
              <p:nvPr>
                <p:extLst>
                  <p:ext uri="{D42A27DB-BD31-4B8C-83A1-F6EECF244321}">
                    <p14:modId xmlns:p14="http://schemas.microsoft.com/office/powerpoint/2010/main" val="2509001270"/>
                  </p:ext>
                </p:extLst>
              </p:nvPr>
            </p:nvGraphicFramePr>
            <p:xfrm>
              <a:off x="4572000" y="1956582"/>
              <a:ext cx="4334256" cy="2844018"/>
            </p:xfrm>
            <a:graphic>
              <a:graphicData uri="http://schemas.openxmlformats.org/drawingml/2006/table">
                <a:tbl>
                  <a:tblPr firstRow="1" bandRow="1">
                    <a:tableStyleId>{687A7ECD-2A97-474F-886D-0B6430B54BD1}</a:tableStyleId>
                  </a:tblPr>
                  <a:tblGrid>
                    <a:gridCol w="1399032">
                      <a:extLst>
                        <a:ext uri="{9D8B030D-6E8A-4147-A177-3AD203B41FA5}">
                          <a16:colId xmlns:a16="http://schemas.microsoft.com/office/drawing/2014/main" val="1110697907"/>
                        </a:ext>
                      </a:extLst>
                    </a:gridCol>
                    <a:gridCol w="822960">
                      <a:extLst>
                        <a:ext uri="{9D8B030D-6E8A-4147-A177-3AD203B41FA5}">
                          <a16:colId xmlns:a16="http://schemas.microsoft.com/office/drawing/2014/main" val="1561477532"/>
                        </a:ext>
                      </a:extLst>
                    </a:gridCol>
                    <a:gridCol w="1060704">
                      <a:extLst>
                        <a:ext uri="{9D8B030D-6E8A-4147-A177-3AD203B41FA5}">
                          <a16:colId xmlns:a16="http://schemas.microsoft.com/office/drawing/2014/main" val="1804607741"/>
                        </a:ext>
                      </a:extLst>
                    </a:gridCol>
                    <a:gridCol w="1051560">
                      <a:extLst>
                        <a:ext uri="{9D8B030D-6E8A-4147-A177-3AD203B41FA5}">
                          <a16:colId xmlns:a16="http://schemas.microsoft.com/office/drawing/2014/main" val="4272597574"/>
                        </a:ext>
                      </a:extLst>
                    </a:gridCol>
                  </a:tblGrid>
                  <a:tr h="311443">
                    <a:tc>
                      <a:txBody>
                        <a:bodyPr/>
                        <a:lstStyle/>
                        <a:p>
                          <a:pPr algn="ctr"/>
                          <a:r>
                            <a:rPr lang="en-US" sz="1400" dirty="0">
                              <a:solidFill>
                                <a:schemeClr val="accent2">
                                  <a:lumMod val="20000"/>
                                  <a:lumOff val="80000"/>
                                </a:schemeClr>
                              </a:solidFill>
                              <a:latin typeface="Times New Roman" panose="02020603050405020304" pitchFamily="18" charset="0"/>
                              <a:cs typeface="Times New Roman" panose="02020603050405020304" pitchFamily="18" charset="0"/>
                            </a:rPr>
                            <a:t>Metric</a:t>
                          </a:r>
                        </a:p>
                      </a:txBody>
                      <a:tcPr anchor="ctr">
                        <a:solidFill>
                          <a:srgbClr val="738E91"/>
                        </a:solidFill>
                      </a:tcPr>
                    </a:tc>
                    <a:tc>
                      <a:txBody>
                        <a:bodyPr/>
                        <a:lstStyle/>
                        <a:p>
                          <a:pPr algn="ctr"/>
                          <a:r>
                            <a:rPr lang="en-US" sz="1400" dirty="0">
                              <a:solidFill>
                                <a:schemeClr val="accent2">
                                  <a:lumMod val="20000"/>
                                  <a:lumOff val="80000"/>
                                </a:schemeClr>
                              </a:solidFill>
                              <a:latin typeface="Times New Roman" panose="02020603050405020304" pitchFamily="18" charset="0"/>
                              <a:cs typeface="Times New Roman" panose="02020603050405020304" pitchFamily="18" charset="0"/>
                            </a:rPr>
                            <a:t>MPC (Hp = 8)</a:t>
                          </a:r>
                        </a:p>
                      </a:txBody>
                      <a:tcPr anchor="ctr">
                        <a:solidFill>
                          <a:srgbClr val="738E91"/>
                        </a:solidFill>
                      </a:tcPr>
                    </a:tc>
                    <a:tc>
                      <a:txBody>
                        <a:bodyPr/>
                        <a:lstStyle/>
                        <a:p>
                          <a:pPr algn="ctr"/>
                          <a:r>
                            <a:rPr lang="en-US" sz="1400" dirty="0">
                              <a:solidFill>
                                <a:schemeClr val="accent2">
                                  <a:lumMod val="20000"/>
                                  <a:lumOff val="80000"/>
                                </a:schemeClr>
                              </a:solidFill>
                              <a:latin typeface="Times New Roman" panose="02020603050405020304" pitchFamily="18" charset="0"/>
                              <a:cs typeface="Times New Roman" panose="02020603050405020304" pitchFamily="18" charset="0"/>
                            </a:rPr>
                            <a:t>TD3, </a:t>
                          </a:r>
                          <a14:m>
                            <m:oMath xmlns:m="http://schemas.openxmlformats.org/officeDocument/2006/math">
                              <m:r>
                                <a:rPr lang="en-US" sz="1400" b="1" i="1" smtClean="0">
                                  <a:solidFill>
                                    <a:schemeClr val="accent2">
                                      <a:lumMod val="20000"/>
                                      <a:lumOff val="80000"/>
                                    </a:schemeClr>
                                  </a:solidFill>
                                  <a:latin typeface="Cambria Math" panose="02040503050406030204" pitchFamily="18" charset="0"/>
                                </a:rPr>
                                <m:t>𝜶</m:t>
                              </m:r>
                              <m:r>
                                <a:rPr lang="en-US" sz="1400" b="1" i="1" smtClean="0">
                                  <a:solidFill>
                                    <a:schemeClr val="accent2">
                                      <a:lumMod val="20000"/>
                                      <a:lumOff val="80000"/>
                                    </a:schemeClr>
                                  </a:solidFill>
                                  <a:latin typeface="Cambria Math" panose="02040503050406030204" pitchFamily="18" charset="0"/>
                                </a:rPr>
                                <m:t>=</m:t>
                              </m:r>
                              <m:r>
                                <a:rPr lang="en-US" sz="1400" b="1" i="1" smtClean="0">
                                  <a:solidFill>
                                    <a:schemeClr val="accent2">
                                      <a:lumMod val="20000"/>
                                      <a:lumOff val="80000"/>
                                    </a:schemeClr>
                                  </a:solidFill>
                                  <a:latin typeface="Cambria Math" panose="02040503050406030204" pitchFamily="18" charset="0"/>
                                </a:rPr>
                                <m:t>𝟎</m:t>
                              </m:r>
                              <m:r>
                                <a:rPr lang="en-US" sz="1400" b="1" i="1" smtClean="0">
                                  <a:solidFill>
                                    <a:schemeClr val="accent2">
                                      <a:lumMod val="20000"/>
                                      <a:lumOff val="80000"/>
                                    </a:schemeClr>
                                  </a:solidFill>
                                  <a:latin typeface="Cambria Math" panose="02040503050406030204" pitchFamily="18" charset="0"/>
                                </a:rPr>
                                <m:t>.</m:t>
                              </m:r>
                              <m:r>
                                <a:rPr lang="en-US" sz="1400" b="1" i="1" smtClean="0">
                                  <a:solidFill>
                                    <a:schemeClr val="accent2">
                                      <a:lumMod val="20000"/>
                                      <a:lumOff val="80000"/>
                                    </a:schemeClr>
                                  </a:solidFill>
                                  <a:latin typeface="Cambria Math" panose="02040503050406030204" pitchFamily="18" charset="0"/>
                                </a:rPr>
                                <m:t>𝟑</m:t>
                              </m:r>
                            </m:oMath>
                          </a14:m>
                          <a:r>
                            <a:rPr lang="en-US" sz="1400" dirty="0">
                              <a:solidFill>
                                <a:schemeClr val="accent2">
                                  <a:lumMod val="20000"/>
                                  <a:lumOff val="80000"/>
                                </a:schemeClr>
                              </a:solidFill>
                              <a:latin typeface="Times New Roman" panose="02020603050405020304" pitchFamily="18" charset="0"/>
                              <a:cs typeface="Times New Roman" panose="02020603050405020304" pitchFamily="18" charset="0"/>
                            </a:rPr>
                            <a:t>, Pool A</a:t>
                          </a:r>
                        </a:p>
                      </a:txBody>
                      <a:tcPr anchor="ctr">
                        <a:solidFill>
                          <a:srgbClr val="738E9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accent2">
                                  <a:lumMod val="20000"/>
                                  <a:lumOff val="80000"/>
                                </a:schemeClr>
                              </a:solidFill>
                              <a:latin typeface="Times New Roman" panose="02020603050405020304" pitchFamily="18" charset="0"/>
                              <a:cs typeface="Times New Roman" panose="02020603050405020304" pitchFamily="18" charset="0"/>
                            </a:rPr>
                            <a:t>TD3, </a:t>
                          </a:r>
                          <a14:m>
                            <m:oMath xmlns:m="http://schemas.openxmlformats.org/officeDocument/2006/math">
                              <m:r>
                                <a:rPr lang="en-US" sz="1400" b="1" i="1" smtClean="0">
                                  <a:solidFill>
                                    <a:schemeClr val="accent2">
                                      <a:lumMod val="20000"/>
                                      <a:lumOff val="80000"/>
                                    </a:schemeClr>
                                  </a:solidFill>
                                  <a:latin typeface="Cambria Math" panose="02040503050406030204" pitchFamily="18" charset="0"/>
                                </a:rPr>
                                <m:t>𝜶</m:t>
                              </m:r>
                              <m:r>
                                <a:rPr lang="en-US" sz="1400" b="1" i="1" smtClean="0">
                                  <a:solidFill>
                                    <a:schemeClr val="accent2">
                                      <a:lumMod val="20000"/>
                                      <a:lumOff val="80000"/>
                                    </a:schemeClr>
                                  </a:solidFill>
                                  <a:latin typeface="Cambria Math" panose="02040503050406030204" pitchFamily="18" charset="0"/>
                                </a:rPr>
                                <m:t>=</m:t>
                              </m:r>
                              <m:r>
                                <a:rPr lang="en-US" sz="1400" b="1" i="1" smtClean="0">
                                  <a:solidFill>
                                    <a:schemeClr val="accent2">
                                      <a:lumMod val="20000"/>
                                      <a:lumOff val="80000"/>
                                    </a:schemeClr>
                                  </a:solidFill>
                                  <a:latin typeface="Cambria Math" panose="02040503050406030204" pitchFamily="18" charset="0"/>
                                </a:rPr>
                                <m:t>𝟎</m:t>
                              </m:r>
                              <m:r>
                                <a:rPr lang="en-US" sz="1400" b="1" i="1" smtClean="0">
                                  <a:solidFill>
                                    <a:schemeClr val="accent2">
                                      <a:lumMod val="20000"/>
                                      <a:lumOff val="80000"/>
                                    </a:schemeClr>
                                  </a:solidFill>
                                  <a:latin typeface="Cambria Math" panose="02040503050406030204" pitchFamily="18" charset="0"/>
                                </a:rPr>
                                <m:t>.</m:t>
                              </m:r>
                              <m:r>
                                <a:rPr lang="en-US" sz="1400" b="1" i="1" smtClean="0">
                                  <a:solidFill>
                                    <a:schemeClr val="accent2">
                                      <a:lumMod val="20000"/>
                                      <a:lumOff val="80000"/>
                                    </a:schemeClr>
                                  </a:solidFill>
                                  <a:latin typeface="Cambria Math" panose="02040503050406030204" pitchFamily="18" charset="0"/>
                                </a:rPr>
                                <m:t>𝟑</m:t>
                              </m:r>
                            </m:oMath>
                          </a14:m>
                          <a:r>
                            <a:rPr lang="en-US" sz="1400" dirty="0">
                              <a:solidFill>
                                <a:schemeClr val="accent2">
                                  <a:lumMod val="20000"/>
                                  <a:lumOff val="80000"/>
                                </a:schemeClr>
                              </a:solidFill>
                              <a:latin typeface="Times New Roman" panose="02020603050405020304" pitchFamily="18" charset="0"/>
                              <a:cs typeface="Times New Roman" panose="02020603050405020304" pitchFamily="18" charset="0"/>
                            </a:rPr>
                            <a:t>, Pool B</a:t>
                          </a:r>
                        </a:p>
                      </a:txBody>
                      <a:tcPr anchor="ctr">
                        <a:solidFill>
                          <a:srgbClr val="738E91"/>
                        </a:solidFill>
                      </a:tcPr>
                    </a:tc>
                    <a:extLst>
                      <a:ext uri="{0D108BD9-81ED-4DB2-BD59-A6C34878D82A}">
                        <a16:rowId xmlns:a16="http://schemas.microsoft.com/office/drawing/2014/main" val="2458332472"/>
                      </a:ext>
                    </a:extLst>
                  </a:tr>
                  <a:tr h="311443">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Yield (kg/ha)</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3810</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3811</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3810</a:t>
                          </a:r>
                        </a:p>
                      </a:txBody>
                      <a:tcPr anchor="ctr"/>
                    </a:tc>
                    <a:extLst>
                      <a:ext uri="{0D108BD9-81ED-4DB2-BD59-A6C34878D82A}">
                        <a16:rowId xmlns:a16="http://schemas.microsoft.com/office/drawing/2014/main" val="1344455685"/>
                      </a:ext>
                    </a:extLst>
                  </a:tr>
                  <a:tr h="311443">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 of Ceiling</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95.2</a:t>
                          </a:r>
                          <a:endPar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95.2</a:t>
                          </a:r>
                          <a:endPar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95.2</a:t>
                          </a:r>
                          <a:endPar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tc>
                    <a:extLst>
                      <a:ext uri="{0D108BD9-81ED-4DB2-BD59-A6C34878D82A}">
                        <a16:rowId xmlns:a16="http://schemas.microsoft.com/office/drawing/2014/main" val="597487359"/>
                      </a:ext>
                    </a:extLst>
                  </a:tr>
                  <a:tr h="311443">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Control effort, mean</a:t>
                          </a:r>
                          <a14:m>
                            <m:oMath xmlns:m="http://schemas.openxmlformats.org/officeDocument/2006/math">
                              <m:d>
                                <m:dPr>
                                  <m:begChr m:val="|"/>
                                  <m:endChr m:val="|"/>
                                  <m:ctrlPr>
                                    <a:rPr lang="en-US" sz="1200" b="0" i="1" smtClean="0">
                                      <a:solidFill>
                                        <a:schemeClr val="bg2">
                                          <a:lumMod val="65000"/>
                                          <a:lumOff val="35000"/>
                                        </a:schemeClr>
                                      </a:solidFill>
                                      <a:latin typeface="Cambria Math" panose="02040503050406030204" pitchFamily="18" charset="0"/>
                                    </a:rPr>
                                  </m:ctrlPr>
                                </m:dPr>
                                <m:e>
                                  <m:r>
                                    <m:rPr>
                                      <m:sty m:val="p"/>
                                    </m:rPr>
                                    <a:rPr lang="en-US" sz="1200" b="0" i="0" smtClean="0">
                                      <a:solidFill>
                                        <a:schemeClr val="bg2">
                                          <a:lumMod val="65000"/>
                                          <a:lumOff val="35000"/>
                                        </a:schemeClr>
                                      </a:solidFill>
                                      <a:latin typeface="Cambria Math" panose="02040503050406030204" pitchFamily="18" charset="0"/>
                                    </a:rPr>
                                    <m:t>Δ</m:t>
                                  </m:r>
                                  <m:r>
                                    <a:rPr lang="en-US" sz="1200" b="0" i="1" smtClean="0">
                                      <a:solidFill>
                                        <a:schemeClr val="bg2">
                                          <a:lumMod val="65000"/>
                                          <a:lumOff val="35000"/>
                                        </a:schemeClr>
                                      </a:solidFill>
                                      <a:latin typeface="Cambria Math" panose="02040503050406030204" pitchFamily="18" charset="0"/>
                                    </a:rPr>
                                    <m:t>𝑢</m:t>
                                  </m:r>
                                </m:e>
                              </m:d>
                            </m:oMath>
                          </a14:m>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(mm/day)</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0.97</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0.72</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0.72</a:t>
                          </a:r>
                        </a:p>
                      </a:txBody>
                      <a:tcPr anchor="ctr"/>
                    </a:tc>
                    <a:extLst>
                      <a:ext uri="{0D108BD9-81ED-4DB2-BD59-A6C34878D82A}">
                        <a16:rowId xmlns:a16="http://schemas.microsoft.com/office/drawing/2014/main" val="3084833444"/>
                      </a:ext>
                    </a:extLst>
                  </a:tr>
                  <a:tr h="311443">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Drought-days</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16.0</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33.2</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35.3</a:t>
                          </a:r>
                        </a:p>
                      </a:txBody>
                      <a:tcPr anchor="ctr"/>
                    </a:tc>
                    <a:extLst>
                      <a:ext uri="{0D108BD9-81ED-4DB2-BD59-A6C34878D82A}">
                        <a16:rowId xmlns:a16="http://schemas.microsoft.com/office/drawing/2014/main" val="422655850"/>
                      </a:ext>
                    </a:extLst>
                  </a:tr>
                  <a:tr h="311443">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Waterlog-days</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7.7</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7.5</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6.2</a:t>
                          </a:r>
                        </a:p>
                      </a:txBody>
                      <a:tcPr anchor="ctr"/>
                    </a:tc>
                    <a:extLst>
                      <a:ext uri="{0D108BD9-81ED-4DB2-BD59-A6C34878D82A}">
                        <a16:rowId xmlns:a16="http://schemas.microsoft.com/office/drawing/2014/main" val="4227609454"/>
                      </a:ext>
                    </a:extLst>
                  </a:tr>
                  <a:tr h="311443">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Water used (mm)</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364</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363</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359</a:t>
                          </a:r>
                        </a:p>
                      </a:txBody>
                      <a:tcPr anchor="ctr"/>
                    </a:tc>
                    <a:extLst>
                      <a:ext uri="{0D108BD9-81ED-4DB2-BD59-A6C34878D82A}">
                        <a16:rowId xmlns:a16="http://schemas.microsoft.com/office/drawing/2014/main" val="2254824590"/>
                      </a:ext>
                    </a:extLst>
                  </a:tr>
                  <a:tr h="311443">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Decision latency</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~53s</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~1.3ms</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~1.3ms</a:t>
                          </a:r>
                        </a:p>
                      </a:txBody>
                      <a:tcPr anchor="ctr"/>
                    </a:tc>
                    <a:extLst>
                      <a:ext uri="{0D108BD9-81ED-4DB2-BD59-A6C34878D82A}">
                        <a16:rowId xmlns:a16="http://schemas.microsoft.com/office/drawing/2014/main" val="3337668290"/>
                      </a:ext>
                    </a:extLst>
                  </a:tr>
                </a:tbl>
              </a:graphicData>
            </a:graphic>
          </p:graphicFrame>
        </mc:Choice>
        <mc:Fallback xmlns="">
          <p:graphicFrame>
            <p:nvGraphicFramePr>
              <p:cNvPr id="11" name="Table 10">
                <a:extLst>
                  <a:ext uri="{FF2B5EF4-FFF2-40B4-BE49-F238E27FC236}">
                    <a16:creationId xmlns:a16="http://schemas.microsoft.com/office/drawing/2014/main" id="{50982D3F-AAAF-AB56-D554-112B9D98C3A3}"/>
                  </a:ext>
                </a:extLst>
              </p:cNvPr>
              <p:cNvGraphicFramePr>
                <a:graphicFrameLocks noGrp="1"/>
              </p:cNvGraphicFramePr>
              <p:nvPr>
                <p:extLst>
                  <p:ext uri="{D42A27DB-BD31-4B8C-83A1-F6EECF244321}">
                    <p14:modId xmlns:p14="http://schemas.microsoft.com/office/powerpoint/2010/main" val="2509001270"/>
                  </p:ext>
                </p:extLst>
              </p:nvPr>
            </p:nvGraphicFramePr>
            <p:xfrm>
              <a:off x="4572000" y="1956582"/>
              <a:ext cx="4334256" cy="2844018"/>
            </p:xfrm>
            <a:graphic>
              <a:graphicData uri="http://schemas.openxmlformats.org/drawingml/2006/table">
                <a:tbl>
                  <a:tblPr firstRow="1" bandRow="1">
                    <a:tableStyleId>{687A7ECD-2A97-474F-886D-0B6430B54BD1}</a:tableStyleId>
                  </a:tblPr>
                  <a:tblGrid>
                    <a:gridCol w="1399032">
                      <a:extLst>
                        <a:ext uri="{9D8B030D-6E8A-4147-A177-3AD203B41FA5}">
                          <a16:colId xmlns:a16="http://schemas.microsoft.com/office/drawing/2014/main" val="1110697907"/>
                        </a:ext>
                      </a:extLst>
                    </a:gridCol>
                    <a:gridCol w="822960">
                      <a:extLst>
                        <a:ext uri="{9D8B030D-6E8A-4147-A177-3AD203B41FA5}">
                          <a16:colId xmlns:a16="http://schemas.microsoft.com/office/drawing/2014/main" val="1561477532"/>
                        </a:ext>
                      </a:extLst>
                    </a:gridCol>
                    <a:gridCol w="1060704">
                      <a:extLst>
                        <a:ext uri="{9D8B030D-6E8A-4147-A177-3AD203B41FA5}">
                          <a16:colId xmlns:a16="http://schemas.microsoft.com/office/drawing/2014/main" val="1804607741"/>
                        </a:ext>
                      </a:extLst>
                    </a:gridCol>
                    <a:gridCol w="1051560">
                      <a:extLst>
                        <a:ext uri="{9D8B030D-6E8A-4147-A177-3AD203B41FA5}">
                          <a16:colId xmlns:a16="http://schemas.microsoft.com/office/drawing/2014/main" val="4272597574"/>
                        </a:ext>
                      </a:extLst>
                    </a:gridCol>
                  </a:tblGrid>
                  <a:tr h="518160">
                    <a:tc>
                      <a:txBody>
                        <a:bodyPr/>
                        <a:lstStyle/>
                        <a:p>
                          <a:pPr algn="ctr"/>
                          <a:r>
                            <a:rPr lang="en-US" sz="1400" dirty="0">
                              <a:solidFill>
                                <a:schemeClr val="accent2">
                                  <a:lumMod val="20000"/>
                                  <a:lumOff val="80000"/>
                                </a:schemeClr>
                              </a:solidFill>
                              <a:latin typeface="Times New Roman" panose="02020603050405020304" pitchFamily="18" charset="0"/>
                              <a:cs typeface="Times New Roman" panose="02020603050405020304" pitchFamily="18" charset="0"/>
                            </a:rPr>
                            <a:t>Metric</a:t>
                          </a:r>
                        </a:p>
                      </a:txBody>
                      <a:tcPr anchor="ctr">
                        <a:solidFill>
                          <a:srgbClr val="738E91"/>
                        </a:solidFill>
                      </a:tcPr>
                    </a:tc>
                    <a:tc>
                      <a:txBody>
                        <a:bodyPr/>
                        <a:lstStyle/>
                        <a:p>
                          <a:pPr algn="ctr"/>
                          <a:r>
                            <a:rPr lang="en-US" sz="1400" dirty="0">
                              <a:solidFill>
                                <a:schemeClr val="accent2">
                                  <a:lumMod val="20000"/>
                                  <a:lumOff val="80000"/>
                                </a:schemeClr>
                              </a:solidFill>
                              <a:latin typeface="Times New Roman" panose="02020603050405020304" pitchFamily="18" charset="0"/>
                              <a:cs typeface="Times New Roman" panose="02020603050405020304" pitchFamily="18" charset="0"/>
                            </a:rPr>
                            <a:t>MPC (Hp = 8)</a:t>
                          </a:r>
                        </a:p>
                      </a:txBody>
                      <a:tcPr anchor="ctr">
                        <a:solidFill>
                          <a:srgbClr val="738E91"/>
                        </a:solidFill>
                      </a:tcPr>
                    </a:tc>
                    <a:tc>
                      <a:txBody>
                        <a:bodyPr/>
                        <a:lstStyle/>
                        <a:p>
                          <a:endParaRPr lang="en-US"/>
                        </a:p>
                      </a:txBody>
                      <a:tcPr anchor="ctr">
                        <a:blipFill>
                          <a:blip r:embed="rId3"/>
                          <a:stretch>
                            <a:fillRect l="-210920" t="-1176" r="-101724" b="-455294"/>
                          </a:stretch>
                        </a:blipFill>
                      </a:tcPr>
                    </a:tc>
                    <a:tc>
                      <a:txBody>
                        <a:bodyPr/>
                        <a:lstStyle/>
                        <a:p>
                          <a:endParaRPr lang="en-US"/>
                        </a:p>
                      </a:txBody>
                      <a:tcPr anchor="ctr">
                        <a:blipFill>
                          <a:blip r:embed="rId3"/>
                          <a:stretch>
                            <a:fillRect l="-314535" t="-1176" r="-2907" b="-455294"/>
                          </a:stretch>
                        </a:blipFill>
                      </a:tcPr>
                    </a:tc>
                    <a:extLst>
                      <a:ext uri="{0D108BD9-81ED-4DB2-BD59-A6C34878D82A}">
                        <a16:rowId xmlns:a16="http://schemas.microsoft.com/office/drawing/2014/main" val="2458332472"/>
                      </a:ext>
                    </a:extLst>
                  </a:tr>
                  <a:tr h="311443">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Yield (kg/ha)</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3810</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3811</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3810</a:t>
                          </a:r>
                        </a:p>
                      </a:txBody>
                      <a:tcPr anchor="ctr"/>
                    </a:tc>
                    <a:extLst>
                      <a:ext uri="{0D108BD9-81ED-4DB2-BD59-A6C34878D82A}">
                        <a16:rowId xmlns:a16="http://schemas.microsoft.com/office/drawing/2014/main" val="1344455685"/>
                      </a:ext>
                    </a:extLst>
                  </a:tr>
                  <a:tr h="311443">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 of Ceiling</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95.2</a:t>
                          </a:r>
                          <a:endPar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95.2</a:t>
                          </a:r>
                          <a:endPar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95.2</a:t>
                          </a:r>
                          <a:endParaRPr lang="en-US" sz="12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tc>
                    <a:extLst>
                      <a:ext uri="{0D108BD9-81ED-4DB2-BD59-A6C34878D82A}">
                        <a16:rowId xmlns:a16="http://schemas.microsoft.com/office/drawing/2014/main" val="597487359"/>
                      </a:ext>
                    </a:extLst>
                  </a:tr>
                  <a:tr h="457200">
                    <a:tc>
                      <a:txBody>
                        <a:bodyPr/>
                        <a:lstStyle/>
                        <a:p>
                          <a:endParaRPr lang="en-US"/>
                        </a:p>
                      </a:txBody>
                      <a:tcPr anchor="ctr">
                        <a:blipFill>
                          <a:blip r:embed="rId3"/>
                          <a:stretch>
                            <a:fillRect l="-870" t="-252000" r="-211304" b="-278667"/>
                          </a:stretch>
                        </a:blipFill>
                      </a:tcP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0.97</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0.72</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0.72</a:t>
                          </a:r>
                        </a:p>
                      </a:txBody>
                      <a:tcPr anchor="ctr"/>
                    </a:tc>
                    <a:extLst>
                      <a:ext uri="{0D108BD9-81ED-4DB2-BD59-A6C34878D82A}">
                        <a16:rowId xmlns:a16="http://schemas.microsoft.com/office/drawing/2014/main" val="3084833444"/>
                      </a:ext>
                    </a:extLst>
                  </a:tr>
                  <a:tr h="311443">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Drought-days</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16.0</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33.2</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35.3</a:t>
                          </a:r>
                        </a:p>
                      </a:txBody>
                      <a:tcPr anchor="ctr"/>
                    </a:tc>
                    <a:extLst>
                      <a:ext uri="{0D108BD9-81ED-4DB2-BD59-A6C34878D82A}">
                        <a16:rowId xmlns:a16="http://schemas.microsoft.com/office/drawing/2014/main" val="422655850"/>
                      </a:ext>
                    </a:extLst>
                  </a:tr>
                  <a:tr h="311443">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Waterlog-days</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7.7</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7.5</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6.2</a:t>
                          </a:r>
                        </a:p>
                      </a:txBody>
                      <a:tcPr anchor="ctr"/>
                    </a:tc>
                    <a:extLst>
                      <a:ext uri="{0D108BD9-81ED-4DB2-BD59-A6C34878D82A}">
                        <a16:rowId xmlns:a16="http://schemas.microsoft.com/office/drawing/2014/main" val="4227609454"/>
                      </a:ext>
                    </a:extLst>
                  </a:tr>
                  <a:tr h="311443">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Water used (mm)</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364</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363</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359</a:t>
                          </a:r>
                        </a:p>
                      </a:txBody>
                      <a:tcPr anchor="ctr"/>
                    </a:tc>
                    <a:extLst>
                      <a:ext uri="{0D108BD9-81ED-4DB2-BD59-A6C34878D82A}">
                        <a16:rowId xmlns:a16="http://schemas.microsoft.com/office/drawing/2014/main" val="2254824590"/>
                      </a:ext>
                    </a:extLst>
                  </a:tr>
                  <a:tr h="311443">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Decision latency</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~53s</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~1.3ms</a:t>
                          </a:r>
                        </a:p>
                      </a:txBody>
                      <a:tcPr anchor="ctr"/>
                    </a:tc>
                    <a:tc>
                      <a:txBody>
                        <a:bodyPr/>
                        <a:lstStyle/>
                        <a:p>
                          <a:pPr algn="ctr"/>
                          <a:r>
                            <a:rPr lang="en-US" sz="1200" dirty="0">
                              <a:solidFill>
                                <a:schemeClr val="bg2">
                                  <a:lumMod val="65000"/>
                                  <a:lumOff val="35000"/>
                                </a:schemeClr>
                              </a:solidFill>
                              <a:latin typeface="Times New Roman" panose="02020603050405020304" pitchFamily="18" charset="0"/>
                              <a:cs typeface="Times New Roman" panose="02020603050405020304" pitchFamily="18" charset="0"/>
                            </a:rPr>
                            <a:t>~1.3ms</a:t>
                          </a:r>
                        </a:p>
                      </a:txBody>
                      <a:tcPr anchor="ctr"/>
                    </a:tc>
                    <a:extLst>
                      <a:ext uri="{0D108BD9-81ED-4DB2-BD59-A6C34878D82A}">
                        <a16:rowId xmlns:a16="http://schemas.microsoft.com/office/drawing/2014/main" val="3337668290"/>
                      </a:ext>
                    </a:extLst>
                  </a:tr>
                </a:tbl>
              </a:graphicData>
            </a:graphic>
          </p:graphicFrame>
        </mc:Fallback>
      </mc:AlternateContent>
      <p:sp>
        <p:nvSpPr>
          <p:cNvPr id="13" name="Rectangle 12">
            <a:extLst>
              <a:ext uri="{FF2B5EF4-FFF2-40B4-BE49-F238E27FC236}">
                <a16:creationId xmlns:a16="http://schemas.microsoft.com/office/drawing/2014/main" id="{5B9A7B35-AC02-2A78-2BD9-75D0CBDCE4D3}"/>
              </a:ext>
            </a:extLst>
          </p:cNvPr>
          <p:cNvSpPr/>
          <p:nvPr/>
        </p:nvSpPr>
        <p:spPr>
          <a:xfrm>
            <a:off x="5992811" y="2505871"/>
            <a:ext cx="2884487" cy="258491"/>
          </a:xfrm>
          <a:prstGeom prst="rect">
            <a:avLst/>
          </a:prstGeom>
          <a:solidFill>
            <a:srgbClr val="92D050">
              <a:alpha val="10000"/>
            </a:srgb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5" name="Rectangle 14">
            <a:extLst>
              <a:ext uri="{FF2B5EF4-FFF2-40B4-BE49-F238E27FC236}">
                <a16:creationId xmlns:a16="http://schemas.microsoft.com/office/drawing/2014/main" id="{42F8AD44-EAF1-4E62-81F7-C4E849F4385F}"/>
              </a:ext>
            </a:extLst>
          </p:cNvPr>
          <p:cNvSpPr/>
          <p:nvPr/>
        </p:nvSpPr>
        <p:spPr>
          <a:xfrm>
            <a:off x="6815137" y="3110520"/>
            <a:ext cx="2062161" cy="411162"/>
          </a:xfrm>
          <a:prstGeom prst="rect">
            <a:avLst/>
          </a:prstGeom>
          <a:solidFill>
            <a:srgbClr val="92D050">
              <a:alpha val="10000"/>
            </a:srgb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7" name="Rectangle 16">
            <a:extLst>
              <a:ext uri="{FF2B5EF4-FFF2-40B4-BE49-F238E27FC236}">
                <a16:creationId xmlns:a16="http://schemas.microsoft.com/office/drawing/2014/main" id="{72B5FC95-497E-DD0E-B5AC-3B9F2DF35C3C}"/>
              </a:ext>
            </a:extLst>
          </p:cNvPr>
          <p:cNvSpPr/>
          <p:nvPr/>
        </p:nvSpPr>
        <p:spPr>
          <a:xfrm>
            <a:off x="6815137" y="4186371"/>
            <a:ext cx="2062161" cy="266567"/>
          </a:xfrm>
          <a:prstGeom prst="rect">
            <a:avLst/>
          </a:prstGeom>
          <a:solidFill>
            <a:srgbClr val="92D050">
              <a:alpha val="10000"/>
            </a:srgb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pic>
        <p:nvPicPr>
          <p:cNvPr id="23" name="Picture 22">
            <a:extLst>
              <a:ext uri="{FF2B5EF4-FFF2-40B4-BE49-F238E27FC236}">
                <a16:creationId xmlns:a16="http://schemas.microsoft.com/office/drawing/2014/main" id="{1F78811E-B273-E465-D176-70AC9D65B0E2}"/>
              </a:ext>
            </a:extLst>
          </p:cNvPr>
          <p:cNvPicPr>
            <a:picLocks noChangeAspect="1"/>
          </p:cNvPicPr>
          <p:nvPr/>
        </p:nvPicPr>
        <p:blipFill>
          <a:blip r:embed="rId4"/>
          <a:stretch>
            <a:fillRect/>
          </a:stretch>
        </p:blipFill>
        <p:spPr>
          <a:xfrm>
            <a:off x="189675" y="1030463"/>
            <a:ext cx="4273742" cy="2789179"/>
          </a:xfrm>
          <a:prstGeom prst="roundRect">
            <a:avLst>
              <a:gd name="adj" fmla="val 10748"/>
            </a:avLst>
          </a:prstGeom>
        </p:spPr>
      </p:pic>
    </p:spTree>
    <p:extLst>
      <p:ext uri="{BB962C8B-B14F-4D97-AF65-F5344CB8AC3E}">
        <p14:creationId xmlns:p14="http://schemas.microsoft.com/office/powerpoint/2010/main" val="1737442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20000"/>
            <a:lumOff val="80000"/>
          </a:schemeClr>
        </a:solidFill>
        <a:effectLst/>
      </p:bgPr>
    </p:bg>
    <p:spTree>
      <p:nvGrpSpPr>
        <p:cNvPr id="1" name="Shape 237">
          <a:extLst>
            <a:ext uri="{FF2B5EF4-FFF2-40B4-BE49-F238E27FC236}">
              <a16:creationId xmlns:a16="http://schemas.microsoft.com/office/drawing/2014/main" id="{D831D6FE-3A4E-0A21-28C5-D011556E3EB8}"/>
            </a:ext>
          </a:extLst>
        </p:cNvPr>
        <p:cNvGrpSpPr/>
        <p:nvPr/>
      </p:nvGrpSpPr>
      <p:grpSpPr>
        <a:xfrm>
          <a:off x="0" y="0"/>
          <a:ext cx="0" cy="0"/>
          <a:chOff x="0" y="0"/>
          <a:chExt cx="0" cy="0"/>
        </a:xfrm>
      </p:grpSpPr>
      <p:sp>
        <p:nvSpPr>
          <p:cNvPr id="238" name="Google Shape;238;p18">
            <a:extLst>
              <a:ext uri="{FF2B5EF4-FFF2-40B4-BE49-F238E27FC236}">
                <a16:creationId xmlns:a16="http://schemas.microsoft.com/office/drawing/2014/main" id="{EC6D6B40-4960-4B2C-4684-2C7CF1452373}"/>
              </a:ext>
            </a:extLst>
          </p:cNvPr>
          <p:cNvSpPr txBox="1">
            <a:spLocks noGrp="1"/>
          </p:cNvSpPr>
          <p:nvPr>
            <p:ph type="title"/>
          </p:nvPr>
        </p:nvSpPr>
        <p:spPr>
          <a:xfrm>
            <a:off x="293819" y="306434"/>
            <a:ext cx="8583481" cy="505333"/>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lt1"/>
              </a:buClr>
              <a:buSzPct val="88888"/>
              <a:buFont typeface="Arial"/>
              <a:buNone/>
            </a:pPr>
            <a:r>
              <a:rPr lang="en-US" sz="3000" dirty="0">
                <a:solidFill>
                  <a:srgbClr val="FFFFFF"/>
                </a:solidFill>
                <a:latin typeface="Times New Roman" panose="02020603050405020304" pitchFamily="18" charset="0"/>
                <a:cs typeface="Times New Roman" panose="02020603050405020304" pitchFamily="18" charset="0"/>
              </a:rPr>
              <a:t>Robustness to Noise</a:t>
            </a:r>
            <a:endParaRPr sz="3000" dirty="0">
              <a:solidFill>
                <a:srgbClr val="FFFFFF"/>
              </a:solidFill>
              <a:latin typeface="Times New Roman" panose="02020603050405020304" pitchFamily="18" charset="0"/>
              <a:cs typeface="Times New Roman" panose="02020603050405020304" pitchFamily="18" charset="0"/>
            </a:endParaRPr>
          </a:p>
        </p:txBody>
      </p:sp>
      <p:sp>
        <p:nvSpPr>
          <p:cNvPr id="239" name="Google Shape;239;p18">
            <a:extLst>
              <a:ext uri="{FF2B5EF4-FFF2-40B4-BE49-F238E27FC236}">
                <a16:creationId xmlns:a16="http://schemas.microsoft.com/office/drawing/2014/main" id="{783577F9-1E24-33D1-0452-C3EFA1ECBFAD}"/>
              </a:ext>
            </a:extLst>
          </p:cNvPr>
          <p:cNvSpPr txBox="1"/>
          <p:nvPr/>
        </p:nvSpPr>
        <p:spPr>
          <a:xfrm>
            <a:off x="8496300" y="4800600"/>
            <a:ext cx="381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chemeClr val="lt2"/>
                </a:solidFill>
                <a:latin typeface="Arial"/>
                <a:ea typeface="Arial"/>
                <a:cs typeface="Arial"/>
                <a:sym typeface="Arial"/>
              </a:rPr>
              <a:t>16</a:t>
            </a:r>
            <a:endParaRPr sz="1400" b="0" i="0" u="none" strike="noStrike" cap="none" dirty="0">
              <a:solidFill>
                <a:schemeClr val="lt2"/>
              </a:solidFill>
              <a:latin typeface="Arial"/>
              <a:ea typeface="Arial"/>
              <a:cs typeface="Arial"/>
              <a:sym typeface="Arial"/>
            </a:endParaRPr>
          </a:p>
        </p:txBody>
      </p:sp>
      <p:graphicFrame>
        <p:nvGraphicFramePr>
          <p:cNvPr id="4" name="Table 3">
            <a:extLst>
              <a:ext uri="{FF2B5EF4-FFF2-40B4-BE49-F238E27FC236}">
                <a16:creationId xmlns:a16="http://schemas.microsoft.com/office/drawing/2014/main" id="{681174E9-CCDD-04AD-8DB6-00BD5C0AC3BE}"/>
              </a:ext>
            </a:extLst>
          </p:cNvPr>
          <p:cNvGraphicFramePr>
            <a:graphicFrameLocks noGrp="1"/>
          </p:cNvGraphicFramePr>
          <p:nvPr>
            <p:extLst>
              <p:ext uri="{D42A27DB-BD31-4B8C-83A1-F6EECF244321}">
                <p14:modId xmlns:p14="http://schemas.microsoft.com/office/powerpoint/2010/main" val="565909932"/>
              </p:ext>
            </p:extLst>
          </p:nvPr>
        </p:nvGraphicFramePr>
        <p:xfrm>
          <a:off x="147769" y="1017510"/>
          <a:ext cx="4608577" cy="2688347"/>
        </p:xfrm>
        <a:graphic>
          <a:graphicData uri="http://schemas.openxmlformats.org/drawingml/2006/table">
            <a:tbl>
              <a:tblPr firstRow="1" bandRow="1">
                <a:effectLst/>
                <a:tableStyleId>{775DCB02-9BB8-47FD-8907-85C794F793BA}</a:tableStyleId>
              </a:tblPr>
              <a:tblGrid>
                <a:gridCol w="1188720">
                  <a:extLst>
                    <a:ext uri="{9D8B030D-6E8A-4147-A177-3AD203B41FA5}">
                      <a16:colId xmlns:a16="http://schemas.microsoft.com/office/drawing/2014/main" val="916701268"/>
                    </a:ext>
                  </a:extLst>
                </a:gridCol>
                <a:gridCol w="1188720">
                  <a:extLst>
                    <a:ext uri="{9D8B030D-6E8A-4147-A177-3AD203B41FA5}">
                      <a16:colId xmlns:a16="http://schemas.microsoft.com/office/drawing/2014/main" val="3107748259"/>
                    </a:ext>
                  </a:extLst>
                </a:gridCol>
                <a:gridCol w="1188720">
                  <a:extLst>
                    <a:ext uri="{9D8B030D-6E8A-4147-A177-3AD203B41FA5}">
                      <a16:colId xmlns:a16="http://schemas.microsoft.com/office/drawing/2014/main" val="3533489321"/>
                    </a:ext>
                  </a:extLst>
                </a:gridCol>
                <a:gridCol w="1042417">
                  <a:extLst>
                    <a:ext uri="{9D8B030D-6E8A-4147-A177-3AD203B41FA5}">
                      <a16:colId xmlns:a16="http://schemas.microsoft.com/office/drawing/2014/main" val="4152135831"/>
                    </a:ext>
                  </a:extLst>
                </a:gridCol>
              </a:tblGrid>
              <a:tr h="720652">
                <a:tc>
                  <a:txBody>
                    <a:bodyPr/>
                    <a:lstStyle/>
                    <a:p>
                      <a:pPr algn="ctr"/>
                      <a:r>
                        <a:rPr lang="en-US" sz="1500" dirty="0">
                          <a:solidFill>
                            <a:schemeClr val="accent4">
                              <a:lumMod val="20000"/>
                              <a:lumOff val="80000"/>
                            </a:schemeClr>
                          </a:solidFill>
                          <a:latin typeface="Times New Roman" panose="02020603050405020304" pitchFamily="18" charset="0"/>
                          <a:cs typeface="Times New Roman" panose="02020603050405020304" pitchFamily="18" charset="0"/>
                        </a:rPr>
                        <a:t>Controller</a:t>
                      </a:r>
                      <a:endParaRPr lang="en-US" sz="1500" dirty="0">
                        <a:solidFill>
                          <a:schemeClr val="accent4">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500" dirty="0">
                          <a:solidFill>
                            <a:schemeClr val="accent4">
                              <a:lumMod val="20000"/>
                              <a:lumOff val="80000"/>
                            </a:schemeClr>
                          </a:solidFill>
                          <a:latin typeface="Times New Roman" panose="02020603050405020304" pitchFamily="18" charset="0"/>
                          <a:cs typeface="Times New Roman" panose="02020603050405020304" pitchFamily="18" charset="0"/>
                        </a:rPr>
                        <a:t>%Yield, perfect</a:t>
                      </a:r>
                      <a:endParaRPr lang="en-US" sz="1500" dirty="0">
                        <a:solidFill>
                          <a:schemeClr val="accent4">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500" dirty="0">
                          <a:solidFill>
                            <a:schemeClr val="accent4">
                              <a:lumMod val="20000"/>
                              <a:lumOff val="80000"/>
                            </a:schemeClr>
                          </a:solidFill>
                          <a:latin typeface="Times New Roman" panose="02020603050405020304" pitchFamily="18" charset="0"/>
                          <a:cs typeface="Times New Roman" panose="02020603050405020304" pitchFamily="18" charset="0"/>
                        </a:rPr>
                        <a:t>%Yield, noisy</a:t>
                      </a:r>
                      <a:endParaRPr lang="en-US" sz="1500" dirty="0">
                        <a:solidFill>
                          <a:schemeClr val="accent4">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500" dirty="0">
                          <a:solidFill>
                            <a:srgbClr val="FFFFFF"/>
                          </a:solidFill>
                          <a:latin typeface="Times New Roman" panose="02020603050405020304" pitchFamily="18" charset="0"/>
                          <a:ea typeface="Cambria Math" panose="02040503050406030204" pitchFamily="18" charset="0"/>
                          <a:cs typeface="Times New Roman" panose="02020603050405020304" pitchFamily="18" charset="0"/>
                        </a:rPr>
                        <a:t>∆, pts</a:t>
                      </a:r>
                      <a:endParaRPr lang="en-US" sz="1500" dirty="0">
                        <a:solidFill>
                          <a:schemeClr val="accent4">
                            <a:lumMod val="20000"/>
                            <a:lumOff val="80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214850563"/>
                  </a:ext>
                </a:extLst>
              </a:tr>
              <a:tr h="393539">
                <a:tc>
                  <a:txBody>
                    <a:bodyPr/>
                    <a:lstStyle/>
                    <a:p>
                      <a:pPr algn="ctr"/>
                      <a:r>
                        <a:rPr lang="en-US" sz="1300" dirty="0">
                          <a:solidFill>
                            <a:schemeClr val="bg2">
                              <a:lumMod val="65000"/>
                              <a:lumOff val="35000"/>
                            </a:schemeClr>
                          </a:solidFill>
                          <a:latin typeface="Times New Roman" panose="02020603050405020304" pitchFamily="18" charset="0"/>
                          <a:cs typeface="Times New Roman" panose="02020603050405020304" pitchFamily="18" charset="0"/>
                        </a:rPr>
                        <a:t>MPC (Hp = 8)</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95.2</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latin typeface="Times New Roman" panose="02020603050405020304" pitchFamily="18" charset="0"/>
                          <a:cs typeface="Times New Roman" panose="02020603050405020304" pitchFamily="18" charset="0"/>
                        </a:rPr>
                        <a:t>95.0</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latin typeface="Times New Roman" panose="02020603050405020304" pitchFamily="18" charset="0"/>
                          <a:cs typeface="Times New Roman" panose="02020603050405020304" pitchFamily="18" charset="0"/>
                        </a:rPr>
                        <a:t>-0.23 pts</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799011049"/>
                  </a:ext>
                </a:extLst>
              </a:tr>
              <a:tr h="393539">
                <a:tc>
                  <a:txBody>
                    <a:bodyPr/>
                    <a:lstStyle/>
                    <a:p>
                      <a:pPr algn="ctr"/>
                      <a:r>
                        <a:rPr lang="en-US" sz="1300" dirty="0">
                          <a:solidFill>
                            <a:schemeClr val="bg2">
                              <a:lumMod val="65000"/>
                              <a:lumOff val="35000"/>
                            </a:schemeClr>
                          </a:solidFill>
                          <a:latin typeface="Times New Roman" panose="02020603050405020304" pitchFamily="18" charset="0"/>
                          <a:cs typeface="Times New Roman" panose="02020603050405020304" pitchFamily="18" charset="0"/>
                        </a:rPr>
                        <a:t>SAC (Pool A)</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94.6</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latin typeface="Times New Roman" panose="02020603050405020304" pitchFamily="18" charset="0"/>
                          <a:cs typeface="Times New Roman" panose="02020603050405020304" pitchFamily="18" charset="0"/>
                        </a:rPr>
                        <a:t>93.8</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-0.78 pts</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739975942"/>
                  </a:ext>
                </a:extLst>
              </a:tr>
              <a:tr h="393539">
                <a:tc>
                  <a:txBody>
                    <a:bodyPr/>
                    <a:lstStyle/>
                    <a:p>
                      <a:pPr algn="ctr"/>
                      <a:r>
                        <a:rPr lang="en-US" sz="1300" dirty="0">
                          <a:solidFill>
                            <a:schemeClr val="bg2">
                              <a:lumMod val="65000"/>
                              <a:lumOff val="35000"/>
                            </a:schemeClr>
                          </a:solidFill>
                          <a:latin typeface="Times New Roman" panose="02020603050405020304" pitchFamily="18" charset="0"/>
                          <a:cs typeface="Times New Roman" panose="02020603050405020304" pitchFamily="18" charset="0"/>
                        </a:rPr>
                        <a:t>MPC (Hp = B)</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94.4</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latin typeface="Times New Roman" panose="02020603050405020304" pitchFamily="18" charset="0"/>
                          <a:cs typeface="Times New Roman" panose="02020603050405020304" pitchFamily="18" charset="0"/>
                        </a:rPr>
                        <a:t>93.6</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-0.83 pts</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635661077"/>
                  </a:ext>
                </a:extLst>
              </a:tr>
              <a:tr h="393539">
                <a:tc>
                  <a:txBody>
                    <a:bodyPr/>
                    <a:lstStyle/>
                    <a:p>
                      <a:pPr algn="ctr"/>
                      <a:r>
                        <a:rPr lang="en-US" sz="1300" dirty="0">
                          <a:solidFill>
                            <a:schemeClr val="bg2">
                              <a:lumMod val="65000"/>
                              <a:lumOff val="35000"/>
                            </a:schemeClr>
                          </a:solidFill>
                          <a:latin typeface="Times New Roman" panose="02020603050405020304" pitchFamily="18" charset="0"/>
                          <a:cs typeface="Times New Roman" panose="02020603050405020304" pitchFamily="18" charset="0"/>
                        </a:rPr>
                        <a:t>TD3 (Pool A)</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95.1</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latin typeface="Times New Roman" panose="02020603050405020304" pitchFamily="18" charset="0"/>
                          <a:cs typeface="Times New Roman" panose="02020603050405020304" pitchFamily="18" charset="0"/>
                        </a:rPr>
                        <a:t>94.9</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-0.21 pts</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69931178"/>
                  </a:ext>
                </a:extLst>
              </a:tr>
              <a:tr h="393539">
                <a:tc>
                  <a:txBody>
                    <a:bodyPr/>
                    <a:lstStyle/>
                    <a:p>
                      <a:pPr algn="ctr"/>
                      <a:r>
                        <a:rPr lang="en-US" sz="1300" dirty="0">
                          <a:solidFill>
                            <a:schemeClr val="bg2">
                              <a:lumMod val="65000"/>
                              <a:lumOff val="35000"/>
                            </a:schemeClr>
                          </a:solidFill>
                          <a:latin typeface="Times New Roman" panose="02020603050405020304" pitchFamily="18" charset="0"/>
                          <a:cs typeface="Times New Roman" panose="02020603050405020304" pitchFamily="18" charset="0"/>
                        </a:rPr>
                        <a:t>TD3 (Pool B)</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latin typeface="Times New Roman" panose="02020603050405020304" pitchFamily="18" charset="0"/>
                          <a:cs typeface="Times New Roman" panose="02020603050405020304" pitchFamily="18" charset="0"/>
                        </a:rPr>
                        <a:t>95.0</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latin typeface="Times New Roman" panose="02020603050405020304" pitchFamily="18" charset="0"/>
                          <a:cs typeface="Times New Roman" panose="02020603050405020304" pitchFamily="18" charset="0"/>
                        </a:rPr>
                        <a:t>94.9</a:t>
                      </a:r>
                      <a:endPar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a:r>
                        <a:rPr lang="en-US" sz="1300" dirty="0">
                          <a:solidFill>
                            <a:schemeClr val="bg2">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rPr>
                        <a:t>-0.10 pts</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046073934"/>
                  </a:ext>
                </a:extLst>
              </a:tr>
            </a:tbl>
          </a:graphicData>
        </a:graphic>
      </p:graphicFrame>
      <p:pic>
        <p:nvPicPr>
          <p:cNvPr id="16" name="Picture 15">
            <a:extLst>
              <a:ext uri="{FF2B5EF4-FFF2-40B4-BE49-F238E27FC236}">
                <a16:creationId xmlns:a16="http://schemas.microsoft.com/office/drawing/2014/main" id="{1EBE5693-F544-20D7-EA7E-159453D799B1}"/>
              </a:ext>
            </a:extLst>
          </p:cNvPr>
          <p:cNvPicPr>
            <a:picLocks noChangeAspect="1"/>
          </p:cNvPicPr>
          <p:nvPr/>
        </p:nvPicPr>
        <p:blipFill>
          <a:blip r:embed="rId3"/>
          <a:srcRect l="5775"/>
          <a:stretch>
            <a:fillRect/>
          </a:stretch>
        </p:blipFill>
        <p:spPr>
          <a:xfrm>
            <a:off x="4915779" y="2101850"/>
            <a:ext cx="4023093" cy="2324100"/>
          </a:xfrm>
          <a:prstGeom prst="rect">
            <a:avLst/>
          </a:prstGeom>
        </p:spPr>
      </p:pic>
      <p:sp>
        <p:nvSpPr>
          <p:cNvPr id="17" name="TextBox 16">
            <a:extLst>
              <a:ext uri="{FF2B5EF4-FFF2-40B4-BE49-F238E27FC236}">
                <a16:creationId xmlns:a16="http://schemas.microsoft.com/office/drawing/2014/main" id="{AB42AB0E-1CB5-609D-17AA-CB1742FEB31A}"/>
              </a:ext>
            </a:extLst>
          </p:cNvPr>
          <p:cNvSpPr txBox="1"/>
          <p:nvPr/>
        </p:nvSpPr>
        <p:spPr>
          <a:xfrm>
            <a:off x="4886325" y="3400425"/>
            <a:ext cx="369012" cy="230832"/>
          </a:xfrm>
          <a:prstGeom prst="rect">
            <a:avLst/>
          </a:prstGeom>
          <a:noFill/>
        </p:spPr>
        <p:txBody>
          <a:bodyPr wrap="none" rtlCol="0">
            <a:spAutoFit/>
          </a:bodyPr>
          <a:lstStyle/>
          <a:p>
            <a:r>
              <a:rPr lang="en-US" sz="900" dirty="0">
                <a:latin typeface="Calibri" panose="020F0502020204030204" pitchFamily="34" charset="0"/>
                <a:ea typeface="Calibri" panose="020F0502020204030204" pitchFamily="34" charset="0"/>
                <a:cs typeface="Calibri" panose="020F0502020204030204" pitchFamily="34" charset="0"/>
              </a:rPr>
              <a:t>TD3</a:t>
            </a:r>
          </a:p>
        </p:txBody>
      </p:sp>
    </p:spTree>
    <p:extLst>
      <p:ext uri="{BB962C8B-B14F-4D97-AF65-F5344CB8AC3E}">
        <p14:creationId xmlns:p14="http://schemas.microsoft.com/office/powerpoint/2010/main" val="4187439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duotone>
              <a:prstClr val="black"/>
              <a:schemeClr val="accent1">
                <a:tint val="45000"/>
                <a:satMod val="400000"/>
              </a:schemeClr>
            </a:duotone>
            <a:extLst>
              <a:ext uri="{BEBA8EAE-BF5A-486C-A8C5-ECC9F3942E4B}">
                <a14:imgProps xmlns:a14="http://schemas.microsoft.com/office/drawing/2010/main">
                  <a14:imgLayer r:embed="rId4">
                    <a14:imgEffect>
                      <a14:artisticGlowEdges smoothness="1"/>
                    </a14:imgEffect>
                    <a14:imgEffect>
                      <a14:colorTemperature colorTemp="11200"/>
                    </a14:imgEffect>
                    <a14:imgEffect>
                      <a14:saturation sat="0"/>
                    </a14:imgEffect>
                  </a14:imgLayer>
                </a14:imgProps>
              </a:ext>
            </a:extLst>
          </a:blip>
          <a:srcRect/>
          <a:stretch>
            <a:fillRect/>
          </a:stretch>
        </a:blipFill>
        <a:effectLst/>
      </p:bgPr>
    </p:bg>
    <p:spTree>
      <p:nvGrpSpPr>
        <p:cNvPr id="1" name="Shape 250"/>
        <p:cNvGrpSpPr/>
        <p:nvPr/>
      </p:nvGrpSpPr>
      <p:grpSpPr>
        <a:xfrm>
          <a:off x="0" y="0"/>
          <a:ext cx="0" cy="0"/>
          <a:chOff x="0" y="0"/>
          <a:chExt cx="0" cy="0"/>
        </a:xfrm>
      </p:grpSpPr>
      <p:sp>
        <p:nvSpPr>
          <p:cNvPr id="251" name="Google Shape;251;p24"/>
          <p:cNvSpPr txBox="1">
            <a:spLocks noGrp="1"/>
          </p:cNvSpPr>
          <p:nvPr>
            <p:ph type="title"/>
          </p:nvPr>
        </p:nvSpPr>
        <p:spPr>
          <a:xfrm>
            <a:off x="193412" y="268335"/>
            <a:ext cx="6824382" cy="527284"/>
          </a:xfrm>
          <a:prstGeom prst="rect">
            <a:avLst/>
          </a:prstGeom>
          <a:noFill/>
          <a:ln>
            <a:noFill/>
          </a:ln>
        </p:spPr>
        <p:txBody>
          <a:bodyPr spcFirstLastPara="1" vert="horz" wrap="square" lIns="91425" tIns="45700" rIns="91425" bIns="45700" rtlCol="0" anchor="ctr" anchorCtr="0">
            <a:noAutofit/>
          </a:bodyPr>
          <a:lstStyle/>
          <a:p>
            <a:r>
              <a:rPr lang="en-US" sz="3000" dirty="0">
                <a:solidFill>
                  <a:schemeClr val="lt2"/>
                </a:solidFill>
                <a:latin typeface="Times New Roman"/>
                <a:ea typeface="Times New Roman"/>
                <a:cs typeface="Times New Roman"/>
                <a:sym typeface="Times New Roman"/>
              </a:rPr>
              <a:t>Conclusion</a:t>
            </a:r>
          </a:p>
        </p:txBody>
      </p:sp>
      <p:sp>
        <p:nvSpPr>
          <p:cNvPr id="252" name="Google Shape;252;p24"/>
          <p:cNvSpPr txBox="1"/>
          <p:nvPr/>
        </p:nvSpPr>
        <p:spPr>
          <a:xfrm>
            <a:off x="8496300" y="4800601"/>
            <a:ext cx="381000" cy="307736"/>
          </a:xfrm>
          <a:prstGeom prst="rect">
            <a:avLst/>
          </a:prstGeom>
          <a:noFill/>
          <a:ln>
            <a:noFill/>
          </a:ln>
        </p:spPr>
        <p:txBody>
          <a:bodyPr spcFirstLastPara="1" wrap="square" lIns="91425" tIns="45700" rIns="91425" bIns="45700" anchor="t" anchorCtr="0">
            <a:spAutoFit/>
          </a:bodyPr>
          <a:lstStyle/>
          <a:p>
            <a:pPr>
              <a:buClr>
                <a:srgbClr val="000000"/>
              </a:buClr>
              <a:buSzPts val="1400"/>
            </a:pPr>
            <a:r>
              <a:rPr lang="en-US" dirty="0">
                <a:solidFill>
                  <a:schemeClr val="lt2"/>
                </a:solidFill>
              </a:rPr>
              <a:t>17</a:t>
            </a:r>
          </a:p>
        </p:txBody>
      </p:sp>
      <p:sp>
        <p:nvSpPr>
          <p:cNvPr id="253" name="Google Shape;253;p24"/>
          <p:cNvSpPr txBox="1"/>
          <p:nvPr/>
        </p:nvSpPr>
        <p:spPr>
          <a:xfrm>
            <a:off x="300300" y="965849"/>
            <a:ext cx="8500800" cy="3834751"/>
          </a:xfrm>
          <a:prstGeom prst="rect">
            <a:avLst/>
          </a:prstGeom>
          <a:noFill/>
          <a:ln>
            <a:noFill/>
          </a:ln>
        </p:spPr>
        <p:txBody>
          <a:bodyPr spcFirstLastPara="1" wrap="square" lIns="91425" tIns="91425" rIns="91425" bIns="91425" anchor="t" anchorCtr="0">
            <a:noAutofit/>
          </a:bodyPr>
          <a:lstStyle/>
          <a:p>
            <a:pPr marL="457189" indent="-355591">
              <a:lnSpc>
                <a:spcPct val="115000"/>
              </a:lnSpc>
              <a:spcBef>
                <a:spcPts val="1000"/>
              </a:spcBef>
              <a:buClr>
                <a:srgbClr val="EFEFEF"/>
              </a:buClr>
              <a:buSzPts val="2000"/>
              <a:buFont typeface="Times New Roman"/>
              <a:buChar char="➢"/>
            </a:pPr>
            <a:endParaRPr lang="en-US" sz="2000" dirty="0">
              <a:solidFill>
                <a:schemeClr val="accent2">
                  <a:lumMod val="20000"/>
                  <a:lumOff val="80000"/>
                </a:schemeClr>
              </a:solidFill>
              <a:latin typeface="Times New Roman" panose="02020603050405020304" pitchFamily="18" charset="0"/>
              <a:cs typeface="Times New Roman" panose="02020603050405020304" pitchFamily="18" charset="0"/>
            </a:endParaRPr>
          </a:p>
          <a:p>
            <a:pPr marL="457189" indent="-355591">
              <a:lnSpc>
                <a:spcPct val="115000"/>
              </a:lnSpc>
              <a:spcBef>
                <a:spcPts val="1000"/>
              </a:spcBef>
              <a:buClr>
                <a:srgbClr val="EFEFEF"/>
              </a:buClr>
              <a:buSzPts val="2000"/>
              <a:buFont typeface="Times New Roman"/>
              <a:buChar char="➢"/>
            </a:pPr>
            <a:r>
              <a:rPr lang="en-US" sz="2000" dirty="0">
                <a:solidFill>
                  <a:schemeClr val="accent2">
                    <a:lumMod val="20000"/>
                    <a:lumOff val="80000"/>
                  </a:schemeClr>
                </a:solidFill>
                <a:latin typeface="Times New Roman" panose="02020603050405020304" pitchFamily="18" charset="0"/>
                <a:cs typeface="Times New Roman" panose="02020603050405020304" pitchFamily="18" charset="0"/>
              </a:rPr>
              <a:t>A model-free TD3 policy matches MPC's yield (99.7%, 3800 vs 3810 kg/ha) at ~1ms vs ~53s per decision and exceeds it on waterlog control and water efficiency.</a:t>
            </a:r>
          </a:p>
          <a:p>
            <a:pPr marL="457189" indent="-355591">
              <a:lnSpc>
                <a:spcPct val="115000"/>
              </a:lnSpc>
              <a:spcBef>
                <a:spcPts val="1000"/>
              </a:spcBef>
              <a:buClr>
                <a:srgbClr val="EFEFEF"/>
              </a:buClr>
              <a:buSzPts val="2000"/>
              <a:buFont typeface="Times New Roman"/>
              <a:buChar char="➢"/>
            </a:pPr>
            <a:r>
              <a:rPr lang="en-US" sz="2000" i="1" dirty="0">
                <a:solidFill>
                  <a:schemeClr val="accent2">
                    <a:lumMod val="20000"/>
                    <a:lumOff val="80000"/>
                  </a:schemeClr>
                </a:solidFill>
                <a:latin typeface="Times New Roman" panose="02020603050405020304" pitchFamily="18" charset="0"/>
                <a:cs typeface="Times New Roman" panose="02020603050405020304" pitchFamily="18" charset="0"/>
              </a:rPr>
              <a:t>Post-hoc EMA smoothing (α=0.3) closes 70% of TD3's control-effort gap to MPC.</a:t>
            </a:r>
            <a:endParaRPr lang="en-US" sz="2000" dirty="0">
              <a:solidFill>
                <a:schemeClr val="accent2">
                  <a:lumMod val="20000"/>
                  <a:lumOff val="80000"/>
                </a:schemeClr>
              </a:solidFill>
              <a:latin typeface="Times New Roman" panose="02020603050405020304" pitchFamily="18" charset="0"/>
              <a:cs typeface="Times New Roman" panose="02020603050405020304" pitchFamily="18" charset="0"/>
            </a:endParaRPr>
          </a:p>
          <a:p>
            <a:pPr marL="457189" indent="-355591">
              <a:lnSpc>
                <a:spcPct val="115000"/>
              </a:lnSpc>
              <a:spcBef>
                <a:spcPts val="1000"/>
              </a:spcBef>
              <a:buClr>
                <a:srgbClr val="EFEFEF"/>
              </a:buClr>
              <a:buSzPts val="2000"/>
              <a:buFont typeface="Times New Roman"/>
              <a:buChar char="➢"/>
            </a:pPr>
            <a:r>
              <a:rPr lang="en-US" sz="2000" i="1" dirty="0">
                <a:solidFill>
                  <a:schemeClr val="accent2">
                    <a:lumMod val="20000"/>
                    <a:lumOff val="80000"/>
                  </a:schemeClr>
                </a:solidFill>
                <a:latin typeface="Times New Roman" panose="02020603050405020304" pitchFamily="18" charset="0"/>
                <a:cs typeface="Times New Roman" panose="02020603050405020304" pitchFamily="18" charset="0"/>
              </a:rPr>
              <a:t>A pool-composition decomposition shows ~70% of the apparent SAC-vs-TD3 drought gap was training-data artifact, not algorithm choice.</a:t>
            </a:r>
            <a:endParaRPr lang="en-US" sz="2000" dirty="0">
              <a:solidFill>
                <a:schemeClr val="accent2">
                  <a:lumMod val="20000"/>
                  <a:lumOff val="8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duotone>
              <a:prstClr val="black"/>
              <a:schemeClr val="accent1">
                <a:tint val="45000"/>
                <a:satMod val="400000"/>
              </a:schemeClr>
            </a:duotone>
            <a:extLst>
              <a:ext uri="{BEBA8EAE-BF5A-486C-A8C5-ECC9F3942E4B}">
                <a14:imgProps xmlns:a14="http://schemas.microsoft.com/office/drawing/2010/main">
                  <a14:imgLayer r:embed="rId4">
                    <a14:imgEffect>
                      <a14:artisticGlowEdges smoothness="1"/>
                    </a14:imgEffect>
                    <a14:imgEffect>
                      <a14:colorTemperature colorTemp="11200"/>
                    </a14:imgEffect>
                    <a14:imgEffect>
                      <a14:saturation sat="0"/>
                    </a14:imgEffect>
                  </a14:imgLayer>
                </a14:imgProps>
              </a:ext>
            </a:extLst>
          </a:blip>
          <a:srcRect/>
          <a:stretch>
            <a:fillRect/>
          </a:stretch>
        </a:blipFill>
        <a:effectLst/>
      </p:bgPr>
    </p:bg>
    <p:spTree>
      <p:nvGrpSpPr>
        <p:cNvPr id="1" name="Shape 250">
          <a:extLst>
            <a:ext uri="{FF2B5EF4-FFF2-40B4-BE49-F238E27FC236}">
              <a16:creationId xmlns:a16="http://schemas.microsoft.com/office/drawing/2014/main" id="{0B2B2DA9-4E91-86C2-7931-B0CBC5923273}"/>
            </a:ext>
          </a:extLst>
        </p:cNvPr>
        <p:cNvGrpSpPr/>
        <p:nvPr/>
      </p:nvGrpSpPr>
      <p:grpSpPr>
        <a:xfrm>
          <a:off x="0" y="0"/>
          <a:ext cx="0" cy="0"/>
          <a:chOff x="0" y="0"/>
          <a:chExt cx="0" cy="0"/>
        </a:xfrm>
      </p:grpSpPr>
      <p:sp>
        <p:nvSpPr>
          <p:cNvPr id="251" name="Google Shape;251;p24">
            <a:extLst>
              <a:ext uri="{FF2B5EF4-FFF2-40B4-BE49-F238E27FC236}">
                <a16:creationId xmlns:a16="http://schemas.microsoft.com/office/drawing/2014/main" id="{2F442360-E6A8-BFA2-36C6-94FB95280E1F}"/>
              </a:ext>
            </a:extLst>
          </p:cNvPr>
          <p:cNvSpPr txBox="1">
            <a:spLocks noGrp="1"/>
          </p:cNvSpPr>
          <p:nvPr>
            <p:ph type="title"/>
          </p:nvPr>
        </p:nvSpPr>
        <p:spPr>
          <a:xfrm>
            <a:off x="193412" y="268335"/>
            <a:ext cx="6824382" cy="527284"/>
          </a:xfrm>
          <a:prstGeom prst="rect">
            <a:avLst/>
          </a:prstGeom>
          <a:noFill/>
          <a:ln>
            <a:noFill/>
          </a:ln>
        </p:spPr>
        <p:txBody>
          <a:bodyPr spcFirstLastPara="1" vert="horz" wrap="square" lIns="91425" tIns="45700" rIns="91425" bIns="45700" rtlCol="0" anchor="ctr" anchorCtr="0">
            <a:noAutofit/>
          </a:bodyPr>
          <a:lstStyle/>
          <a:p>
            <a:r>
              <a:rPr lang="en-US" sz="3000" dirty="0">
                <a:solidFill>
                  <a:schemeClr val="lt2"/>
                </a:solidFill>
                <a:latin typeface="Times New Roman"/>
                <a:ea typeface="Times New Roman"/>
                <a:cs typeface="Times New Roman"/>
                <a:sym typeface="Times New Roman"/>
              </a:rPr>
              <a:t>Supervisor’s Comment</a:t>
            </a:r>
          </a:p>
        </p:txBody>
      </p:sp>
      <p:sp>
        <p:nvSpPr>
          <p:cNvPr id="252" name="Google Shape;252;p24">
            <a:extLst>
              <a:ext uri="{FF2B5EF4-FFF2-40B4-BE49-F238E27FC236}">
                <a16:creationId xmlns:a16="http://schemas.microsoft.com/office/drawing/2014/main" id="{ED3C1EEC-8469-261F-2782-3AA38F2B4812}"/>
              </a:ext>
            </a:extLst>
          </p:cNvPr>
          <p:cNvSpPr txBox="1"/>
          <p:nvPr/>
        </p:nvSpPr>
        <p:spPr>
          <a:xfrm>
            <a:off x="8496300" y="4800601"/>
            <a:ext cx="381000" cy="307736"/>
          </a:xfrm>
          <a:prstGeom prst="rect">
            <a:avLst/>
          </a:prstGeom>
          <a:noFill/>
          <a:ln>
            <a:noFill/>
          </a:ln>
        </p:spPr>
        <p:txBody>
          <a:bodyPr spcFirstLastPara="1" wrap="square" lIns="91425" tIns="45700" rIns="91425" bIns="45700" anchor="t" anchorCtr="0">
            <a:spAutoFit/>
          </a:bodyPr>
          <a:lstStyle/>
          <a:p>
            <a:pPr>
              <a:buClr>
                <a:srgbClr val="000000"/>
              </a:buClr>
              <a:buSzPts val="1400"/>
            </a:pPr>
            <a:r>
              <a:rPr lang="en-US" dirty="0">
                <a:solidFill>
                  <a:schemeClr val="lt2"/>
                </a:solidFill>
              </a:rPr>
              <a:t>17</a:t>
            </a:r>
          </a:p>
        </p:txBody>
      </p:sp>
      <p:sp>
        <p:nvSpPr>
          <p:cNvPr id="3" name="TextBox 2">
            <a:extLst>
              <a:ext uri="{FF2B5EF4-FFF2-40B4-BE49-F238E27FC236}">
                <a16:creationId xmlns:a16="http://schemas.microsoft.com/office/drawing/2014/main" id="{8F6A8CEE-488F-699E-6EE1-B63BAED1CD50}"/>
              </a:ext>
            </a:extLst>
          </p:cNvPr>
          <p:cNvSpPr txBox="1"/>
          <p:nvPr/>
        </p:nvSpPr>
        <p:spPr>
          <a:xfrm>
            <a:off x="830807" y="1432556"/>
            <a:ext cx="6989360" cy="2460738"/>
          </a:xfrm>
          <a:prstGeom prst="rect">
            <a:avLst/>
          </a:prstGeom>
          <a:noFill/>
        </p:spPr>
        <p:txBody>
          <a:bodyPr wrap="square">
            <a:spAutoFit/>
          </a:bodyPr>
          <a:lstStyle/>
          <a:p>
            <a:pPr>
              <a:lnSpc>
                <a:spcPct val="200000"/>
              </a:lnSpc>
            </a:pPr>
            <a:r>
              <a:rPr lang="en-US" sz="2000" dirty="0" err="1">
                <a:solidFill>
                  <a:schemeClr val="bg1"/>
                </a:solidFill>
                <a:latin typeface="Times New Roman" panose="02020603050405020304" pitchFamily="18" charset="0"/>
                <a:ea typeface="Tahoma" panose="020B0604030504040204" pitchFamily="34" charset="0"/>
                <a:cs typeface="Times New Roman" panose="02020603050405020304" pitchFamily="18" charset="0"/>
              </a:rPr>
              <a:t>Студент</a:t>
            </a:r>
            <a:r>
              <a:rPr lang="en-US" sz="20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solidFill>
                  <a:schemeClr val="bg1"/>
                </a:solidFill>
                <a:latin typeface="Times New Roman" panose="02020603050405020304" pitchFamily="18" charset="0"/>
                <a:ea typeface="Tahoma" panose="020B0604030504040204" pitchFamily="34" charset="0"/>
                <a:cs typeface="Times New Roman" panose="02020603050405020304" pitchFamily="18" charset="0"/>
              </a:rPr>
              <a:t>имеет</a:t>
            </a:r>
            <a:r>
              <a:rPr lang="en-US" sz="20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solidFill>
                  <a:schemeClr val="bg1"/>
                </a:solidFill>
                <a:latin typeface="Times New Roman" panose="02020603050405020304" pitchFamily="18" charset="0"/>
                <a:ea typeface="Tahoma" panose="020B0604030504040204" pitchFamily="34" charset="0"/>
                <a:cs typeface="Times New Roman" panose="02020603050405020304" pitchFamily="18" charset="0"/>
              </a:rPr>
              <a:t>публикацию</a:t>
            </a:r>
            <a:r>
              <a:rPr lang="en-US" sz="20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 в </a:t>
            </a:r>
            <a:r>
              <a:rPr lang="en-US" sz="2000" dirty="0" err="1">
                <a:solidFill>
                  <a:schemeClr val="bg1"/>
                </a:solidFill>
                <a:latin typeface="Times New Roman" panose="02020603050405020304" pitchFamily="18" charset="0"/>
                <a:ea typeface="Tahoma" panose="020B0604030504040204" pitchFamily="34" charset="0"/>
                <a:cs typeface="Times New Roman" panose="02020603050405020304" pitchFamily="18" charset="0"/>
              </a:rPr>
              <a:t>рецензируемом</a:t>
            </a:r>
            <a:r>
              <a:rPr lang="en-US" sz="20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solidFill>
                  <a:schemeClr val="bg1"/>
                </a:solidFill>
                <a:latin typeface="Times New Roman" panose="02020603050405020304" pitchFamily="18" charset="0"/>
                <a:ea typeface="Tahoma" panose="020B0604030504040204" pitchFamily="34" charset="0"/>
                <a:cs typeface="Times New Roman" panose="02020603050405020304" pitchFamily="18" charset="0"/>
              </a:rPr>
              <a:t>издании</a:t>
            </a:r>
            <a:r>
              <a:rPr lang="en-US" sz="20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solidFill>
                  <a:schemeClr val="bg1"/>
                </a:solidFill>
                <a:latin typeface="Times New Roman" panose="02020603050405020304" pitchFamily="18" charset="0"/>
                <a:ea typeface="Tahoma" panose="020B0604030504040204" pitchFamily="34" charset="0"/>
                <a:cs typeface="Times New Roman" panose="02020603050405020304" pitchFamily="18" charset="0"/>
              </a:rPr>
              <a:t>индексируемом</a:t>
            </a:r>
            <a:r>
              <a:rPr lang="en-US" sz="20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 в Scopus, </a:t>
            </a:r>
            <a:r>
              <a:rPr lang="en-US" sz="2000" dirty="0" err="1">
                <a:solidFill>
                  <a:schemeClr val="bg1"/>
                </a:solidFill>
                <a:latin typeface="Times New Roman" panose="02020603050405020304" pitchFamily="18" charset="0"/>
                <a:ea typeface="Tahoma" panose="020B0604030504040204" pitchFamily="34" charset="0"/>
                <a:cs typeface="Times New Roman" panose="02020603050405020304" pitchFamily="18" charset="0"/>
              </a:rPr>
              <a:t>по</a:t>
            </a:r>
            <a:r>
              <a:rPr lang="en-US" sz="20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solidFill>
                  <a:schemeClr val="bg1"/>
                </a:solidFill>
                <a:latin typeface="Times New Roman" panose="02020603050405020304" pitchFamily="18" charset="0"/>
                <a:ea typeface="Tahoma" panose="020B0604030504040204" pitchFamily="34" charset="0"/>
                <a:cs typeface="Times New Roman" panose="02020603050405020304" pitchFamily="18" charset="0"/>
              </a:rPr>
              <a:t>материалам</a:t>
            </a:r>
            <a:r>
              <a:rPr lang="en-US" sz="20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solidFill>
                  <a:schemeClr val="bg1"/>
                </a:solidFill>
                <a:latin typeface="Times New Roman" panose="02020603050405020304" pitchFamily="18" charset="0"/>
                <a:ea typeface="Tahoma" panose="020B0604030504040204" pitchFamily="34" charset="0"/>
                <a:cs typeface="Times New Roman" panose="02020603050405020304" pitchFamily="18" charset="0"/>
              </a:rPr>
              <a:t>международной</a:t>
            </a:r>
            <a:r>
              <a:rPr lang="en-US" sz="20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 https://www.sciencedirect.com/science/article/pii/S2405896325028101 </a:t>
            </a:r>
            <a:r>
              <a:rPr lang="en-US" sz="2000" dirty="0" err="1">
                <a:solidFill>
                  <a:schemeClr val="bg1"/>
                </a:solidFill>
                <a:latin typeface="Times New Roman" panose="02020603050405020304" pitchFamily="18" charset="0"/>
                <a:ea typeface="Tahoma" panose="020B0604030504040204" pitchFamily="34" charset="0"/>
                <a:cs typeface="Times New Roman" panose="02020603050405020304" pitchFamily="18" charset="0"/>
              </a:rPr>
              <a:t>конференции</a:t>
            </a:r>
            <a:r>
              <a:rPr lang="en-US" sz="20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a:t>
            </a:r>
          </a:p>
        </p:txBody>
      </p:sp>
    </p:spTree>
    <p:extLst>
      <p:ext uri="{BB962C8B-B14F-4D97-AF65-F5344CB8AC3E}">
        <p14:creationId xmlns:p14="http://schemas.microsoft.com/office/powerpoint/2010/main" val="1167996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duotone>
              <a:prstClr val="black"/>
              <a:schemeClr val="accent1">
                <a:tint val="45000"/>
                <a:satMod val="400000"/>
              </a:schemeClr>
            </a:duotone>
            <a:extLst>
              <a:ext uri="{BEBA8EAE-BF5A-486C-A8C5-ECC9F3942E4B}">
                <a14:imgProps xmlns:a14="http://schemas.microsoft.com/office/drawing/2010/main">
                  <a14:imgLayer r:embed="rId4">
                    <a14:imgEffect>
                      <a14:artisticGlowEdges smoothness="1"/>
                    </a14:imgEffect>
                    <a14:imgEffect>
                      <a14:colorTemperature colorTemp="11200"/>
                    </a14:imgEffect>
                    <a14:imgEffect>
                      <a14:saturation sat="0"/>
                    </a14:imgEffect>
                  </a14:imgLayer>
                </a14:imgProps>
              </a:ext>
            </a:extLst>
          </a:blip>
          <a:srcRect/>
          <a:stretch>
            <a:fillRect/>
          </a:stretch>
        </a:blipFill>
        <a:effectLst/>
      </p:bgPr>
    </p:bg>
    <p:spTree>
      <p:nvGrpSpPr>
        <p:cNvPr id="1" name="Shape 250">
          <a:extLst>
            <a:ext uri="{FF2B5EF4-FFF2-40B4-BE49-F238E27FC236}">
              <a16:creationId xmlns:a16="http://schemas.microsoft.com/office/drawing/2014/main" id="{65EF2E81-67B5-5CAA-8E1D-1358C9CE924E}"/>
            </a:ext>
          </a:extLst>
        </p:cNvPr>
        <p:cNvGrpSpPr/>
        <p:nvPr/>
      </p:nvGrpSpPr>
      <p:grpSpPr>
        <a:xfrm>
          <a:off x="0" y="0"/>
          <a:ext cx="0" cy="0"/>
          <a:chOff x="0" y="0"/>
          <a:chExt cx="0" cy="0"/>
        </a:xfrm>
      </p:grpSpPr>
      <p:sp>
        <p:nvSpPr>
          <p:cNvPr id="251" name="Google Shape;251;p24">
            <a:extLst>
              <a:ext uri="{FF2B5EF4-FFF2-40B4-BE49-F238E27FC236}">
                <a16:creationId xmlns:a16="http://schemas.microsoft.com/office/drawing/2014/main" id="{9B4D0034-D291-F8EE-5A72-53BEF4D21412}"/>
              </a:ext>
            </a:extLst>
          </p:cNvPr>
          <p:cNvSpPr txBox="1">
            <a:spLocks noGrp="1"/>
          </p:cNvSpPr>
          <p:nvPr>
            <p:ph type="title"/>
          </p:nvPr>
        </p:nvSpPr>
        <p:spPr>
          <a:xfrm>
            <a:off x="193412" y="268335"/>
            <a:ext cx="6824382" cy="527284"/>
          </a:xfrm>
          <a:prstGeom prst="rect">
            <a:avLst/>
          </a:prstGeom>
          <a:noFill/>
          <a:ln>
            <a:noFill/>
          </a:ln>
        </p:spPr>
        <p:txBody>
          <a:bodyPr spcFirstLastPara="1" vert="horz" wrap="square" lIns="91425" tIns="45700" rIns="91425" bIns="45700" rtlCol="0" anchor="ctr" anchorCtr="0">
            <a:noAutofit/>
          </a:bodyPr>
          <a:lstStyle/>
          <a:p>
            <a:r>
              <a:rPr lang="en-US" sz="3000" dirty="0">
                <a:solidFill>
                  <a:schemeClr val="lt2"/>
                </a:solidFill>
                <a:latin typeface="Times New Roman"/>
                <a:ea typeface="Times New Roman"/>
                <a:cs typeface="Times New Roman"/>
                <a:sym typeface="Times New Roman"/>
              </a:rPr>
              <a:t>Reviewer’s Question</a:t>
            </a:r>
          </a:p>
        </p:txBody>
      </p:sp>
      <p:sp>
        <p:nvSpPr>
          <p:cNvPr id="252" name="Google Shape;252;p24">
            <a:extLst>
              <a:ext uri="{FF2B5EF4-FFF2-40B4-BE49-F238E27FC236}">
                <a16:creationId xmlns:a16="http://schemas.microsoft.com/office/drawing/2014/main" id="{AA27390B-DFB5-39BC-462D-EE84580FA341}"/>
              </a:ext>
            </a:extLst>
          </p:cNvPr>
          <p:cNvSpPr txBox="1"/>
          <p:nvPr/>
        </p:nvSpPr>
        <p:spPr>
          <a:xfrm>
            <a:off x="8496300" y="4800601"/>
            <a:ext cx="381000" cy="307736"/>
          </a:xfrm>
          <a:prstGeom prst="rect">
            <a:avLst/>
          </a:prstGeom>
          <a:noFill/>
          <a:ln>
            <a:noFill/>
          </a:ln>
        </p:spPr>
        <p:txBody>
          <a:bodyPr spcFirstLastPara="1" wrap="square" lIns="91425" tIns="45700" rIns="91425" bIns="45700" anchor="t" anchorCtr="0">
            <a:spAutoFit/>
          </a:bodyPr>
          <a:lstStyle/>
          <a:p>
            <a:pPr>
              <a:buClr>
                <a:srgbClr val="000000"/>
              </a:buClr>
              <a:buSzPts val="1400"/>
            </a:pPr>
            <a:r>
              <a:rPr lang="en-US" dirty="0">
                <a:solidFill>
                  <a:schemeClr val="lt2"/>
                </a:solidFill>
              </a:rPr>
              <a:t>17</a:t>
            </a:r>
          </a:p>
        </p:txBody>
      </p:sp>
      <p:sp>
        <p:nvSpPr>
          <p:cNvPr id="3" name="TextBox 2">
            <a:extLst>
              <a:ext uri="{FF2B5EF4-FFF2-40B4-BE49-F238E27FC236}">
                <a16:creationId xmlns:a16="http://schemas.microsoft.com/office/drawing/2014/main" id="{85137B97-26FF-7A30-15CC-637F3BE4D0FB}"/>
              </a:ext>
            </a:extLst>
          </p:cNvPr>
          <p:cNvSpPr txBox="1"/>
          <p:nvPr/>
        </p:nvSpPr>
        <p:spPr>
          <a:xfrm>
            <a:off x="479114" y="1184027"/>
            <a:ext cx="8130313" cy="3477875"/>
          </a:xfrm>
          <a:prstGeom prst="rect">
            <a:avLst/>
          </a:prstGeom>
          <a:noFill/>
        </p:spPr>
        <p:txBody>
          <a:bodyPr wrap="square">
            <a:spAutoFit/>
          </a:bodyPr>
          <a:lstStyle/>
          <a:p>
            <a:r>
              <a:rPr lang="en-US" sz="2000" dirty="0" err="1">
                <a:solidFill>
                  <a:schemeClr val="bg1"/>
                </a:solidFill>
                <a:latin typeface="Times New Roman" panose="02020603050405020304" pitchFamily="18" charset="0"/>
                <a:cs typeface="Times New Roman" panose="02020603050405020304" pitchFamily="18" charset="0"/>
              </a:rPr>
              <a:t>Какой</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из</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рассмотренных</a:t>
            </a:r>
            <a:r>
              <a:rPr lang="en-US" sz="2000" dirty="0">
                <a:solidFill>
                  <a:schemeClr val="bg1"/>
                </a:solidFill>
                <a:latin typeface="Times New Roman" panose="02020603050405020304" pitchFamily="18" charset="0"/>
                <a:cs typeface="Times New Roman" panose="02020603050405020304" pitchFamily="18" charset="0"/>
              </a:rPr>
              <a:t> в </a:t>
            </a:r>
            <a:r>
              <a:rPr lang="en-US" sz="2000" dirty="0" err="1">
                <a:solidFill>
                  <a:schemeClr val="bg1"/>
                </a:solidFill>
                <a:latin typeface="Times New Roman" panose="02020603050405020304" pitchFamily="18" charset="0"/>
                <a:cs typeface="Times New Roman" panose="02020603050405020304" pitchFamily="18" charset="0"/>
              </a:rPr>
              <a:t>работе</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подходов</a:t>
            </a:r>
            <a:r>
              <a:rPr lang="en-US" sz="2000" dirty="0">
                <a:solidFill>
                  <a:schemeClr val="bg1"/>
                </a:solidFill>
                <a:latin typeface="Times New Roman" panose="02020603050405020304" pitchFamily="18" charset="0"/>
                <a:cs typeface="Times New Roman" panose="02020603050405020304" pitchFamily="18" charset="0"/>
              </a:rPr>
              <a:t> к </a:t>
            </a:r>
            <a:r>
              <a:rPr lang="en-US" sz="2000" dirty="0" err="1">
                <a:solidFill>
                  <a:schemeClr val="bg1"/>
                </a:solidFill>
                <a:latin typeface="Times New Roman" panose="02020603050405020304" pitchFamily="18" charset="0"/>
                <a:cs typeface="Times New Roman" panose="02020603050405020304" pitchFamily="18" charset="0"/>
              </a:rPr>
              <a:t>управлению</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орошением</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на</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ваш</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взгляд</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наиболее</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перспективен</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для</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практического</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внедрения</a:t>
            </a:r>
            <a:r>
              <a:rPr lang="en-US" sz="2000" dirty="0">
                <a:solidFill>
                  <a:schemeClr val="bg1"/>
                </a:solidFill>
                <a:latin typeface="Times New Roman" panose="02020603050405020304" pitchFamily="18" charset="0"/>
                <a:cs typeface="Times New Roman" panose="02020603050405020304" pitchFamily="18" charset="0"/>
              </a:rPr>
              <a:t> в </a:t>
            </a:r>
            <a:r>
              <a:rPr lang="en-US" sz="2000" dirty="0" err="1">
                <a:solidFill>
                  <a:schemeClr val="bg1"/>
                </a:solidFill>
                <a:latin typeface="Times New Roman" panose="02020603050405020304" pitchFamily="18" charset="0"/>
                <a:cs typeface="Times New Roman" panose="02020603050405020304" pitchFamily="18" charset="0"/>
              </a:rPr>
              <a:t>условиях</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Ирана</a:t>
            </a:r>
            <a:r>
              <a:rPr lang="en-US" sz="2000" dirty="0">
                <a:solidFill>
                  <a:schemeClr val="bg1"/>
                </a:solidFill>
                <a:latin typeface="Times New Roman" panose="02020603050405020304" pitchFamily="18" charset="0"/>
                <a:cs typeface="Times New Roman" panose="02020603050405020304" pitchFamily="18" charset="0"/>
              </a:rPr>
              <a:t> и </a:t>
            </a:r>
            <a:r>
              <a:rPr lang="en-US" sz="2000" dirty="0" err="1">
                <a:solidFill>
                  <a:schemeClr val="bg1"/>
                </a:solidFill>
                <a:latin typeface="Times New Roman" panose="02020603050405020304" pitchFamily="18" charset="0"/>
                <a:cs typeface="Times New Roman" panose="02020603050405020304" pitchFamily="18" charset="0"/>
              </a:rPr>
              <a:t>почему</a:t>
            </a:r>
            <a:r>
              <a:rPr lang="en-US" sz="2000" dirty="0">
                <a:solidFill>
                  <a:schemeClr val="bg1"/>
                </a:solidFill>
                <a:latin typeface="Times New Roman" panose="02020603050405020304" pitchFamily="18" charset="0"/>
                <a:cs typeface="Times New Roman" panose="02020603050405020304" pitchFamily="18" charset="0"/>
              </a:rPr>
              <a:t>?</a:t>
            </a:r>
          </a:p>
          <a:p>
            <a:endParaRPr lang="en-US" sz="2000" dirty="0">
              <a:solidFill>
                <a:schemeClr val="bg1"/>
              </a:solidFill>
              <a:latin typeface="Times New Roman" panose="02020603050405020304" pitchFamily="18" charset="0"/>
              <a:cs typeface="Times New Roman" panose="02020603050405020304" pitchFamily="18" charset="0"/>
            </a:endParaRPr>
          </a:p>
          <a:p>
            <a:r>
              <a:rPr lang="en-US" sz="2000" dirty="0">
                <a:solidFill>
                  <a:schemeClr val="bg1"/>
                </a:solidFill>
                <a:latin typeface="Times New Roman" panose="02020603050405020304" pitchFamily="18" charset="0"/>
                <a:cs typeface="Times New Roman" panose="02020603050405020304" pitchFamily="18" charset="0"/>
              </a:rPr>
              <a:t>Answer:</a:t>
            </a:r>
            <a:br>
              <a:rPr lang="en-US" sz="2000" dirty="0">
                <a:solidFill>
                  <a:schemeClr val="bg1"/>
                </a:solidFill>
                <a:latin typeface="Times New Roman" panose="02020603050405020304" pitchFamily="18" charset="0"/>
                <a:cs typeface="Times New Roman" panose="02020603050405020304" pitchFamily="18" charset="0"/>
              </a:rPr>
            </a:br>
            <a:r>
              <a:rPr lang="en-US" sz="2000" dirty="0">
                <a:solidFill>
                  <a:schemeClr val="bg1"/>
                </a:solidFill>
                <a:latin typeface="Times New Roman" panose="02020603050405020304" pitchFamily="18" charset="0"/>
                <a:cs typeface="Times New Roman" panose="02020603050405020304" pitchFamily="18" charset="0"/>
              </a:rPr>
              <a:t>As MPC controllers require centralized processing, the cost of their implementation can be very high. It is also difficult to implement them in rural areas on large fields with unreliable network connections and power supplies. Since RL can be implemented fully decentralized on low-power edge controllers and has shown a performance on par with MPC, I assume RL is a better choice.</a:t>
            </a:r>
          </a:p>
        </p:txBody>
      </p:sp>
    </p:spTree>
    <p:extLst>
      <p:ext uri="{BB962C8B-B14F-4D97-AF65-F5344CB8AC3E}">
        <p14:creationId xmlns:p14="http://schemas.microsoft.com/office/powerpoint/2010/main" val="946781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7"/>
        <p:cNvGrpSpPr/>
        <p:nvPr/>
      </p:nvGrpSpPr>
      <p:grpSpPr>
        <a:xfrm>
          <a:off x="0" y="0"/>
          <a:ext cx="0" cy="0"/>
          <a:chOff x="0" y="0"/>
          <a:chExt cx="0" cy="0"/>
        </a:xfrm>
      </p:grpSpPr>
      <p:sp>
        <p:nvSpPr>
          <p:cNvPr id="258" name="Google Shape;258;p25"/>
          <p:cNvSpPr txBox="1">
            <a:spLocks noGrp="1"/>
          </p:cNvSpPr>
          <p:nvPr>
            <p:ph type="title" idx="4294967295"/>
          </p:nvPr>
        </p:nvSpPr>
        <p:spPr>
          <a:xfrm>
            <a:off x="457200" y="1947757"/>
            <a:ext cx="8229600" cy="1248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lt1"/>
              </a:buClr>
              <a:buSzPts val="4400"/>
              <a:buFont typeface="Arial"/>
              <a:buNone/>
            </a:pPr>
            <a:r>
              <a:rPr lang="en-US" sz="3700">
                <a:solidFill>
                  <a:srgbClr val="FFFFFF"/>
                </a:solidFill>
                <a:latin typeface="Times New Roman"/>
                <a:ea typeface="Times New Roman"/>
                <a:cs typeface="Times New Roman"/>
                <a:sym typeface="Times New Roman"/>
              </a:rPr>
              <a:t>THANK YOU</a:t>
            </a:r>
            <a:br>
              <a:rPr lang="en-US" sz="3700">
                <a:solidFill>
                  <a:srgbClr val="FFFFFF"/>
                </a:solidFill>
                <a:latin typeface="Times New Roman"/>
                <a:ea typeface="Times New Roman"/>
                <a:cs typeface="Times New Roman"/>
                <a:sym typeface="Times New Roman"/>
              </a:rPr>
            </a:br>
            <a:r>
              <a:rPr lang="en-US" sz="3700">
                <a:solidFill>
                  <a:srgbClr val="FFFFFF"/>
                </a:solidFill>
                <a:latin typeface="Times New Roman"/>
                <a:ea typeface="Times New Roman"/>
                <a:cs typeface="Times New Roman"/>
                <a:sym typeface="Times New Roman"/>
              </a:rPr>
              <a:t>FOR YOUR TIME!</a:t>
            </a:r>
            <a:endParaRPr sz="2900">
              <a:solidFill>
                <a:srgbClr val="FFFFFF"/>
              </a:solidFill>
              <a:latin typeface="Times New Roman"/>
              <a:ea typeface="Times New Roman"/>
              <a:cs typeface="Times New Roman"/>
              <a:sym typeface="Times New Roman"/>
            </a:endParaRPr>
          </a:p>
        </p:txBody>
      </p:sp>
      <p:sp>
        <p:nvSpPr>
          <p:cNvPr id="259" name="Google Shape;259;p25"/>
          <p:cNvSpPr txBox="1"/>
          <p:nvPr/>
        </p:nvSpPr>
        <p:spPr>
          <a:xfrm>
            <a:off x="3087150" y="4439175"/>
            <a:ext cx="2969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Arial"/>
                <a:ea typeface="Arial"/>
                <a:cs typeface="Arial"/>
                <a:sym typeface="Arial"/>
              </a:rPr>
              <a:t>taratorbati@yahoo.com</a:t>
            </a:r>
            <a:endParaRPr sz="1800" b="0" i="0" u="none" strike="noStrike" cap="none">
              <a:solidFill>
                <a:srgbClr val="FFFFFF"/>
              </a:solidFill>
              <a:latin typeface="Arial"/>
              <a:ea typeface="Arial"/>
              <a:cs typeface="Arial"/>
              <a:sym typeface="Arial"/>
            </a:endParaRPr>
          </a:p>
        </p:txBody>
      </p:sp>
      <p:sp>
        <p:nvSpPr>
          <p:cNvPr id="260" name="Google Shape;260;p25"/>
          <p:cNvSpPr txBox="1"/>
          <p:nvPr/>
        </p:nvSpPr>
        <p:spPr>
          <a:xfrm>
            <a:off x="8496300" y="4800600"/>
            <a:ext cx="381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chemeClr val="lt2"/>
                </a:solidFill>
                <a:latin typeface="Arial"/>
                <a:ea typeface="Arial"/>
                <a:cs typeface="Arial"/>
                <a:sym typeface="Arial"/>
              </a:rPr>
              <a:t>18</a:t>
            </a:r>
            <a:endParaRPr sz="1400" b="0" i="0" u="none" strike="noStrike" cap="none" dirty="0">
              <a:solidFill>
                <a:schemeClr val="lt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ITMO">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5511</TotalTime>
  <Words>1615</Words>
  <Application>Microsoft Office PowerPoint</Application>
  <PresentationFormat>On-screen Show (16:9)</PresentationFormat>
  <Paragraphs>382</Paragraphs>
  <Slides>20</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Cambria Math</vt:lpstr>
      <vt:lpstr>Times New Roman</vt:lpstr>
      <vt:lpstr>ITMO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Primary Results</vt:lpstr>
      <vt:lpstr>Per Scenario Analysis</vt:lpstr>
      <vt:lpstr>Mean ∆u Smoothing</vt:lpstr>
      <vt:lpstr>Robustness to Noise</vt:lpstr>
      <vt:lpstr>Conclusion</vt:lpstr>
      <vt:lpstr>Supervisor’s Comment</vt:lpstr>
      <vt:lpstr>Reviewer’s Question</vt:lpstr>
      <vt:lpstr>THANK YOU FOR YOUR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Tara Torbati</dc:creator>
  <cp:lastModifiedBy>Tara Torbati</cp:lastModifiedBy>
  <cp:revision>26</cp:revision>
  <dcterms:modified xsi:type="dcterms:W3CDTF">2026-06-18T03:03:09Z</dcterms:modified>
</cp:coreProperties>
</file>