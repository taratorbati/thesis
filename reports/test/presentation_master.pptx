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48" r:id="rId1"/>
  </p:sldMasterIdLst>
  <p:notesMasterIdLst>
    <p:notesMasterId r:id="rId24"/>
  </p:notesMasterIdLst>
  <p:sldIdLst>
    <p:sldId id="281" r:id="rId2"/>
    <p:sldId id="282" r:id="rId3"/>
    <p:sldId id="258" r:id="rId4"/>
    <p:sldId id="278" r:id="rId5"/>
    <p:sldId id="279" r:id="rId6"/>
    <p:sldId id="277" r:id="rId7"/>
    <p:sldId id="283" r:id="rId8"/>
    <p:sldId id="289" r:id="rId9"/>
    <p:sldId id="291" r:id="rId10"/>
    <p:sldId id="292" r:id="rId11"/>
    <p:sldId id="265" r:id="rId12"/>
    <p:sldId id="276" r:id="rId13"/>
    <p:sldId id="285" r:id="rId14"/>
    <p:sldId id="266" r:id="rId15"/>
    <p:sldId id="293" r:id="rId16"/>
    <p:sldId id="275" r:id="rId17"/>
    <p:sldId id="286" r:id="rId18"/>
    <p:sldId id="284" r:id="rId19"/>
    <p:sldId id="287" r:id="rId20"/>
    <p:sldId id="268" r:id="rId21"/>
    <p:sldId id="269" r:id="rId22"/>
    <p:sldId id="280" r:id="rId23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521415D9-36F7-43E2-AB2F-B90AF26B5E84}">
      <p14:sectionLst xmlns:p14="http://schemas.microsoft.com/office/powerpoint/2010/main">
        <p14:section name="Default Section" id="{50DDB9E4-EE43-42B4-8ACE-F4CFB5DAE3A1}">
          <p14:sldIdLst>
            <p14:sldId id="281"/>
            <p14:sldId id="282"/>
            <p14:sldId id="258"/>
            <p14:sldId id="278"/>
            <p14:sldId id="279"/>
            <p14:sldId id="277"/>
          </p14:sldIdLst>
        </p14:section>
        <p14:section name="Untitled Section" id="{14B79FE2-AD62-4022-9C5C-1C4219224EE0}">
          <p14:sldIdLst>
            <p14:sldId id="283"/>
            <p14:sldId id="289"/>
            <p14:sldId id="291"/>
            <p14:sldId id="292"/>
            <p14:sldId id="265"/>
            <p14:sldId id="276"/>
            <p14:sldId id="285"/>
            <p14:sldId id="266"/>
            <p14:sldId id="293"/>
            <p14:sldId id="275"/>
            <p14:sldId id="286"/>
            <p14:sldId id="284"/>
            <p14:sldId id="287"/>
            <p14:sldId id="268"/>
            <p14:sldId id="269"/>
            <p14:sldId id="280"/>
          </p14:sldIdLst>
        </p14:section>
      </p14:sectionLst>
    </p:ex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25" roundtripDataSignature="AMtx7mibd/3r0laNjtFWsuezWThHJraGm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EDB9"/>
    <a:srgbClr val="CC9900"/>
    <a:srgbClr val="F1F1F1"/>
    <a:srgbClr val="F8F8F8"/>
    <a:srgbClr val="EFEFF1"/>
    <a:srgbClr val="BD8B81"/>
    <a:srgbClr val="320000"/>
    <a:srgbClr val="8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87A7ECD-2A97-474F-886D-0B6430B54BD1}">
  <a:tblStyle styleId="{687A7ECD-2A97-474F-886D-0B6430B54BD1}" styleName="Table_0">
    <a:wholeTbl>
      <a:tcTxStyle b="off" i="off">
        <a:font>
          <a:latin typeface="Arial"/>
          <a:ea typeface="Arial"/>
          <a:cs typeface="Arial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7EAEB"/>
          </a:solidFill>
        </a:fill>
      </a:tcStyle>
    </a:wholeTbl>
    <a:band1H>
      <a:tcTxStyle b="off" i="off"/>
      <a:tcStyle>
        <a:tcBdr/>
        <a:fill>
          <a:solidFill>
            <a:srgbClr val="CAD4D5"/>
          </a:solidFill>
        </a:fill>
      </a:tcStyle>
    </a:band1H>
    <a:band2H>
      <a:tcTxStyle b="off" i="off"/>
      <a:tcStyle>
        <a:tcBdr/>
      </a:tcStyle>
    </a:band2H>
    <a:band1V>
      <a:tcTxStyle b="off" i="off"/>
      <a:tcStyle>
        <a:tcBdr/>
        <a:fill>
          <a:solidFill>
            <a:srgbClr val="CAD4D5"/>
          </a:solidFill>
        </a:fill>
      </a:tcStyle>
    </a:band1V>
    <a:band2V>
      <a:tcTxStyle b="off" i="off"/>
      <a:tcStyle>
        <a:tcBdr/>
      </a:tcStyle>
    </a:band2V>
    <a:lastCol>
      <a:tcTxStyle b="on" i="off">
        <a:font>
          <a:latin typeface="Arial"/>
          <a:ea typeface="Arial"/>
          <a:cs typeface="Arial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Arial"/>
          <a:ea typeface="Arial"/>
          <a:cs typeface="Arial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145" autoAdjust="0"/>
    <p:restoredTop sz="87057" autoAdjust="0"/>
  </p:normalViewPr>
  <p:slideViewPr>
    <p:cSldViewPr snapToGrid="0">
      <p:cViewPr>
        <p:scale>
          <a:sx n="75" d="100"/>
          <a:sy n="75" d="100"/>
        </p:scale>
        <p:origin x="1236" y="5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customschemas.google.com/relationships/presentationmetadata" Target="meta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300" b="0" i="0" u="none" strike="noStrike">
                <a:solidFill>
                  <a:srgbClr val="14B8A6"/>
                </a:solidFill>
                <a:latin typeface="Arial"/>
              </a:defRPr>
            </a:pPr>
            <a:r>
              <a:rPr lang="en-US" sz="1300" b="0" i="0" u="none" strike="noStrike">
                <a:solidFill>
                  <a:srgbClr val="14B8A6"/>
                </a:solidFill>
                <a:latin typeface="Arial"/>
              </a:rPr>
              <a:t>Yield at 100% Budget (kg/ha)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 Irrigation</c:v>
                </c:pt>
              </c:strCache>
            </c:strRef>
          </c:tx>
          <c:spPr>
            <a:solidFill>
              <a:srgbClr val="455A64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Dry</c:v>
                </c:pt>
                <c:pt idx="1">
                  <c:v>Moderate</c:v>
                </c:pt>
                <c:pt idx="2">
                  <c:v>Wet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1462</c:v>
                </c:pt>
                <c:pt idx="1">
                  <c:v>1478</c:v>
                </c:pt>
                <c:pt idx="2">
                  <c:v>2243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E24-4DC0-AD43-3EF611ED890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Fixed Schedule</c:v>
                </c:pt>
              </c:strCache>
            </c:strRef>
          </c:tx>
          <c:spPr>
            <a:solidFill>
              <a:srgbClr val="0B9B8A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Dry</c:v>
                </c:pt>
                <c:pt idx="1">
                  <c:v>Moderate</c:v>
                </c:pt>
                <c:pt idx="2">
                  <c:v>Wet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3607</c:v>
                </c:pt>
                <c:pt idx="1">
                  <c:v>3302</c:v>
                </c:pt>
                <c:pt idx="2">
                  <c:v>2790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EE24-4DC0-AD43-3EF611ED890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MPC Hp=8</c:v>
                </c:pt>
              </c:strCache>
            </c:strRef>
          </c:tx>
          <c:spPr>
            <a:solidFill>
              <a:srgbClr val="E05252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Dry</c:v>
                </c:pt>
                <c:pt idx="1">
                  <c:v>Moderate</c:v>
                </c:pt>
                <c:pt idx="2">
                  <c:v>Wet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4145</c:v>
                </c:pt>
                <c:pt idx="1">
                  <c:v>0</c:v>
                </c:pt>
                <c:pt idx="2">
                  <c:v>3759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EE24-4DC0-AD43-3EF611ED8906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SAC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Dry</c:v>
                </c:pt>
                <c:pt idx="1">
                  <c:v>Moderate</c:v>
                </c:pt>
                <c:pt idx="2">
                  <c:v>Wet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2477</c:v>
                </c:pt>
                <c:pt idx="1">
                  <c:v>2376</c:v>
                </c:pt>
                <c:pt idx="2">
                  <c:v>3145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EE24-4DC0-AD43-3EF611ED890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EA8C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A4A6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EA8C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/>
          </a:pPr>
          <a:endParaRPr lang="en-US"/>
        </a:p>
      </c:txPr>
    </c:legend>
    <c:plotVisOnly val="1"/>
    <c:dispBlanksAs val="span"/>
    <c:showDLblsOverMax val="1"/>
  </c:chart>
  <c:spPr>
    <a:solidFill>
      <a:srgbClr val="1E3A5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300" b="0" i="0" u="none" strike="noStrike">
                <a:solidFill>
                  <a:srgbClr val="14B8A6"/>
                </a:solidFill>
                <a:latin typeface="Arial"/>
              </a:defRPr>
            </a:pPr>
            <a:r>
              <a:rPr lang="en-US" sz="1300" b="0" i="0" u="none" strike="noStrike">
                <a:solidFill>
                  <a:srgbClr val="14B8A6"/>
                </a:solidFill>
                <a:latin typeface="Arial"/>
              </a:rPr>
              <a:t>Yield at 100% Budget (kg/ha)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 Irrigation</c:v>
                </c:pt>
              </c:strCache>
            </c:strRef>
          </c:tx>
          <c:spPr>
            <a:solidFill>
              <a:srgbClr val="455A64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Dry</c:v>
                </c:pt>
                <c:pt idx="1">
                  <c:v>Moderate</c:v>
                </c:pt>
                <c:pt idx="2">
                  <c:v>Wet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1462</c:v>
                </c:pt>
                <c:pt idx="1">
                  <c:v>1478</c:v>
                </c:pt>
                <c:pt idx="2">
                  <c:v>2243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0B5-4D69-9917-DF3D81C9A88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Fixed Schedule</c:v>
                </c:pt>
              </c:strCache>
            </c:strRef>
          </c:tx>
          <c:spPr>
            <a:solidFill>
              <a:srgbClr val="0B9B8A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Dry</c:v>
                </c:pt>
                <c:pt idx="1">
                  <c:v>Moderate</c:v>
                </c:pt>
                <c:pt idx="2">
                  <c:v>Wet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3607</c:v>
                </c:pt>
                <c:pt idx="1">
                  <c:v>3302</c:v>
                </c:pt>
                <c:pt idx="2">
                  <c:v>2790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0B5-4D69-9917-DF3D81C9A88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MPC Hp=8</c:v>
                </c:pt>
              </c:strCache>
            </c:strRef>
          </c:tx>
          <c:spPr>
            <a:solidFill>
              <a:srgbClr val="E05252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Dry</c:v>
                </c:pt>
                <c:pt idx="1">
                  <c:v>Moderate</c:v>
                </c:pt>
                <c:pt idx="2">
                  <c:v>Wet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4145</c:v>
                </c:pt>
                <c:pt idx="1">
                  <c:v>0</c:v>
                </c:pt>
                <c:pt idx="2">
                  <c:v>3759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60B5-4D69-9917-DF3D81C9A88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SAC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Dry</c:v>
                </c:pt>
                <c:pt idx="1">
                  <c:v>Moderate</c:v>
                </c:pt>
                <c:pt idx="2">
                  <c:v>Wet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2477</c:v>
                </c:pt>
                <c:pt idx="1">
                  <c:v>2376</c:v>
                </c:pt>
                <c:pt idx="2">
                  <c:v>3145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0B5-4D69-9917-DF3D81C9A88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EA8C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A4A6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EA8C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/>
          </a:pPr>
          <a:endParaRPr lang="en-US"/>
        </a:p>
      </c:txPr>
    </c:legend>
    <c:plotVisOnly val="1"/>
    <c:dispBlanksAs val="span"/>
    <c:showDLblsOverMax val="1"/>
  </c:chart>
  <c:spPr>
    <a:solidFill>
      <a:srgbClr val="1E3A5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300" b="0" i="0" u="none" strike="noStrike">
                <a:solidFill>
                  <a:srgbClr val="14B8A6"/>
                </a:solidFill>
                <a:latin typeface="Arial"/>
              </a:defRPr>
            </a:pPr>
            <a:r>
              <a:rPr lang="en-US" sz="1300" b="0" i="0" u="none" strike="noStrike">
                <a:solidFill>
                  <a:srgbClr val="14B8A6"/>
                </a:solidFill>
                <a:latin typeface="Arial"/>
              </a:rPr>
              <a:t>Yield at 100% Budget (kg/ha)</a:t>
            </a:r>
          </a:p>
        </c:rich>
      </c:tx>
      <c:overlay val="0"/>
    </c:title>
    <c:autoTitleDeleted val="0"/>
    <c:plotArea>
      <c:layout>
        <c:manualLayout>
          <c:layoutTarget val="inner"/>
          <c:xMode val="edge"/>
          <c:yMode val="edge"/>
          <c:x val="0.19301550722068556"/>
          <c:y val="0.27745741512838901"/>
          <c:w val="0.8069844927793145"/>
          <c:h val="0.25607723518650077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 Irrigation</c:v>
                </c:pt>
              </c:strCache>
            </c:strRef>
          </c:tx>
          <c:spPr>
            <a:solidFill>
              <a:srgbClr val="455A64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Dry</c:v>
                </c:pt>
                <c:pt idx="1">
                  <c:v>Moderate</c:v>
                </c:pt>
                <c:pt idx="2">
                  <c:v>Wet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1462</c:v>
                </c:pt>
                <c:pt idx="1">
                  <c:v>1478</c:v>
                </c:pt>
                <c:pt idx="2">
                  <c:v>2243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CE2-49A4-BFAA-A885FEBC811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Fixed Schedule</c:v>
                </c:pt>
              </c:strCache>
            </c:strRef>
          </c:tx>
          <c:spPr>
            <a:solidFill>
              <a:srgbClr val="0B9B8A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Dry</c:v>
                </c:pt>
                <c:pt idx="1">
                  <c:v>Moderate</c:v>
                </c:pt>
                <c:pt idx="2">
                  <c:v>Wet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3607</c:v>
                </c:pt>
                <c:pt idx="1">
                  <c:v>3302</c:v>
                </c:pt>
                <c:pt idx="2">
                  <c:v>2790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CE2-49A4-BFAA-A885FEBC811A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MPC Hp=8</c:v>
                </c:pt>
              </c:strCache>
            </c:strRef>
          </c:tx>
          <c:spPr>
            <a:solidFill>
              <a:srgbClr val="E05252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Dry</c:v>
                </c:pt>
                <c:pt idx="1">
                  <c:v>Moderate</c:v>
                </c:pt>
                <c:pt idx="2">
                  <c:v>Wet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4145</c:v>
                </c:pt>
                <c:pt idx="1">
                  <c:v>0</c:v>
                </c:pt>
                <c:pt idx="2">
                  <c:v>3759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CE2-49A4-BFAA-A885FEBC811A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SAC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Dry</c:v>
                </c:pt>
                <c:pt idx="1">
                  <c:v>Moderate</c:v>
                </c:pt>
                <c:pt idx="2">
                  <c:v>Wet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2477</c:v>
                </c:pt>
                <c:pt idx="1">
                  <c:v>2376</c:v>
                </c:pt>
                <c:pt idx="2">
                  <c:v>3145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8CE2-49A4-BFAA-A885FEBC811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EA8C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A4A6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EA8C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/>
          </a:pPr>
          <a:endParaRPr lang="en-US"/>
        </a:p>
      </c:txPr>
    </c:legend>
    <c:plotVisOnly val="1"/>
    <c:dispBlanksAs val="span"/>
    <c:showDLblsOverMax val="1"/>
  </c:chart>
  <c:spPr>
    <a:solidFill>
      <a:srgbClr val="1E3A5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en-US" dirty="0"/>
              <a:t>motivation (here </a:t>
            </a:r>
            <a:r>
              <a:rPr lang="en-US" dirty="0" err="1"/>
              <a:t>i</a:t>
            </a:r>
            <a:r>
              <a:rPr lang="en-US" dirty="0"/>
              <a:t> need to talk about both my country's current water crisis + modern methods of agriculture and precision agriculture + overview of already existing materials and get to the research gap at the end)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  <p:sp>
        <p:nvSpPr>
          <p:cNvPr id="166" name="Google Shape;166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2" name="Google Shape;172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0">
          <a:extLst>
            <a:ext uri="{FF2B5EF4-FFF2-40B4-BE49-F238E27FC236}">
              <a16:creationId xmlns:a16="http://schemas.microsoft.com/office/drawing/2014/main" id="{E09BD5FC-85FA-1EBE-406C-F1FB104C43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20:notes">
            <a:extLst>
              <a:ext uri="{FF2B5EF4-FFF2-40B4-BE49-F238E27FC236}">
                <a16:creationId xmlns:a16="http://schemas.microsoft.com/office/drawing/2014/main" id="{7C064220-242D-F61C-EFCE-7765DB193E8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42" name="Google Shape;242;p20:notes">
            <a:extLst>
              <a:ext uri="{FF2B5EF4-FFF2-40B4-BE49-F238E27FC236}">
                <a16:creationId xmlns:a16="http://schemas.microsoft.com/office/drawing/2014/main" id="{0D9B0E5A-A95D-44F6-8752-D184F90BE3A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sz="1100" dirty="0">
                <a:solidFill>
                  <a:schemeClr val="bg1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Rain, </a:t>
            </a:r>
            <a:r>
              <a:rPr lang="en-US" sz="1100" dirty="0" err="1">
                <a:solidFill>
                  <a:schemeClr val="bg1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ETc</a:t>
            </a:r>
            <a:r>
              <a:rPr lang="en-US" sz="1100" dirty="0">
                <a:solidFill>
                  <a:schemeClr val="bg1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Radiation, h2, h7, g </a:t>
            </a:r>
          </a:p>
          <a:p>
            <a:r>
              <a:rPr lang="en-US" dirty="0"/>
              <a:t>general objective (explaining necessary info of model and framing work as stress avoidance control under constraint)</a:t>
            </a:r>
          </a:p>
          <a:p>
            <a:pPr algn="ctr">
              <a:lnSpc>
                <a:spcPct val="150000"/>
              </a:lnSpc>
            </a:pPr>
            <a:endParaRPr lang="en-US" dirty="0">
              <a:solidFill>
                <a:schemeClr val="bg1">
                  <a:lumMod val="60000"/>
                  <a:lumOff val="4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67156699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0">
          <a:extLst>
            <a:ext uri="{FF2B5EF4-FFF2-40B4-BE49-F238E27FC236}">
              <a16:creationId xmlns:a16="http://schemas.microsoft.com/office/drawing/2014/main" id="{7A3E6FFB-6478-2069-9DB2-FAE0EF05B1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20:notes">
            <a:extLst>
              <a:ext uri="{FF2B5EF4-FFF2-40B4-BE49-F238E27FC236}">
                <a16:creationId xmlns:a16="http://schemas.microsoft.com/office/drawing/2014/main" id="{C2358D1A-1C52-4AAB-F54C-2DA46D6E226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42" name="Google Shape;242;p20:notes">
            <a:extLst>
              <a:ext uri="{FF2B5EF4-FFF2-40B4-BE49-F238E27FC236}">
                <a16:creationId xmlns:a16="http://schemas.microsoft.com/office/drawing/2014/main" id="{9DCC36A8-A8DD-2D51-209B-4B5FE38ADAE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en-US" dirty="0"/>
              <a:t>system model (full description of my agent-based math model with special attention to key info)</a:t>
            </a:r>
          </a:p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94024928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0">
          <a:extLst>
            <a:ext uri="{FF2B5EF4-FFF2-40B4-BE49-F238E27FC236}">
              <a16:creationId xmlns:a16="http://schemas.microsoft.com/office/drawing/2014/main" id="{8C2899B3-762F-4649-2E44-B3BC4C2EFE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20:notes">
            <a:extLst>
              <a:ext uri="{FF2B5EF4-FFF2-40B4-BE49-F238E27FC236}">
                <a16:creationId xmlns:a16="http://schemas.microsoft.com/office/drawing/2014/main" id="{57E5CB9B-BA1B-4A4C-BD72-82AED7D0863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42" name="Google Shape;242;p20:notes">
            <a:extLst>
              <a:ext uri="{FF2B5EF4-FFF2-40B4-BE49-F238E27FC236}">
                <a16:creationId xmlns:a16="http://schemas.microsoft.com/office/drawing/2014/main" id="{CD881B9A-6691-7710-1D27-9F81E3BD810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9344956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1">
          <a:extLst>
            <a:ext uri="{FF2B5EF4-FFF2-40B4-BE49-F238E27FC236}">
              <a16:creationId xmlns:a16="http://schemas.microsoft.com/office/drawing/2014/main" id="{B7DB28FB-D36B-1F63-9036-1620CB34B6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1:notes">
            <a:extLst>
              <a:ext uri="{FF2B5EF4-FFF2-40B4-BE49-F238E27FC236}">
                <a16:creationId xmlns:a16="http://schemas.microsoft.com/office/drawing/2014/main" id="{86463E5D-BB2F-ADFD-F642-4E1494DC1AC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/>
              <a:t>controller overview (brief overview of all controllers designed)</a:t>
            </a:r>
          </a:p>
          <a:p>
            <a:r>
              <a:rPr lang="en-US" dirty="0"/>
              <a:t>reactive controllers (fixed schedule + reactive controller recently designed and now existing in repo)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  <p:sp>
        <p:nvSpPr>
          <p:cNvPr id="223" name="Google Shape;223;p11:notes">
            <a:extLst>
              <a:ext uri="{FF2B5EF4-FFF2-40B4-BE49-F238E27FC236}">
                <a16:creationId xmlns:a16="http://schemas.microsoft.com/office/drawing/2014/main" id="{40F714BD-3032-F454-0D67-8B115FB1832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44958266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1">
          <a:extLst>
            <a:ext uri="{FF2B5EF4-FFF2-40B4-BE49-F238E27FC236}">
              <a16:creationId xmlns:a16="http://schemas.microsoft.com/office/drawing/2014/main" id="{DC2E59E6-10C7-EC9F-70C9-CAEB6BB7D3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1:notes">
            <a:extLst>
              <a:ext uri="{FF2B5EF4-FFF2-40B4-BE49-F238E27FC236}">
                <a16:creationId xmlns:a16="http://schemas.microsoft.com/office/drawing/2014/main" id="{ECCD7350-BDE5-6EDC-C915-CBA08C2D619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/>
              <a:t>controller overview (brief overview of all controllers designed)</a:t>
            </a:r>
          </a:p>
          <a:p>
            <a:r>
              <a:rPr lang="en-US" dirty="0"/>
              <a:t>reactive controllers (fixed schedule + reactive controller recently designed and now existing in repo)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  <p:sp>
        <p:nvSpPr>
          <p:cNvPr id="223" name="Google Shape;223;p11:notes">
            <a:extLst>
              <a:ext uri="{FF2B5EF4-FFF2-40B4-BE49-F238E27FC236}">
                <a16:creationId xmlns:a16="http://schemas.microsoft.com/office/drawing/2014/main" id="{1CF197DB-921B-4B96-9E85-F7A8F8A2CB8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01742423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1">
          <a:extLst>
            <a:ext uri="{FF2B5EF4-FFF2-40B4-BE49-F238E27FC236}">
              <a16:creationId xmlns:a16="http://schemas.microsoft.com/office/drawing/2014/main" id="{A9541A6D-FF09-F9A7-8728-5131BFE238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1:notes">
            <a:extLst>
              <a:ext uri="{FF2B5EF4-FFF2-40B4-BE49-F238E27FC236}">
                <a16:creationId xmlns:a16="http://schemas.microsoft.com/office/drawing/2014/main" id="{931770B7-D591-ED5C-CEF5-E2E9FC2E4B9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/>
              <a:t>controller overview (brief overview of all controllers designed)</a:t>
            </a:r>
          </a:p>
          <a:p>
            <a:r>
              <a:rPr lang="en-US" dirty="0"/>
              <a:t>reactive controllers (fixed schedule + reactive controller recently designed and now existing in repo)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  <p:sp>
        <p:nvSpPr>
          <p:cNvPr id="223" name="Google Shape;223;p11:notes">
            <a:extLst>
              <a:ext uri="{FF2B5EF4-FFF2-40B4-BE49-F238E27FC236}">
                <a16:creationId xmlns:a16="http://schemas.microsoft.com/office/drawing/2014/main" id="{44193F85-EDEB-107D-77E1-EF3A872EBC5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5645776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1">
          <a:extLst>
            <a:ext uri="{FF2B5EF4-FFF2-40B4-BE49-F238E27FC236}">
              <a16:creationId xmlns:a16="http://schemas.microsoft.com/office/drawing/2014/main" id="{92C91CFB-9111-E835-6232-685F31A245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1:notes">
            <a:extLst>
              <a:ext uri="{FF2B5EF4-FFF2-40B4-BE49-F238E27FC236}">
                <a16:creationId xmlns:a16="http://schemas.microsoft.com/office/drawing/2014/main" id="{B22FBD9B-ADBE-F312-5486-CA0AEB97634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/>
              <a:t>(+ weights sweep, horizon analysis)</a:t>
            </a:r>
          </a:p>
        </p:txBody>
      </p:sp>
      <p:sp>
        <p:nvSpPr>
          <p:cNvPr id="223" name="Google Shape;223;p11:notes">
            <a:extLst>
              <a:ext uri="{FF2B5EF4-FFF2-40B4-BE49-F238E27FC236}">
                <a16:creationId xmlns:a16="http://schemas.microsoft.com/office/drawing/2014/main" id="{51A4AAD5-4857-8A56-D564-78BDB16BD5C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18323125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en-US" dirty="0"/>
              <a:t>RL problem statement: cost function + network structure (for training and execution) 1. sac 2. td3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  <p:sp>
        <p:nvSpPr>
          <p:cNvPr id="230" name="Google Shape;230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8">
          <a:extLst>
            <a:ext uri="{FF2B5EF4-FFF2-40B4-BE49-F238E27FC236}">
              <a16:creationId xmlns:a16="http://schemas.microsoft.com/office/drawing/2014/main" id="{E729EDF4-6A9C-9FBC-B2C2-D2BC5BFBDA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12:notes">
            <a:extLst>
              <a:ext uri="{FF2B5EF4-FFF2-40B4-BE49-F238E27FC236}">
                <a16:creationId xmlns:a16="http://schemas.microsoft.com/office/drawing/2014/main" id="{2CA44349-B4FA-0E29-7F96-053860626F1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30" name="Google Shape;230;p12:notes">
            <a:extLst>
              <a:ext uri="{FF2B5EF4-FFF2-40B4-BE49-F238E27FC236}">
                <a16:creationId xmlns:a16="http://schemas.microsoft.com/office/drawing/2014/main" id="{E65B31E3-16EB-7C85-5578-0F76496A2BF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80822447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8">
          <a:extLst>
            <a:ext uri="{FF2B5EF4-FFF2-40B4-BE49-F238E27FC236}">
              <a16:creationId xmlns:a16="http://schemas.microsoft.com/office/drawing/2014/main" id="{C0DF6F5A-7F39-4B02-4497-7C3F58C4DB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12:notes">
            <a:extLst>
              <a:ext uri="{FF2B5EF4-FFF2-40B4-BE49-F238E27FC236}">
                <a16:creationId xmlns:a16="http://schemas.microsoft.com/office/drawing/2014/main" id="{8D6F97EA-79B1-BC08-49CD-DE3687A16EC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30" name="Google Shape;230;p12:notes">
            <a:extLst>
              <a:ext uri="{FF2B5EF4-FFF2-40B4-BE49-F238E27FC236}">
                <a16:creationId xmlns:a16="http://schemas.microsoft.com/office/drawing/2014/main" id="{CF4851A5-18A6-A4E5-9BE0-B5052EE8732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63000891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36" name="Google Shape;236;p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en-US" dirty="0"/>
              <a:t>results (maybe more than one slide): yield, water used, number of drought and waterlog days, soil moisture level plots, latency, mean delta u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4">
          <a:extLst>
            <a:ext uri="{FF2B5EF4-FFF2-40B4-BE49-F238E27FC236}">
              <a16:creationId xmlns:a16="http://schemas.microsoft.com/office/drawing/2014/main" id="{2C271471-65B3-5337-ED97-412E804F2D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18:notes">
            <a:extLst>
              <a:ext uri="{FF2B5EF4-FFF2-40B4-BE49-F238E27FC236}">
                <a16:creationId xmlns:a16="http://schemas.microsoft.com/office/drawing/2014/main" id="{62CD60F3-5B65-6DB3-4D42-1086A7FB6B4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36" name="Google Shape;236;p18:notes">
            <a:extLst>
              <a:ext uri="{FF2B5EF4-FFF2-40B4-BE49-F238E27FC236}">
                <a16:creationId xmlns:a16="http://schemas.microsoft.com/office/drawing/2014/main" id="{9FF27625-4D07-FE71-3F7B-6E080D1B5C0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948132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4">
          <a:extLst>
            <a:ext uri="{FF2B5EF4-FFF2-40B4-BE49-F238E27FC236}">
              <a16:creationId xmlns:a16="http://schemas.microsoft.com/office/drawing/2014/main" id="{B6971931-2525-967E-25A0-5F5B0B5734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18:notes">
            <a:extLst>
              <a:ext uri="{FF2B5EF4-FFF2-40B4-BE49-F238E27FC236}">
                <a16:creationId xmlns:a16="http://schemas.microsoft.com/office/drawing/2014/main" id="{0F976EC5-A2D4-5952-FA1D-F3BC8135C04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36" name="Google Shape;236;p18:notes">
            <a:extLst>
              <a:ext uri="{FF2B5EF4-FFF2-40B4-BE49-F238E27FC236}">
                <a16:creationId xmlns:a16="http://schemas.microsoft.com/office/drawing/2014/main" id="{21448B85-EF26-E846-E8CE-8A6B66F73FB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7689212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4">
          <a:extLst>
            <a:ext uri="{FF2B5EF4-FFF2-40B4-BE49-F238E27FC236}">
              <a16:creationId xmlns:a16="http://schemas.microsoft.com/office/drawing/2014/main" id="{8995C441-9BCB-4DE9-3578-37B698BFD5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18:notes">
            <a:extLst>
              <a:ext uri="{FF2B5EF4-FFF2-40B4-BE49-F238E27FC236}">
                <a16:creationId xmlns:a16="http://schemas.microsoft.com/office/drawing/2014/main" id="{15512D3B-60BA-8C85-5616-6F9A38E282F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36" name="Google Shape;236;p18:notes">
            <a:extLst>
              <a:ext uri="{FF2B5EF4-FFF2-40B4-BE49-F238E27FC236}">
                <a16:creationId xmlns:a16="http://schemas.microsoft.com/office/drawing/2014/main" id="{2FA34BBE-910C-E85C-C1A8-9A9103B1E88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8614033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49" name="Google Shape;249;p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7">
          <a:extLst>
            <a:ext uri="{FF2B5EF4-FFF2-40B4-BE49-F238E27FC236}">
              <a16:creationId xmlns:a16="http://schemas.microsoft.com/office/drawing/2014/main" id="{9C0CCEB0-0A2D-A8E0-0CD1-07BB7AAD6B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24:notes">
            <a:extLst>
              <a:ext uri="{FF2B5EF4-FFF2-40B4-BE49-F238E27FC236}">
                <a16:creationId xmlns:a16="http://schemas.microsoft.com/office/drawing/2014/main" id="{C2674753-2E0A-1F54-41D0-EF2894EB481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49" name="Google Shape;249;p24:notes">
            <a:extLst>
              <a:ext uri="{FF2B5EF4-FFF2-40B4-BE49-F238E27FC236}">
                <a16:creationId xmlns:a16="http://schemas.microsoft.com/office/drawing/2014/main" id="{D2B307A5-1B94-B575-181A-0AA2E95E5DA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81582784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49" name="Google Shape;249;p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56" name="Google Shape;256;p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2">
  <p:cSld name="CUSTOM_3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6"/>
          <p:cNvSpPr txBox="1">
            <a:spLocks noGrp="1"/>
          </p:cNvSpPr>
          <p:nvPr>
            <p:ph type="title"/>
          </p:nvPr>
        </p:nvSpPr>
        <p:spPr>
          <a:xfrm>
            <a:off x="548175" y="340559"/>
            <a:ext cx="8229600" cy="6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15" name="Google Shape;15;p3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258" y="-3"/>
            <a:ext cx="9141742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_Пользовательский макет 1">
  <p:cSld name="6_Пользовательский макет_1">
    <p:bg>
      <p:bgPr>
        <a:solidFill>
          <a:srgbClr val="FFFFFF"/>
        </a:solidFill>
        <a:effectLst/>
      </p:bgPr>
    </p:bg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37"/>
          <p:cNvSpPr txBox="1">
            <a:spLocks noGrp="1"/>
          </p:cNvSpPr>
          <p:nvPr>
            <p:ph type="title"/>
          </p:nvPr>
        </p:nvSpPr>
        <p:spPr>
          <a:xfrm>
            <a:off x="457200" y="306435"/>
            <a:ext cx="6824400" cy="52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Arial"/>
              <a:buNone/>
              <a:defRPr sz="3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37"/>
          <p:cNvSpPr txBox="1">
            <a:spLocks noGrp="1"/>
          </p:cNvSpPr>
          <p:nvPr>
            <p:ph type="body" idx="1"/>
          </p:nvPr>
        </p:nvSpPr>
        <p:spPr>
          <a:xfrm>
            <a:off x="457199" y="1040162"/>
            <a:ext cx="8389200" cy="37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2pPr>
            <a:lvl3pPr marL="1371600" lvl="2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/>
            </a:lvl3pPr>
            <a:lvl4pPr marL="1828800" lvl="3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/>
            </a:lvl4pPr>
            <a:lvl5pPr marL="2286000" lvl="4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pic>
        <p:nvPicPr>
          <p:cNvPr id="19" name="Google Shape;19;p37"/>
          <p:cNvPicPr preferRelativeResize="0"/>
          <p:nvPr/>
        </p:nvPicPr>
        <p:blipFill rotWithShape="1">
          <a:blip r:embed="rId2">
            <a:alphaModFix amt="89000"/>
          </a:blip>
          <a:srcRect/>
          <a:stretch/>
        </p:blipFill>
        <p:spPr>
          <a:xfrm>
            <a:off x="0" y="-16759"/>
            <a:ext cx="9144000" cy="51770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1 2 1">
  <p:cSld name="CUSTOM_2_1">
    <p:bg>
      <p:bgPr>
        <a:noFill/>
        <a:effectLst/>
      </p:bgPr>
    </p:bg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21;p38"/>
          <p:cNvPicPr preferRelativeResize="0"/>
          <p:nvPr/>
        </p:nvPicPr>
        <p:blipFill rotWithShape="1">
          <a:blip r:embed="rId2">
            <a:alphaModFix amt="78000"/>
          </a:blip>
          <a:srcRect/>
          <a:stretch/>
        </p:blipFill>
        <p:spPr>
          <a:xfrm>
            <a:off x="0" y="-5700"/>
            <a:ext cx="9143999" cy="5154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1 2 2">
  <p:cSld name="CUSTOM_2_2">
    <p:bg>
      <p:bgPr>
        <a:solidFill>
          <a:srgbClr val="FFFFFF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Google Shape;23;p39"/>
          <p:cNvPicPr preferRelativeResize="0"/>
          <p:nvPr/>
        </p:nvPicPr>
        <p:blipFill rotWithShape="1">
          <a:blip r:embed="rId2">
            <a:alphaModFix amt="41000"/>
          </a:blip>
          <a:srcRect/>
          <a:stretch/>
        </p:blipFill>
        <p:spPr>
          <a:xfrm>
            <a:off x="-20400" y="12"/>
            <a:ext cx="9184800" cy="51434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_Пользовательский макет">
  <p:cSld name="6_Пользовательский макет">
    <p:bg>
      <p:bgPr>
        <a:solidFill>
          <a:srgbClr val="FFFFFF"/>
        </a:solidFill>
        <a:effectLst/>
      </p:bgPr>
    </p:bg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41"/>
          <p:cNvSpPr txBox="1">
            <a:spLocks noGrp="1"/>
          </p:cNvSpPr>
          <p:nvPr>
            <p:ph type="title"/>
          </p:nvPr>
        </p:nvSpPr>
        <p:spPr>
          <a:xfrm>
            <a:off x="457200" y="306435"/>
            <a:ext cx="6824382" cy="5272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Arial"/>
              <a:buNone/>
              <a:defRPr sz="3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1"/>
          <p:cNvSpPr txBox="1">
            <a:spLocks noGrp="1"/>
          </p:cNvSpPr>
          <p:nvPr>
            <p:ph type="body" idx="1"/>
          </p:nvPr>
        </p:nvSpPr>
        <p:spPr>
          <a:xfrm>
            <a:off x="457199" y="1040162"/>
            <a:ext cx="8389257" cy="37350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2pPr>
            <a:lvl3pPr marL="1371600" lvl="2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/>
            </a:lvl3pPr>
            <a:lvl4pPr marL="1828800" lvl="3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/>
            </a:lvl4pPr>
            <a:lvl5pPr marL="2286000" lvl="4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pic>
        <p:nvPicPr>
          <p:cNvPr id="27" name="Google Shape;27;p41"/>
          <p:cNvPicPr preferRelativeResize="0"/>
          <p:nvPr/>
        </p:nvPicPr>
        <p:blipFill rotWithShape="1">
          <a:blip r:embed="rId2">
            <a:alphaModFix amt="66000"/>
          </a:blip>
          <a:srcRect/>
          <a:stretch/>
        </p:blipFill>
        <p:spPr>
          <a:xfrm>
            <a:off x="0" y="-16772"/>
            <a:ext cx="9144000" cy="51770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kfql">
  <p:cSld name="Ckfql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42"/>
          <p:cNvSpPr txBox="1">
            <a:spLocks noGrp="1"/>
          </p:cNvSpPr>
          <p:nvPr>
            <p:ph type="title"/>
          </p:nvPr>
        </p:nvSpPr>
        <p:spPr>
          <a:xfrm>
            <a:off x="457200" y="306435"/>
            <a:ext cx="6824382" cy="5272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_page 1">
  <p:cSld name="8_Пользовательский макет_1">
    <p:bg>
      <p:bgPr>
        <a:noFill/>
        <a:effectLst/>
      </p:bgPr>
    </p:bg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Google Shape;31;p44"/>
          <p:cNvGrpSpPr/>
          <p:nvPr/>
        </p:nvGrpSpPr>
        <p:grpSpPr>
          <a:xfrm>
            <a:off x="0" y="0"/>
            <a:ext cx="9144000" cy="5143705"/>
            <a:chOff x="0" y="0"/>
            <a:chExt cx="9144000" cy="4180175"/>
          </a:xfrm>
        </p:grpSpPr>
        <p:pic>
          <p:nvPicPr>
            <p:cNvPr id="32" name="Google Shape;32;p44"/>
            <p:cNvPicPr preferRelativeResize="0"/>
            <p:nvPr/>
          </p:nvPicPr>
          <p:blipFill rotWithShape="1">
            <a:blip r:embed="rId2">
              <a:alphaModFix/>
            </a:blip>
            <a:srcRect l="49367"/>
            <a:stretch/>
          </p:blipFill>
          <p:spPr>
            <a:xfrm>
              <a:off x="4514100" y="0"/>
              <a:ext cx="4629900" cy="22860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3" name="Google Shape;33;p44"/>
            <p:cNvPicPr preferRelativeResize="0"/>
            <p:nvPr/>
          </p:nvPicPr>
          <p:blipFill rotWithShape="1">
            <a:blip r:embed="rId2">
              <a:alphaModFix/>
            </a:blip>
            <a:srcRect l="49859"/>
            <a:stretch/>
          </p:blipFill>
          <p:spPr>
            <a:xfrm rot="10800000" flipH="1">
              <a:off x="4559225" y="1894175"/>
              <a:ext cx="4584775" cy="22860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4" name="Google Shape;34;p44"/>
            <p:cNvPicPr preferRelativeResize="0"/>
            <p:nvPr/>
          </p:nvPicPr>
          <p:blipFill rotWithShape="1">
            <a:blip r:embed="rId2">
              <a:alphaModFix/>
            </a:blip>
            <a:srcRect l="50000"/>
            <a:stretch/>
          </p:blipFill>
          <p:spPr>
            <a:xfrm flipH="1">
              <a:off x="0" y="0"/>
              <a:ext cx="4572000" cy="22860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5" name="Google Shape;35;p44"/>
            <p:cNvPicPr preferRelativeResize="0"/>
            <p:nvPr/>
          </p:nvPicPr>
          <p:blipFill rotWithShape="1">
            <a:blip r:embed="rId2">
              <a:alphaModFix/>
            </a:blip>
            <a:srcRect l="50017"/>
            <a:stretch/>
          </p:blipFill>
          <p:spPr>
            <a:xfrm rot="10800000">
              <a:off x="0" y="1894175"/>
              <a:ext cx="4570500" cy="228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Custom Layout">
  <p:cSld name="3_Custom Layout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40"/>
          <p:cNvSpPr txBox="1">
            <a:spLocks noGrp="1"/>
          </p:cNvSpPr>
          <p:nvPr>
            <p:ph type="title"/>
          </p:nvPr>
        </p:nvSpPr>
        <p:spPr>
          <a:xfrm>
            <a:off x="457200" y="306435"/>
            <a:ext cx="6824382" cy="5272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Arial"/>
              <a:buNone/>
              <a:defRPr sz="3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2 1">
  <p:cSld name="CUSTOM_3_1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43"/>
          <p:cNvSpPr txBox="1">
            <a:spLocks noGrp="1"/>
          </p:cNvSpPr>
          <p:nvPr>
            <p:ph type="title"/>
          </p:nvPr>
        </p:nvSpPr>
        <p:spPr>
          <a:xfrm>
            <a:off x="548175" y="340559"/>
            <a:ext cx="8229600" cy="6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40" name="Google Shape;40;p4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258" y="-3"/>
            <a:ext cx="9141742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_Пользовательский макет">
  <p:cSld name="5_Пользовательский макет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45"/>
          <p:cNvSpPr>
            <a:spLocks noGrp="1"/>
          </p:cNvSpPr>
          <p:nvPr>
            <p:ph type="pic" idx="2"/>
          </p:nvPr>
        </p:nvSpPr>
        <p:spPr>
          <a:xfrm>
            <a:off x="457200" y="936852"/>
            <a:ext cx="4608513" cy="3842155"/>
          </a:xfrm>
          <a:prstGeom prst="roundRect">
            <a:avLst>
              <a:gd name="adj" fmla="val 7617"/>
            </a:avLst>
          </a:prstGeom>
          <a:noFill/>
          <a:ln>
            <a:noFill/>
          </a:ln>
        </p:spPr>
      </p:sp>
      <p:sp>
        <p:nvSpPr>
          <p:cNvPr id="43" name="Google Shape;43;p45"/>
          <p:cNvSpPr txBox="1">
            <a:spLocks noGrp="1"/>
          </p:cNvSpPr>
          <p:nvPr>
            <p:ph type="title"/>
          </p:nvPr>
        </p:nvSpPr>
        <p:spPr>
          <a:xfrm>
            <a:off x="457200" y="306435"/>
            <a:ext cx="6824382" cy="5272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Arial"/>
              <a:buNone/>
              <a:defRPr sz="3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Custom Layout">
  <p:cSld name="1_Custom Layout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46"/>
          <p:cNvSpPr txBox="1">
            <a:spLocks noGrp="1"/>
          </p:cNvSpPr>
          <p:nvPr>
            <p:ph type="title"/>
          </p:nvPr>
        </p:nvSpPr>
        <p:spPr>
          <a:xfrm>
            <a:off x="457200" y="306435"/>
            <a:ext cx="6824382" cy="5272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Arial"/>
              <a:buNone/>
              <a:defRPr sz="3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kfql 1">
  <p:cSld name="Ckfql_1">
    <p:bg>
      <p:bgPr>
        <a:solidFill>
          <a:schemeClr val="accent1"/>
        </a:solidFill>
        <a:effectLst/>
      </p:bgPr>
    </p:bg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Google Shape;47;p47"/>
          <p:cNvPicPr preferRelativeResize="0"/>
          <p:nvPr/>
        </p:nvPicPr>
        <p:blipFill rotWithShape="1">
          <a:blip r:embed="rId2">
            <a:alphaModFix amt="65000"/>
          </a:blip>
          <a:srcRect l="1096" t="1613"/>
          <a:stretch/>
        </p:blipFill>
        <p:spPr>
          <a:xfrm>
            <a:off x="-45725" y="-11425"/>
            <a:ext cx="9235439" cy="51663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_Custom Layout">
  <p:cSld name="5_Custom Layout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48"/>
          <p:cNvSpPr>
            <a:spLocks noGrp="1"/>
          </p:cNvSpPr>
          <p:nvPr>
            <p:ph type="pic" idx="2"/>
          </p:nvPr>
        </p:nvSpPr>
        <p:spPr>
          <a:xfrm>
            <a:off x="457200" y="936852"/>
            <a:ext cx="4608513" cy="3842155"/>
          </a:xfrm>
          <a:prstGeom prst="roundRect">
            <a:avLst>
              <a:gd name="adj" fmla="val 7784"/>
            </a:avLst>
          </a:prstGeom>
          <a:noFill/>
          <a:ln>
            <a:noFill/>
          </a:ln>
        </p:spPr>
      </p:sp>
      <p:sp>
        <p:nvSpPr>
          <p:cNvPr id="50" name="Google Shape;50;p48"/>
          <p:cNvSpPr txBox="1">
            <a:spLocks noGrp="1"/>
          </p:cNvSpPr>
          <p:nvPr>
            <p:ph type="title"/>
          </p:nvPr>
        </p:nvSpPr>
        <p:spPr>
          <a:xfrm>
            <a:off x="457200" y="306435"/>
            <a:ext cx="6291943" cy="5272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_Custom Layout">
  <p:cSld name="4_Custom Layout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49"/>
          <p:cNvSpPr txBox="1">
            <a:spLocks noGrp="1"/>
          </p:cNvSpPr>
          <p:nvPr>
            <p:ph type="body" idx="1"/>
          </p:nvPr>
        </p:nvSpPr>
        <p:spPr>
          <a:xfrm>
            <a:off x="457201" y="2933902"/>
            <a:ext cx="2589213" cy="2690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 i="0"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3" name="Google Shape;53;p49"/>
          <p:cNvSpPr txBox="1">
            <a:spLocks noGrp="1"/>
          </p:cNvSpPr>
          <p:nvPr>
            <p:ph type="body" idx="2"/>
          </p:nvPr>
        </p:nvSpPr>
        <p:spPr>
          <a:xfrm>
            <a:off x="3209454" y="2933902"/>
            <a:ext cx="2589213" cy="2690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 i="0"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4" name="Google Shape;54;p49"/>
          <p:cNvSpPr txBox="1">
            <a:spLocks noGrp="1"/>
          </p:cNvSpPr>
          <p:nvPr>
            <p:ph type="body" idx="3"/>
          </p:nvPr>
        </p:nvSpPr>
        <p:spPr>
          <a:xfrm>
            <a:off x="5969804" y="2933902"/>
            <a:ext cx="2589213" cy="2690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 i="0"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5" name="Google Shape;55;p49"/>
          <p:cNvSpPr txBox="1">
            <a:spLocks noGrp="1"/>
          </p:cNvSpPr>
          <p:nvPr>
            <p:ph type="body" idx="4"/>
          </p:nvPr>
        </p:nvSpPr>
        <p:spPr>
          <a:xfrm>
            <a:off x="457200" y="3287828"/>
            <a:ext cx="2588883" cy="13955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2pPr>
            <a:lvl3pPr marL="1371600" lvl="2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3pPr>
            <a:lvl4pPr marL="1828800" lvl="3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4pPr>
            <a:lvl5pPr marL="2286000" lvl="4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56" name="Google Shape;56;p49"/>
          <p:cNvSpPr txBox="1">
            <a:spLocks noGrp="1"/>
          </p:cNvSpPr>
          <p:nvPr>
            <p:ph type="body" idx="5"/>
          </p:nvPr>
        </p:nvSpPr>
        <p:spPr>
          <a:xfrm>
            <a:off x="3207251" y="3299578"/>
            <a:ext cx="2591416" cy="13955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2pPr>
            <a:lvl3pPr marL="1371600" lvl="2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3pPr>
            <a:lvl4pPr marL="1828800" lvl="3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4pPr>
            <a:lvl5pPr marL="2286000" lvl="4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57" name="Google Shape;57;p49"/>
          <p:cNvSpPr txBox="1">
            <a:spLocks noGrp="1"/>
          </p:cNvSpPr>
          <p:nvPr>
            <p:ph type="title"/>
          </p:nvPr>
        </p:nvSpPr>
        <p:spPr>
          <a:xfrm>
            <a:off x="457200" y="306435"/>
            <a:ext cx="6291943" cy="5272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49"/>
          <p:cNvSpPr txBox="1">
            <a:spLocks noGrp="1"/>
          </p:cNvSpPr>
          <p:nvPr>
            <p:ph type="body" idx="6"/>
          </p:nvPr>
        </p:nvSpPr>
        <p:spPr>
          <a:xfrm>
            <a:off x="5967600" y="3299578"/>
            <a:ext cx="2591416" cy="13955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2pPr>
            <a:lvl3pPr marL="1371600" lvl="2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3pPr>
            <a:lvl4pPr marL="1828800" lvl="3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4pPr>
            <a:lvl5pPr marL="2286000" lvl="4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59" name="Google Shape;59;p49"/>
          <p:cNvSpPr>
            <a:spLocks noGrp="1"/>
          </p:cNvSpPr>
          <p:nvPr>
            <p:ph type="pic" idx="7"/>
          </p:nvPr>
        </p:nvSpPr>
        <p:spPr>
          <a:xfrm>
            <a:off x="469081" y="944463"/>
            <a:ext cx="2577001" cy="1883023"/>
          </a:xfrm>
          <a:prstGeom prst="roundRect">
            <a:avLst>
              <a:gd name="adj" fmla="val 11537"/>
            </a:avLst>
          </a:prstGeom>
          <a:noFill/>
          <a:ln>
            <a:noFill/>
          </a:ln>
        </p:spPr>
      </p:sp>
      <p:sp>
        <p:nvSpPr>
          <p:cNvPr id="60" name="Google Shape;60;p49"/>
          <p:cNvSpPr>
            <a:spLocks noGrp="1"/>
          </p:cNvSpPr>
          <p:nvPr>
            <p:ph type="pic" idx="8"/>
          </p:nvPr>
        </p:nvSpPr>
        <p:spPr>
          <a:xfrm>
            <a:off x="3221666" y="944462"/>
            <a:ext cx="2577001" cy="1883023"/>
          </a:xfrm>
          <a:prstGeom prst="roundRect">
            <a:avLst>
              <a:gd name="adj" fmla="val 12905"/>
            </a:avLst>
          </a:prstGeom>
          <a:noFill/>
          <a:ln>
            <a:noFill/>
          </a:ln>
        </p:spPr>
      </p:sp>
      <p:sp>
        <p:nvSpPr>
          <p:cNvPr id="61" name="Google Shape;61;p49"/>
          <p:cNvSpPr>
            <a:spLocks noGrp="1"/>
          </p:cNvSpPr>
          <p:nvPr>
            <p:ph type="pic" idx="9"/>
          </p:nvPr>
        </p:nvSpPr>
        <p:spPr>
          <a:xfrm>
            <a:off x="5980690" y="944463"/>
            <a:ext cx="2577001" cy="1883023"/>
          </a:xfrm>
          <a:prstGeom prst="roundRect">
            <a:avLst>
              <a:gd name="adj" fmla="val 10512"/>
            </a:avLst>
          </a:prstGeom>
          <a:noFill/>
          <a:ln>
            <a:noFill/>
          </a:ln>
        </p:spPr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50"/>
          <p:cNvSpPr txBox="1">
            <a:spLocks noGrp="1"/>
          </p:cNvSpPr>
          <p:nvPr>
            <p:ph type="title"/>
          </p:nvPr>
        </p:nvSpPr>
        <p:spPr>
          <a:xfrm>
            <a:off x="457200" y="306435"/>
            <a:ext cx="6291943" cy="5272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50"/>
          <p:cNvSpPr txBox="1">
            <a:spLocks noGrp="1"/>
          </p:cNvSpPr>
          <p:nvPr>
            <p:ph type="body" idx="1"/>
          </p:nvPr>
        </p:nvSpPr>
        <p:spPr>
          <a:xfrm>
            <a:off x="457201" y="963397"/>
            <a:ext cx="2532744" cy="18830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/>
            </a:lvl1pPr>
            <a:lvl2pPr marL="914400" lvl="1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marL="1828800" lvl="3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4pPr>
            <a:lvl5pPr marL="2286000" lvl="4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5" name="Google Shape;65;p50"/>
          <p:cNvSpPr>
            <a:spLocks noGrp="1"/>
          </p:cNvSpPr>
          <p:nvPr>
            <p:ph type="pic" idx="2"/>
          </p:nvPr>
        </p:nvSpPr>
        <p:spPr>
          <a:xfrm>
            <a:off x="3095171" y="963397"/>
            <a:ext cx="2532744" cy="1883023"/>
          </a:xfrm>
          <a:prstGeom prst="roundRect">
            <a:avLst>
              <a:gd name="adj" fmla="val 11537"/>
            </a:avLst>
          </a:prstGeom>
          <a:noFill/>
          <a:ln>
            <a:noFill/>
          </a:ln>
        </p:spPr>
      </p:sp>
      <p:sp>
        <p:nvSpPr>
          <p:cNvPr id="66" name="Google Shape;66;p50"/>
          <p:cNvSpPr>
            <a:spLocks noGrp="1"/>
          </p:cNvSpPr>
          <p:nvPr>
            <p:ph type="pic" idx="3"/>
          </p:nvPr>
        </p:nvSpPr>
        <p:spPr>
          <a:xfrm>
            <a:off x="5733141" y="966928"/>
            <a:ext cx="2532744" cy="1883023"/>
          </a:xfrm>
          <a:prstGeom prst="roundRect">
            <a:avLst>
              <a:gd name="adj" fmla="val 11196"/>
            </a:avLst>
          </a:prstGeom>
          <a:noFill/>
          <a:ln>
            <a:noFill/>
          </a:ln>
        </p:spPr>
      </p:sp>
      <p:sp>
        <p:nvSpPr>
          <p:cNvPr id="67" name="Google Shape;67;p50"/>
          <p:cNvSpPr>
            <a:spLocks noGrp="1"/>
          </p:cNvSpPr>
          <p:nvPr>
            <p:ph type="pic" idx="4"/>
          </p:nvPr>
        </p:nvSpPr>
        <p:spPr>
          <a:xfrm>
            <a:off x="5733141" y="2954042"/>
            <a:ext cx="2532744" cy="1883023"/>
          </a:xfrm>
          <a:prstGeom prst="roundRect">
            <a:avLst>
              <a:gd name="adj" fmla="val 8802"/>
            </a:avLst>
          </a:prstGeom>
          <a:noFill/>
          <a:ln>
            <a:noFill/>
          </a:ln>
        </p:spPr>
      </p:sp>
      <p:sp>
        <p:nvSpPr>
          <p:cNvPr id="68" name="Google Shape;68;p50"/>
          <p:cNvSpPr>
            <a:spLocks noGrp="1"/>
          </p:cNvSpPr>
          <p:nvPr>
            <p:ph type="pic" idx="5"/>
          </p:nvPr>
        </p:nvSpPr>
        <p:spPr>
          <a:xfrm>
            <a:off x="3095171" y="2960314"/>
            <a:ext cx="2532744" cy="1883023"/>
          </a:xfrm>
          <a:prstGeom prst="roundRect">
            <a:avLst>
              <a:gd name="adj" fmla="val 8459"/>
            </a:avLst>
          </a:prstGeom>
          <a:noFill/>
          <a:ln>
            <a:noFill/>
          </a:ln>
        </p:spPr>
      </p:sp>
      <p:sp>
        <p:nvSpPr>
          <p:cNvPr id="69" name="Google Shape;69;p50"/>
          <p:cNvSpPr>
            <a:spLocks noGrp="1"/>
          </p:cNvSpPr>
          <p:nvPr>
            <p:ph type="pic" idx="6"/>
          </p:nvPr>
        </p:nvSpPr>
        <p:spPr>
          <a:xfrm>
            <a:off x="457200" y="2960314"/>
            <a:ext cx="2532744" cy="1883023"/>
          </a:xfrm>
          <a:prstGeom prst="roundRect">
            <a:avLst>
              <a:gd name="adj" fmla="val 10169"/>
            </a:avLst>
          </a:prstGeom>
          <a:noFill/>
          <a:ln>
            <a:noFill/>
          </a:ln>
        </p:spPr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0_Custom Layout">
  <p:cSld name="10_Custom Layout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51"/>
          <p:cNvSpPr txBox="1">
            <a:spLocks noGrp="1"/>
          </p:cNvSpPr>
          <p:nvPr>
            <p:ph type="body" idx="1"/>
          </p:nvPr>
        </p:nvSpPr>
        <p:spPr>
          <a:xfrm>
            <a:off x="457201" y="2367645"/>
            <a:ext cx="2589213" cy="2690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 i="0"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2" name="Google Shape;72;p51"/>
          <p:cNvSpPr txBox="1">
            <a:spLocks noGrp="1"/>
          </p:cNvSpPr>
          <p:nvPr>
            <p:ph type="body" idx="2"/>
          </p:nvPr>
        </p:nvSpPr>
        <p:spPr>
          <a:xfrm>
            <a:off x="3275819" y="2367645"/>
            <a:ext cx="2589213" cy="2690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 i="0"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3" name="Google Shape;73;p51"/>
          <p:cNvSpPr txBox="1">
            <a:spLocks noGrp="1"/>
          </p:cNvSpPr>
          <p:nvPr>
            <p:ph type="body" idx="3"/>
          </p:nvPr>
        </p:nvSpPr>
        <p:spPr>
          <a:xfrm>
            <a:off x="6085706" y="2367645"/>
            <a:ext cx="2589213" cy="2690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 i="0"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4" name="Google Shape;74;p51"/>
          <p:cNvSpPr txBox="1">
            <a:spLocks noGrp="1"/>
          </p:cNvSpPr>
          <p:nvPr>
            <p:ph type="title"/>
          </p:nvPr>
        </p:nvSpPr>
        <p:spPr>
          <a:xfrm>
            <a:off x="457200" y="306435"/>
            <a:ext cx="6291943" cy="5272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51"/>
          <p:cNvSpPr>
            <a:spLocks noGrp="1"/>
          </p:cNvSpPr>
          <p:nvPr>
            <p:ph type="pic" idx="4"/>
          </p:nvPr>
        </p:nvSpPr>
        <p:spPr>
          <a:xfrm>
            <a:off x="454050" y="952607"/>
            <a:ext cx="2589213" cy="1304294"/>
          </a:xfrm>
          <a:prstGeom prst="roundRect">
            <a:avLst>
              <a:gd name="adj" fmla="val 9261"/>
            </a:avLst>
          </a:prstGeom>
          <a:noFill/>
          <a:ln>
            <a:noFill/>
          </a:ln>
        </p:spPr>
      </p:sp>
      <p:sp>
        <p:nvSpPr>
          <p:cNvPr id="76" name="Google Shape;76;p51"/>
          <p:cNvSpPr>
            <a:spLocks noGrp="1"/>
          </p:cNvSpPr>
          <p:nvPr>
            <p:ph type="pic" idx="5"/>
          </p:nvPr>
        </p:nvSpPr>
        <p:spPr>
          <a:xfrm>
            <a:off x="3275818" y="952607"/>
            <a:ext cx="2589213" cy="1304294"/>
          </a:xfrm>
          <a:prstGeom prst="roundRect">
            <a:avLst>
              <a:gd name="adj" fmla="val 11730"/>
            </a:avLst>
          </a:prstGeom>
          <a:noFill/>
          <a:ln>
            <a:noFill/>
          </a:ln>
        </p:spPr>
      </p:sp>
      <p:sp>
        <p:nvSpPr>
          <p:cNvPr id="77" name="Google Shape;77;p51"/>
          <p:cNvSpPr>
            <a:spLocks noGrp="1"/>
          </p:cNvSpPr>
          <p:nvPr>
            <p:ph type="pic" idx="6"/>
          </p:nvPr>
        </p:nvSpPr>
        <p:spPr>
          <a:xfrm>
            <a:off x="6089789" y="952607"/>
            <a:ext cx="2589213" cy="1304294"/>
          </a:xfrm>
          <a:prstGeom prst="roundRect">
            <a:avLst>
              <a:gd name="adj" fmla="val 10249"/>
            </a:avLst>
          </a:prstGeom>
          <a:noFill/>
          <a:ln>
            <a:noFill/>
          </a:ln>
        </p:spPr>
      </p:sp>
      <p:sp>
        <p:nvSpPr>
          <p:cNvPr id="78" name="Google Shape;78;p51"/>
          <p:cNvSpPr txBox="1">
            <a:spLocks noGrp="1"/>
          </p:cNvSpPr>
          <p:nvPr>
            <p:ph type="body" idx="7"/>
          </p:nvPr>
        </p:nvSpPr>
        <p:spPr>
          <a:xfrm>
            <a:off x="460352" y="4281396"/>
            <a:ext cx="2589213" cy="2690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 i="0"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9" name="Google Shape;79;p51"/>
          <p:cNvSpPr txBox="1">
            <a:spLocks noGrp="1"/>
          </p:cNvSpPr>
          <p:nvPr>
            <p:ph type="body" idx="8"/>
          </p:nvPr>
        </p:nvSpPr>
        <p:spPr>
          <a:xfrm>
            <a:off x="3278970" y="4281396"/>
            <a:ext cx="2589213" cy="2690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 i="0"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0" name="Google Shape;80;p51"/>
          <p:cNvSpPr txBox="1">
            <a:spLocks noGrp="1"/>
          </p:cNvSpPr>
          <p:nvPr>
            <p:ph type="body" idx="9"/>
          </p:nvPr>
        </p:nvSpPr>
        <p:spPr>
          <a:xfrm>
            <a:off x="6088857" y="4281396"/>
            <a:ext cx="2589213" cy="2690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 i="0"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51"/>
          <p:cNvSpPr>
            <a:spLocks noGrp="1"/>
          </p:cNvSpPr>
          <p:nvPr>
            <p:ph type="pic" idx="13"/>
          </p:nvPr>
        </p:nvSpPr>
        <p:spPr>
          <a:xfrm>
            <a:off x="457201" y="2866358"/>
            <a:ext cx="2589213" cy="1304294"/>
          </a:xfrm>
          <a:prstGeom prst="roundRect">
            <a:avLst>
              <a:gd name="adj" fmla="val 12224"/>
            </a:avLst>
          </a:prstGeom>
          <a:noFill/>
          <a:ln>
            <a:noFill/>
          </a:ln>
        </p:spPr>
      </p:sp>
      <p:sp>
        <p:nvSpPr>
          <p:cNvPr id="82" name="Google Shape;82;p51"/>
          <p:cNvSpPr>
            <a:spLocks noGrp="1"/>
          </p:cNvSpPr>
          <p:nvPr>
            <p:ph type="pic" idx="14"/>
          </p:nvPr>
        </p:nvSpPr>
        <p:spPr>
          <a:xfrm>
            <a:off x="3278969" y="2866358"/>
            <a:ext cx="2589213" cy="1304294"/>
          </a:xfrm>
          <a:prstGeom prst="roundRect">
            <a:avLst>
              <a:gd name="adj" fmla="val 11236"/>
            </a:avLst>
          </a:prstGeom>
          <a:noFill/>
          <a:ln>
            <a:noFill/>
          </a:ln>
        </p:spPr>
      </p:sp>
      <p:sp>
        <p:nvSpPr>
          <p:cNvPr id="83" name="Google Shape;83;p51"/>
          <p:cNvSpPr>
            <a:spLocks noGrp="1"/>
          </p:cNvSpPr>
          <p:nvPr>
            <p:ph type="pic" idx="15"/>
          </p:nvPr>
        </p:nvSpPr>
        <p:spPr>
          <a:xfrm>
            <a:off x="6092940" y="2866358"/>
            <a:ext cx="2589213" cy="1304294"/>
          </a:xfrm>
          <a:prstGeom prst="roundRect">
            <a:avLst>
              <a:gd name="adj" fmla="val 9755"/>
            </a:avLst>
          </a:prstGeom>
          <a:noFill/>
          <a:ln>
            <a:noFill/>
          </a:ln>
        </p:spPr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Финал">
  <p:cSld name="Финал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52"/>
          <p:cNvSpPr txBox="1">
            <a:spLocks noGrp="1"/>
          </p:cNvSpPr>
          <p:nvPr>
            <p:ph type="title"/>
          </p:nvPr>
        </p:nvSpPr>
        <p:spPr>
          <a:xfrm>
            <a:off x="457200" y="306435"/>
            <a:ext cx="6824382" cy="5272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Arial"/>
              <a:buNone/>
              <a:defRPr sz="3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Пользовательский макет">
  <p:cSld name="Пользовательский макет">
    <p:bg>
      <p:bgPr>
        <a:solidFill>
          <a:srgbClr val="FFFFFF"/>
        </a:solidFill>
        <a:effectLst/>
      </p:bgPr>
    </p:bg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53"/>
          <p:cNvSpPr txBox="1">
            <a:spLocks noGrp="1"/>
          </p:cNvSpPr>
          <p:nvPr>
            <p:ph type="body" idx="1"/>
          </p:nvPr>
        </p:nvSpPr>
        <p:spPr>
          <a:xfrm>
            <a:off x="507999" y="1792286"/>
            <a:ext cx="3635830" cy="1573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8" name="Google Shape;88;p53"/>
          <p:cNvSpPr txBox="1">
            <a:spLocks noGrp="1"/>
          </p:cNvSpPr>
          <p:nvPr>
            <p:ph type="body" idx="2"/>
          </p:nvPr>
        </p:nvSpPr>
        <p:spPr>
          <a:xfrm>
            <a:off x="507999" y="1182459"/>
            <a:ext cx="2960913" cy="5950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u="sng">
                <a:latin typeface="Arial"/>
                <a:ea typeface="Arial"/>
                <a:cs typeface="Arial"/>
                <a:sym typeface="Arial"/>
              </a:defRPr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9" name="Google Shape;89;p53"/>
          <p:cNvSpPr txBox="1">
            <a:spLocks noGrp="1"/>
          </p:cNvSpPr>
          <p:nvPr>
            <p:ph type="body" idx="3"/>
          </p:nvPr>
        </p:nvSpPr>
        <p:spPr>
          <a:xfrm>
            <a:off x="5000171" y="3011486"/>
            <a:ext cx="3635830" cy="1573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0" name="Google Shape;90;p53"/>
          <p:cNvSpPr txBox="1">
            <a:spLocks noGrp="1"/>
          </p:cNvSpPr>
          <p:nvPr>
            <p:ph type="body" idx="4"/>
          </p:nvPr>
        </p:nvSpPr>
        <p:spPr>
          <a:xfrm>
            <a:off x="5000171" y="2401659"/>
            <a:ext cx="2960913" cy="5950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u="sng">
                <a:latin typeface="Arial"/>
                <a:ea typeface="Arial"/>
                <a:cs typeface="Arial"/>
                <a:sym typeface="Arial"/>
              </a:defRPr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1" name="Google Shape;91;p53"/>
          <p:cNvSpPr txBox="1">
            <a:spLocks noGrp="1"/>
          </p:cNvSpPr>
          <p:nvPr>
            <p:ph type="title"/>
          </p:nvPr>
        </p:nvSpPr>
        <p:spPr>
          <a:xfrm>
            <a:off x="457200" y="306435"/>
            <a:ext cx="6824382" cy="5272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2 1 2">
  <p:cSld name="CUSTOM_3_1_2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54"/>
          <p:cNvSpPr txBox="1">
            <a:spLocks noGrp="1"/>
          </p:cNvSpPr>
          <p:nvPr>
            <p:ph type="title"/>
          </p:nvPr>
        </p:nvSpPr>
        <p:spPr>
          <a:xfrm>
            <a:off x="548175" y="340559"/>
            <a:ext cx="8229600" cy="6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94" name="Google Shape;94;p54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258" y="-3"/>
            <a:ext cx="9141742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2 1 2 1">
  <p:cSld name="CUSTOM_3_1_2_1"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55"/>
          <p:cNvSpPr txBox="1">
            <a:spLocks noGrp="1"/>
          </p:cNvSpPr>
          <p:nvPr>
            <p:ph type="title"/>
          </p:nvPr>
        </p:nvSpPr>
        <p:spPr>
          <a:xfrm>
            <a:off x="548175" y="340559"/>
            <a:ext cx="8229600" cy="6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97" name="Google Shape;97;p5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258" y="-3"/>
            <a:ext cx="9141742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2 1 2 1 1">
  <p:cSld name="CUSTOM_3_1_2_1_1"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56"/>
          <p:cNvSpPr txBox="1">
            <a:spLocks noGrp="1"/>
          </p:cNvSpPr>
          <p:nvPr>
            <p:ph type="title"/>
          </p:nvPr>
        </p:nvSpPr>
        <p:spPr>
          <a:xfrm>
            <a:off x="548175" y="340559"/>
            <a:ext cx="8229600" cy="6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100" name="Google Shape;100;p5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258" y="-3"/>
            <a:ext cx="9141742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2 1 1">
  <p:cSld name="CUSTOM_3_1_1"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57"/>
          <p:cNvSpPr txBox="1">
            <a:spLocks noGrp="1"/>
          </p:cNvSpPr>
          <p:nvPr>
            <p:ph type="title"/>
          </p:nvPr>
        </p:nvSpPr>
        <p:spPr>
          <a:xfrm>
            <a:off x="548175" y="340559"/>
            <a:ext cx="8229600" cy="6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103" name="Google Shape;103;p5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33" y="-3"/>
            <a:ext cx="9141742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1">
  <p:cSld name="CUSTOM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58"/>
          <p:cNvSpPr txBox="1">
            <a:spLocks noGrp="1"/>
          </p:cNvSpPr>
          <p:nvPr>
            <p:ph type="title"/>
          </p:nvPr>
        </p:nvSpPr>
        <p:spPr>
          <a:xfrm>
            <a:off x="457200" y="238384"/>
            <a:ext cx="8229600" cy="6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None/>
              <a:defRPr>
                <a:solidFill>
                  <a:srgbClr val="000000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1 2">
  <p:cSld name="CUSTOM_2">
    <p:bg>
      <p:bgPr>
        <a:solidFill>
          <a:srgbClr val="FFFFFF"/>
        </a:solidFill>
        <a:effectLst/>
      </p:bgPr>
    </p:bg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" name="Google Shape;107;p59"/>
          <p:cNvPicPr preferRelativeResize="0"/>
          <p:nvPr/>
        </p:nvPicPr>
        <p:blipFill rotWithShape="1">
          <a:blip r:embed="rId2">
            <a:alphaModFix amt="65000"/>
          </a:blip>
          <a:srcRect/>
          <a:stretch/>
        </p:blipFill>
        <p:spPr>
          <a:xfrm>
            <a:off x="-20400" y="13"/>
            <a:ext cx="9184800" cy="51434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1 2 2 1">
  <p:cSld name="CUSTOM_2_2_1">
    <p:bg>
      <p:bgPr>
        <a:solidFill>
          <a:srgbClr val="FFFFFF"/>
        </a:solidFill>
        <a:effectLst/>
      </p:bgPr>
    </p:bg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9" name="Google Shape;109;p60"/>
          <p:cNvPicPr preferRelativeResize="0"/>
          <p:nvPr/>
        </p:nvPicPr>
        <p:blipFill rotWithShape="1">
          <a:blip r:embed="rId2">
            <a:alphaModFix amt="20000"/>
          </a:blip>
          <a:srcRect/>
          <a:stretch/>
        </p:blipFill>
        <p:spPr>
          <a:xfrm>
            <a:off x="-20400" y="12"/>
            <a:ext cx="9184800" cy="51434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1 1">
  <p:cSld name="CUSTOM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61"/>
          <p:cNvSpPr txBox="1">
            <a:spLocks noGrp="1"/>
          </p:cNvSpPr>
          <p:nvPr>
            <p:ph type="title"/>
          </p:nvPr>
        </p:nvSpPr>
        <p:spPr>
          <a:xfrm>
            <a:off x="457200" y="238384"/>
            <a:ext cx="8229600" cy="6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None/>
              <a:defRPr>
                <a:solidFill>
                  <a:srgbClr val="FFFFFF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_Пользовательский макет 1 1">
  <p:cSld name="6_Пользовательский макет_1_1">
    <p:bg>
      <p:bgPr>
        <a:solidFill>
          <a:srgbClr val="FFFFFF"/>
        </a:solidFill>
        <a:effectLst/>
      </p:bgPr>
    </p:bg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62"/>
          <p:cNvSpPr txBox="1">
            <a:spLocks noGrp="1"/>
          </p:cNvSpPr>
          <p:nvPr>
            <p:ph type="title"/>
          </p:nvPr>
        </p:nvSpPr>
        <p:spPr>
          <a:xfrm>
            <a:off x="457200" y="306435"/>
            <a:ext cx="6824400" cy="52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Arial"/>
              <a:buNone/>
              <a:defRPr sz="3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4" name="Google Shape;114;p62"/>
          <p:cNvSpPr txBox="1">
            <a:spLocks noGrp="1"/>
          </p:cNvSpPr>
          <p:nvPr>
            <p:ph type="body" idx="1"/>
          </p:nvPr>
        </p:nvSpPr>
        <p:spPr>
          <a:xfrm>
            <a:off x="457199" y="1040162"/>
            <a:ext cx="8389200" cy="37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2pPr>
            <a:lvl3pPr marL="1371600" lvl="2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/>
            </a:lvl3pPr>
            <a:lvl4pPr marL="1828800" lvl="3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/>
            </a:lvl4pPr>
            <a:lvl5pPr marL="2286000" lvl="4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pic>
        <p:nvPicPr>
          <p:cNvPr id="115" name="Google Shape;115;p62"/>
          <p:cNvPicPr preferRelativeResize="0"/>
          <p:nvPr/>
        </p:nvPicPr>
        <p:blipFill rotWithShape="1">
          <a:blip r:embed="rId2">
            <a:alphaModFix amt="86000"/>
          </a:blip>
          <a:srcRect/>
          <a:stretch/>
        </p:blipFill>
        <p:spPr>
          <a:xfrm>
            <a:off x="0" y="-16759"/>
            <a:ext cx="9144000" cy="51770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Пользовательский макет">
  <p:cSld name="3_Пользовательский макет">
    <p:bg>
      <p:bgPr>
        <a:solidFill>
          <a:srgbClr val="FFFFFF"/>
        </a:solidFill>
        <a:effectLst/>
      </p:bgPr>
    </p:bg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63"/>
          <p:cNvSpPr txBox="1">
            <a:spLocks noGrp="1"/>
          </p:cNvSpPr>
          <p:nvPr>
            <p:ph type="title"/>
          </p:nvPr>
        </p:nvSpPr>
        <p:spPr>
          <a:xfrm>
            <a:off x="457200" y="306435"/>
            <a:ext cx="6824382" cy="5272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Arial"/>
              <a:buNone/>
              <a:defRPr sz="3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8" name="Google Shape;118;p63"/>
          <p:cNvSpPr>
            <a:spLocks noGrp="1"/>
          </p:cNvSpPr>
          <p:nvPr>
            <p:ph type="pic" idx="2"/>
          </p:nvPr>
        </p:nvSpPr>
        <p:spPr>
          <a:xfrm>
            <a:off x="457200" y="936852"/>
            <a:ext cx="4608513" cy="3842155"/>
          </a:xfrm>
          <a:prstGeom prst="roundRect">
            <a:avLst>
              <a:gd name="adj" fmla="val 7952"/>
            </a:avLst>
          </a:prstGeom>
          <a:noFill/>
          <a:ln>
            <a:noFill/>
          </a:ln>
        </p:spPr>
      </p:sp>
      <p:sp>
        <p:nvSpPr>
          <p:cNvPr id="119" name="Google Shape;119;p63"/>
          <p:cNvSpPr txBox="1">
            <a:spLocks noGrp="1"/>
          </p:cNvSpPr>
          <p:nvPr>
            <p:ph type="body" idx="1"/>
          </p:nvPr>
        </p:nvSpPr>
        <p:spPr>
          <a:xfrm>
            <a:off x="5508171" y="1153886"/>
            <a:ext cx="2532743" cy="34253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marL="1828800" lvl="3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4pPr>
            <a:lvl5pPr marL="2286000" lvl="4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_page">
  <p:cSld name="8_Пользовательский макет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_page 2">
  <p:cSld name="8_Пользовательский макет_2"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2" name="Google Shape;122;p65"/>
          <p:cNvGrpSpPr/>
          <p:nvPr/>
        </p:nvGrpSpPr>
        <p:grpSpPr>
          <a:xfrm>
            <a:off x="0" y="0"/>
            <a:ext cx="9144002" cy="5143381"/>
            <a:chOff x="0" y="0"/>
            <a:chExt cx="9144002" cy="4973775"/>
          </a:xfrm>
        </p:grpSpPr>
        <p:pic>
          <p:nvPicPr>
            <p:cNvPr id="123" name="Google Shape;123;p65"/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>
              <a:off x="0" y="0"/>
              <a:ext cx="9144002" cy="36028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24" name="Google Shape;124;p65"/>
            <p:cNvPicPr preferRelativeResize="0"/>
            <p:nvPr/>
          </p:nvPicPr>
          <p:blipFill rotWithShape="1">
            <a:blip r:embed="rId2">
              <a:alphaModFix/>
            </a:blip>
            <a:srcRect b="30790"/>
            <a:stretch/>
          </p:blipFill>
          <p:spPr>
            <a:xfrm rot="10800000" flipH="1">
              <a:off x="0" y="2480350"/>
              <a:ext cx="9144002" cy="2493425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_page 2 1">
  <p:cSld name="8_Пользовательский макет_2_1"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6" name="Google Shape;126;p66"/>
          <p:cNvGrpSpPr/>
          <p:nvPr/>
        </p:nvGrpSpPr>
        <p:grpSpPr>
          <a:xfrm>
            <a:off x="0" y="0"/>
            <a:ext cx="9144002" cy="5143381"/>
            <a:chOff x="0" y="0"/>
            <a:chExt cx="9144002" cy="4973775"/>
          </a:xfrm>
        </p:grpSpPr>
        <p:pic>
          <p:nvPicPr>
            <p:cNvPr id="127" name="Google Shape;127;p66"/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>
              <a:off x="0" y="0"/>
              <a:ext cx="9144002" cy="36028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28" name="Google Shape;128;p66"/>
            <p:cNvPicPr preferRelativeResize="0"/>
            <p:nvPr/>
          </p:nvPicPr>
          <p:blipFill rotWithShape="1">
            <a:blip r:embed="rId2">
              <a:alphaModFix/>
            </a:blip>
            <a:srcRect b="30790"/>
            <a:stretch/>
          </p:blipFill>
          <p:spPr>
            <a:xfrm rot="10800000" flipH="1">
              <a:off x="0" y="2480350"/>
              <a:ext cx="9144002" cy="2493425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3">
  <p:cSld name="CUSTOM_4"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7"/>
          <p:cNvSpPr txBox="1">
            <a:spLocks noGrp="1"/>
          </p:cNvSpPr>
          <p:nvPr>
            <p:ph type="title"/>
          </p:nvPr>
        </p:nvSpPr>
        <p:spPr>
          <a:xfrm>
            <a:off x="457200" y="306434"/>
            <a:ext cx="8229600" cy="6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131" name="Google Shape;131;p6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2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3 2">
  <p:cSld name="CUSTOM_4_2"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68"/>
          <p:cNvSpPr txBox="1">
            <a:spLocks noGrp="1"/>
          </p:cNvSpPr>
          <p:nvPr>
            <p:ph type="title"/>
          </p:nvPr>
        </p:nvSpPr>
        <p:spPr>
          <a:xfrm>
            <a:off x="457200" y="306434"/>
            <a:ext cx="8229600" cy="6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134" name="Google Shape;134;p68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2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3 1">
  <p:cSld name="CUSTOM_4_1"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69"/>
          <p:cNvSpPr txBox="1">
            <a:spLocks noGrp="1"/>
          </p:cNvSpPr>
          <p:nvPr>
            <p:ph type="title"/>
          </p:nvPr>
        </p:nvSpPr>
        <p:spPr>
          <a:xfrm>
            <a:off x="457200" y="306434"/>
            <a:ext cx="8229600" cy="6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137" name="Google Shape;137;p6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2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3 1 1">
  <p:cSld name="CUSTOM_4_1_1"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70"/>
          <p:cNvSpPr txBox="1">
            <a:spLocks noGrp="1"/>
          </p:cNvSpPr>
          <p:nvPr>
            <p:ph type="title"/>
          </p:nvPr>
        </p:nvSpPr>
        <p:spPr>
          <a:xfrm>
            <a:off x="457200" y="306434"/>
            <a:ext cx="8229600" cy="6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140" name="Google Shape;140;p7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2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71"/>
          <p:cNvSpPr txBox="1">
            <a:spLocks noGrp="1"/>
          </p:cNvSpPr>
          <p:nvPr>
            <p:ph type="title"/>
          </p:nvPr>
        </p:nvSpPr>
        <p:spPr>
          <a:xfrm>
            <a:off x="457200" y="306435"/>
            <a:ext cx="6291943" cy="5272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3" name="Google Shape;143;p71"/>
          <p:cNvSpPr txBox="1">
            <a:spLocks noGrp="1"/>
          </p:cNvSpPr>
          <p:nvPr>
            <p:ph type="body" idx="1"/>
          </p:nvPr>
        </p:nvSpPr>
        <p:spPr>
          <a:xfrm>
            <a:off x="3102428" y="943208"/>
            <a:ext cx="5526315" cy="38755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marL="1828800" lvl="3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4pPr>
            <a:lvl5pPr marL="2286000" lvl="4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4" name="Google Shape;144;p71"/>
          <p:cNvSpPr>
            <a:spLocks noGrp="1"/>
          </p:cNvSpPr>
          <p:nvPr>
            <p:ph type="pic" idx="2"/>
          </p:nvPr>
        </p:nvSpPr>
        <p:spPr>
          <a:xfrm>
            <a:off x="457200" y="943208"/>
            <a:ext cx="2532744" cy="1883023"/>
          </a:xfrm>
          <a:prstGeom prst="roundRect">
            <a:avLst>
              <a:gd name="adj" fmla="val 11537"/>
            </a:avLst>
          </a:prstGeom>
          <a:noFill/>
          <a:ln>
            <a:noFill/>
          </a:ln>
        </p:spPr>
      </p:sp>
      <p:sp>
        <p:nvSpPr>
          <p:cNvPr id="145" name="Google Shape;145;p71"/>
          <p:cNvSpPr>
            <a:spLocks noGrp="1"/>
          </p:cNvSpPr>
          <p:nvPr>
            <p:ph type="pic" idx="3"/>
          </p:nvPr>
        </p:nvSpPr>
        <p:spPr>
          <a:xfrm>
            <a:off x="457200" y="2935720"/>
            <a:ext cx="2532744" cy="1883023"/>
          </a:xfrm>
          <a:prstGeom prst="roundRect">
            <a:avLst>
              <a:gd name="adj" fmla="val 11537"/>
            </a:avLst>
          </a:prstGeom>
          <a:noFill/>
          <a:ln>
            <a:noFill/>
          </a:ln>
        </p:spPr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9-blank">
  <p:cSld name="9_Пользовательский макет">
    <p:bg>
      <p:bgPr>
        <a:solidFill>
          <a:srgbClr val="FFFFFF"/>
        </a:solidFill>
        <a:effectLst/>
      </p:bgPr>
    </p:bg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9-blank 1 1">
  <p:cSld name="9_Пользовательский макет_1_1">
    <p:bg>
      <p:bgPr>
        <a:solidFill>
          <a:srgbClr val="FFFFFF"/>
        </a:solidFill>
        <a:effectLst/>
      </p:bgPr>
    </p:bg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7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1" cy="5143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_Custom Layout">
  <p:cSld name="7_Custom Layout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74"/>
          <p:cNvSpPr txBox="1">
            <a:spLocks noGrp="1"/>
          </p:cNvSpPr>
          <p:nvPr>
            <p:ph type="title"/>
          </p:nvPr>
        </p:nvSpPr>
        <p:spPr>
          <a:xfrm>
            <a:off x="457200" y="306435"/>
            <a:ext cx="6291943" cy="5272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1" name="Google Shape;151;p74"/>
          <p:cNvSpPr txBox="1">
            <a:spLocks noGrp="1"/>
          </p:cNvSpPr>
          <p:nvPr>
            <p:ph type="body" idx="1"/>
          </p:nvPr>
        </p:nvSpPr>
        <p:spPr>
          <a:xfrm>
            <a:off x="5733143" y="949330"/>
            <a:ext cx="2895600" cy="38957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/>
            </a:lvl1pPr>
            <a:lvl2pPr marL="914400" lvl="1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marL="1828800" lvl="3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4pPr>
            <a:lvl5pPr marL="2286000" lvl="4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2" name="Google Shape;152;p74"/>
          <p:cNvSpPr>
            <a:spLocks noGrp="1"/>
          </p:cNvSpPr>
          <p:nvPr>
            <p:ph type="pic" idx="2"/>
          </p:nvPr>
        </p:nvSpPr>
        <p:spPr>
          <a:xfrm>
            <a:off x="457200" y="949329"/>
            <a:ext cx="2532744" cy="1883023"/>
          </a:xfrm>
          <a:prstGeom prst="roundRect">
            <a:avLst>
              <a:gd name="adj" fmla="val 11537"/>
            </a:avLst>
          </a:prstGeom>
          <a:noFill/>
          <a:ln>
            <a:noFill/>
          </a:ln>
        </p:spPr>
      </p:sp>
      <p:sp>
        <p:nvSpPr>
          <p:cNvPr id="153" name="Google Shape;153;p74"/>
          <p:cNvSpPr>
            <a:spLocks noGrp="1"/>
          </p:cNvSpPr>
          <p:nvPr>
            <p:ph type="pic" idx="3"/>
          </p:nvPr>
        </p:nvSpPr>
        <p:spPr>
          <a:xfrm>
            <a:off x="3095171" y="949328"/>
            <a:ext cx="2532744" cy="1883023"/>
          </a:xfrm>
          <a:prstGeom prst="roundRect">
            <a:avLst>
              <a:gd name="adj" fmla="val 11879"/>
            </a:avLst>
          </a:prstGeom>
          <a:noFill/>
          <a:ln>
            <a:noFill/>
          </a:ln>
        </p:spPr>
      </p:sp>
      <p:sp>
        <p:nvSpPr>
          <p:cNvPr id="154" name="Google Shape;154;p74"/>
          <p:cNvSpPr>
            <a:spLocks noGrp="1"/>
          </p:cNvSpPr>
          <p:nvPr>
            <p:ph type="pic" idx="4"/>
          </p:nvPr>
        </p:nvSpPr>
        <p:spPr>
          <a:xfrm>
            <a:off x="3095171" y="2962031"/>
            <a:ext cx="2532744" cy="1883023"/>
          </a:xfrm>
          <a:prstGeom prst="roundRect">
            <a:avLst>
              <a:gd name="adj" fmla="val 11537"/>
            </a:avLst>
          </a:prstGeom>
          <a:noFill/>
          <a:ln>
            <a:noFill/>
          </a:ln>
        </p:spPr>
      </p:sp>
      <p:sp>
        <p:nvSpPr>
          <p:cNvPr id="155" name="Google Shape;155;p74"/>
          <p:cNvSpPr>
            <a:spLocks noGrp="1"/>
          </p:cNvSpPr>
          <p:nvPr>
            <p:ph type="pic" idx="5"/>
          </p:nvPr>
        </p:nvSpPr>
        <p:spPr>
          <a:xfrm>
            <a:off x="457199" y="2962031"/>
            <a:ext cx="2532744" cy="1883023"/>
          </a:xfrm>
          <a:prstGeom prst="roundRect">
            <a:avLst>
              <a:gd name="adj" fmla="val 11537"/>
            </a:avLst>
          </a:prstGeom>
          <a:noFill/>
          <a:ln>
            <a:noFill/>
          </a:ln>
        </p:spPr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8A67AB-EB23-4436-8E76-D6813BCCE0E6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107A55-DA88-411F-B888-A479120C59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051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41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34"/>
          <p:cNvSpPr txBox="1">
            <a:spLocks noGrp="1"/>
          </p:cNvSpPr>
          <p:nvPr>
            <p:ph type="title"/>
          </p:nvPr>
        </p:nvSpPr>
        <p:spPr>
          <a:xfrm>
            <a:off x="457200" y="306434"/>
            <a:ext cx="8229600" cy="6204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sz="36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34"/>
          <p:cNvSpPr txBox="1">
            <a:spLocks noGrp="1"/>
          </p:cNvSpPr>
          <p:nvPr>
            <p:ph type="body" idx="1"/>
          </p:nvPr>
        </p:nvSpPr>
        <p:spPr>
          <a:xfrm>
            <a:off x="457200" y="1121912"/>
            <a:ext cx="8229600" cy="2899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30200" algn="l" rtl="0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30200" algn="l" rtl="0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34"/>
          <p:cNvSpPr txBox="1"/>
          <p:nvPr/>
        </p:nvSpPr>
        <p:spPr>
          <a:xfrm>
            <a:off x="-865051" y="4134125"/>
            <a:ext cx="184731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" name="Google Shape;9;p34"/>
          <p:cNvSpPr txBox="1"/>
          <p:nvPr/>
        </p:nvSpPr>
        <p:spPr>
          <a:xfrm>
            <a:off x="-865051" y="4134125"/>
            <a:ext cx="184731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  <p:sldLayoutId id="2147483660" r:id="rId11"/>
    <p:sldLayoutId id="2147483661" r:id="rId12"/>
    <p:sldLayoutId id="2147483662" r:id="rId13"/>
    <p:sldLayoutId id="2147483663" r:id="rId14"/>
    <p:sldLayoutId id="2147483664" r:id="rId15"/>
    <p:sldLayoutId id="2147483665" r:id="rId16"/>
    <p:sldLayoutId id="2147483666" r:id="rId17"/>
    <p:sldLayoutId id="2147483667" r:id="rId18"/>
    <p:sldLayoutId id="2147483668" r:id="rId19"/>
    <p:sldLayoutId id="2147483669" r:id="rId20"/>
    <p:sldLayoutId id="2147483670" r:id="rId21"/>
    <p:sldLayoutId id="2147483671" r:id="rId22"/>
    <p:sldLayoutId id="2147483672" r:id="rId23"/>
    <p:sldLayoutId id="2147483673" r:id="rId24"/>
    <p:sldLayoutId id="2147483674" r:id="rId25"/>
    <p:sldLayoutId id="2147483675" r:id="rId26"/>
    <p:sldLayoutId id="2147483676" r:id="rId27"/>
    <p:sldLayoutId id="2147483677" r:id="rId28"/>
    <p:sldLayoutId id="2147483678" r:id="rId29"/>
    <p:sldLayoutId id="2147483679" r:id="rId30"/>
    <p:sldLayoutId id="2147483680" r:id="rId31"/>
    <p:sldLayoutId id="2147483681" r:id="rId32"/>
    <p:sldLayoutId id="2147483682" r:id="rId33"/>
    <p:sldLayoutId id="2147483683" r:id="rId34"/>
    <p:sldLayoutId id="2147483684" r:id="rId35"/>
    <p:sldLayoutId id="2147483685" r:id="rId36"/>
    <p:sldLayoutId id="2147483686" r:id="rId37"/>
    <p:sldLayoutId id="2147483687" r:id="rId38"/>
    <p:sldLayoutId id="2147483688" r:id="rId39"/>
    <p:sldLayoutId id="2147483689" r:id="rId40"/>
  </p:sldLayoutIdLst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eg"/><Relationship Id="rId1" Type="http://schemas.openxmlformats.org/officeDocument/2006/relationships/slideLayout" Target="../slideLayouts/slideLayout40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3" Type="http://schemas.openxmlformats.org/officeDocument/2006/relationships/image" Target="../media/image33.png"/><Relationship Id="rId7" Type="http://schemas.openxmlformats.org/officeDocument/2006/relationships/image" Target="../media/image3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png"/><Relationship Id="rId3" Type="http://schemas.openxmlformats.org/officeDocument/2006/relationships/image" Target="../media/image50.png"/><Relationship Id="rId7" Type="http://schemas.openxmlformats.org/officeDocument/2006/relationships/image" Target="../media/image5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3.png"/><Relationship Id="rId5" Type="http://schemas.openxmlformats.org/officeDocument/2006/relationships/image" Target="../media/image52.png"/><Relationship Id="rId4" Type="http://schemas.openxmlformats.org/officeDocument/2006/relationships/image" Target="../media/image51.png"/><Relationship Id="rId9" Type="http://schemas.openxmlformats.org/officeDocument/2006/relationships/image" Target="../media/image5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60.png"/><Relationship Id="rId4" Type="http://schemas.openxmlformats.org/officeDocument/2006/relationships/image" Target="../media/image55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3.png"/><Relationship Id="rId3" Type="http://schemas.openxmlformats.org/officeDocument/2006/relationships/image" Target="../media/image61.png"/><Relationship Id="rId7" Type="http://schemas.openxmlformats.org/officeDocument/2006/relationships/image" Target="../media/image6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Relationship Id="rId6" Type="http://schemas.openxmlformats.org/officeDocument/2006/relationships/chart" Target="../charts/chart3.xml"/><Relationship Id="rId5" Type="http://schemas.openxmlformats.org/officeDocument/2006/relationships/chart" Target="../charts/chart2.xml"/><Relationship Id="rId4" Type="http://schemas.openxmlformats.org/officeDocument/2006/relationships/chart" Target="../charts/char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Relationship Id="rId4" Type="http://schemas.microsoft.com/office/2007/relationships/hdphoto" Target="../media/hdphoto1.wdp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Relationship Id="rId4" Type="http://schemas.microsoft.com/office/2007/relationships/hdphoto" Target="../media/hdphoto1.wdp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jp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4" descr="Premium Photo | Optimizing water usage in agricultural practices ...">
            <a:extLst>
              <a:ext uri="{FF2B5EF4-FFF2-40B4-BE49-F238E27FC236}">
                <a16:creationId xmlns:a16="http://schemas.microsoft.com/office/drawing/2014/main" id="{1B96E19F-B08E-D84A-1C1F-B9BA7A396D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144000" cy="51534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04063ACA-CF2A-713D-B7D6-35984CC32C3E}"/>
              </a:ext>
            </a:extLst>
          </p:cNvPr>
          <p:cNvSpPr/>
          <p:nvPr/>
        </p:nvSpPr>
        <p:spPr>
          <a:xfrm>
            <a:off x="0" y="0"/>
            <a:ext cx="9186863" cy="5143500"/>
          </a:xfrm>
          <a:prstGeom prst="rect">
            <a:avLst/>
          </a:prstGeom>
          <a:solidFill>
            <a:schemeClr val="bg2">
              <a:lumMod val="10000"/>
              <a:alpha val="7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50"/>
          </a:p>
        </p:txBody>
      </p:sp>
      <p:sp>
        <p:nvSpPr>
          <p:cNvPr id="5" name="Google Shape;161;p1">
            <a:extLst>
              <a:ext uri="{FF2B5EF4-FFF2-40B4-BE49-F238E27FC236}">
                <a16:creationId xmlns:a16="http://schemas.microsoft.com/office/drawing/2014/main" id="{87C8DA29-BD28-1A50-8F73-2BFD6FA7C4A9}"/>
              </a:ext>
            </a:extLst>
          </p:cNvPr>
          <p:cNvSpPr txBox="1">
            <a:spLocks/>
          </p:cNvSpPr>
          <p:nvPr/>
        </p:nvSpPr>
        <p:spPr>
          <a:xfrm>
            <a:off x="2304123" y="2017767"/>
            <a:ext cx="4535753" cy="1107965"/>
          </a:xfrm>
          <a:prstGeom prst="rect">
            <a:avLst/>
          </a:prstGeom>
          <a:noFill/>
          <a:ln>
            <a:noFill/>
          </a:ln>
          <a:effectLst>
            <a:outerShdw algn="bl" rotWithShape="0">
              <a:srgbClr val="000000">
                <a:alpha val="57254"/>
              </a:srgbClr>
            </a:outerShdw>
          </a:effectLst>
        </p:spPr>
        <p:txBody>
          <a:bodyPr spcFirstLastPara="1" vert="horz" wrap="square" lIns="68569" tIns="34275" rIns="68569" bIns="34275" rtlCol="0" anchor="t" anchorCtr="0">
            <a:sp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  <a:spcBef>
                <a:spcPts val="0"/>
              </a:spcBef>
              <a:buSzPts val="3600"/>
            </a:pPr>
            <a:r>
              <a:rPr lang="en-US" sz="3375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Modern Control Methods in Agricultural Irrigation</a:t>
            </a:r>
          </a:p>
        </p:txBody>
      </p:sp>
      <p:sp>
        <p:nvSpPr>
          <p:cNvPr id="6" name="Google Shape;162;p1">
            <a:extLst>
              <a:ext uri="{FF2B5EF4-FFF2-40B4-BE49-F238E27FC236}">
                <a16:creationId xmlns:a16="http://schemas.microsoft.com/office/drawing/2014/main" id="{88E9525F-8BD7-0E52-C937-7D3B906201BD}"/>
              </a:ext>
            </a:extLst>
          </p:cNvPr>
          <p:cNvSpPr txBox="1">
            <a:spLocks/>
          </p:cNvSpPr>
          <p:nvPr/>
        </p:nvSpPr>
        <p:spPr>
          <a:xfrm>
            <a:off x="2517509" y="3740822"/>
            <a:ext cx="4108980" cy="1328751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8569" tIns="34275" rIns="68569" bIns="34275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5000"/>
              </a:lnSpc>
              <a:spcBef>
                <a:spcPts val="300"/>
              </a:spcBef>
              <a:buClr>
                <a:schemeClr val="dk1"/>
              </a:buClr>
              <a:buSzPts val="358"/>
              <a:buNone/>
            </a:pPr>
            <a:r>
              <a:rPr lang="en-US" sz="1500" b="1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Student: Tara Torbati, gr. R4237c</a:t>
            </a:r>
          </a:p>
          <a:p>
            <a:pPr marL="0" indent="0" algn="ctr">
              <a:lnSpc>
                <a:spcPct val="105000"/>
              </a:lnSpc>
              <a:spcBef>
                <a:spcPts val="300"/>
              </a:spcBef>
              <a:buClr>
                <a:schemeClr val="dk1"/>
              </a:buClr>
              <a:buSzPts val="358"/>
              <a:buNone/>
            </a:pPr>
            <a:r>
              <a:rPr lang="en-US" sz="1500" b="1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Supervisor: Alexey A. </a:t>
            </a:r>
            <a:r>
              <a:rPr lang="en-US" sz="1500" b="1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Peregudin</a:t>
            </a:r>
            <a:endParaRPr lang="en-US" sz="1500" b="1" dirty="0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indent="0">
              <a:lnSpc>
                <a:spcPct val="105000"/>
              </a:lnSpc>
              <a:spcBef>
                <a:spcPts val="300"/>
              </a:spcBef>
              <a:buClr>
                <a:schemeClr val="dk1"/>
              </a:buClr>
              <a:buSzPts val="358"/>
              <a:buNone/>
            </a:pPr>
            <a:endParaRPr lang="en-US" sz="1500" b="1" dirty="0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indent="0" algn="ctr">
              <a:lnSpc>
                <a:spcPct val="105000"/>
              </a:lnSpc>
              <a:spcBef>
                <a:spcPts val="300"/>
              </a:spcBef>
              <a:buClr>
                <a:schemeClr val="dk1"/>
              </a:buClr>
              <a:buSzPts val="358"/>
              <a:buNone/>
            </a:pPr>
            <a:r>
              <a:rPr lang="en-US" sz="1500" b="1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Saint Petersburg 2026</a:t>
            </a:r>
          </a:p>
        </p:txBody>
      </p:sp>
      <p:sp>
        <p:nvSpPr>
          <p:cNvPr id="7" name="Google Shape;163;p1">
            <a:extLst>
              <a:ext uri="{FF2B5EF4-FFF2-40B4-BE49-F238E27FC236}">
                <a16:creationId xmlns:a16="http://schemas.microsoft.com/office/drawing/2014/main" id="{2C3AAE25-EEE8-686A-A232-56396DD3A54B}"/>
              </a:ext>
            </a:extLst>
          </p:cNvPr>
          <p:cNvSpPr txBox="1"/>
          <p:nvPr/>
        </p:nvSpPr>
        <p:spPr>
          <a:xfrm>
            <a:off x="3199962" y="311285"/>
            <a:ext cx="2744077" cy="4270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69" tIns="68569" rIns="68569" bIns="68569" anchor="t" anchorCtr="0">
            <a:spAutoFit/>
          </a:bodyPr>
          <a:lstStyle/>
          <a:p>
            <a:pPr algn="ctr">
              <a:buSzPts val="2000"/>
            </a:pPr>
            <a:r>
              <a:rPr lang="en-US" sz="1875" b="1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ITMO University</a:t>
            </a:r>
            <a:endParaRPr sz="1875"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8" name="AutoShape 2" descr="Premium Photo | Optimizing water usage in agricultural practices ...">
            <a:extLst>
              <a:ext uri="{FF2B5EF4-FFF2-40B4-BE49-F238E27FC236}">
                <a16:creationId xmlns:a16="http://schemas.microsoft.com/office/drawing/2014/main" id="{7B7395BC-07DD-C3E0-CFFC-D9203EB92D7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853693" y="1718332"/>
            <a:ext cx="228600" cy="228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050"/>
          </a:p>
        </p:txBody>
      </p:sp>
    </p:spTree>
    <p:extLst>
      <p:ext uri="{BB962C8B-B14F-4D97-AF65-F5344CB8AC3E}">
        <p14:creationId xmlns:p14="http://schemas.microsoft.com/office/powerpoint/2010/main" val="41995795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"/>
          <p:cNvSpPr txBox="1">
            <a:spLocks noGrp="1"/>
          </p:cNvSpPr>
          <p:nvPr>
            <p:ph type="title"/>
          </p:nvPr>
        </p:nvSpPr>
        <p:spPr>
          <a:xfrm>
            <a:off x="548175" y="340559"/>
            <a:ext cx="8229600" cy="6204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rmAutofit/>
          </a:bodyPr>
          <a:lstStyle/>
          <a:p>
            <a:r>
              <a:rPr lang="en-US" sz="30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Motivation</a:t>
            </a:r>
            <a:endParaRPr sz="3000" dirty="0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69" name="Google Shape;169;p2"/>
          <p:cNvSpPr txBox="1"/>
          <p:nvPr/>
        </p:nvSpPr>
        <p:spPr>
          <a:xfrm>
            <a:off x="8633460" y="4808221"/>
            <a:ext cx="243840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buClr>
                <a:srgbClr val="000000"/>
              </a:buClr>
              <a:buSzPts val="1400"/>
            </a:pPr>
            <a:r>
              <a:rPr lang="en-US">
                <a:solidFill>
                  <a:schemeClr val="lt2"/>
                </a:solidFill>
              </a:rPr>
              <a:t>2</a:t>
            </a:r>
            <a:endParaRPr>
              <a:solidFill>
                <a:schemeClr val="lt2"/>
              </a:solidFill>
            </a:endParaRP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35015717-7D30-13B4-6582-3CF311342B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2975" y="951185"/>
            <a:ext cx="3267076" cy="2532434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3D7F3976-CAEA-500E-74D7-0034E63EA64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5600" y="956072"/>
            <a:ext cx="3499950" cy="2522660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C03CE342-23E1-93A0-8D4B-D0960220F95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59790" b="10098"/>
          <a:stretch>
            <a:fillRect/>
          </a:stretch>
        </p:blipFill>
        <p:spPr>
          <a:xfrm>
            <a:off x="6088810" y="3622508"/>
            <a:ext cx="2507015" cy="1247775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9D380B41-A112-C2EC-040A-32562883CB6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30303" b="40503"/>
          <a:stretch>
            <a:fillRect/>
          </a:stretch>
        </p:blipFill>
        <p:spPr>
          <a:xfrm>
            <a:off x="3318492" y="3641558"/>
            <a:ext cx="2585976" cy="1247775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ED135518-833E-00A8-79A6-B1E4ADD7BF3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665" b="69683"/>
          <a:stretch>
            <a:fillRect/>
          </a:stretch>
        </p:blipFill>
        <p:spPr>
          <a:xfrm>
            <a:off x="548175" y="3625596"/>
            <a:ext cx="2539582" cy="12446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3"/>
          <p:cNvSpPr/>
          <p:nvPr/>
        </p:nvSpPr>
        <p:spPr>
          <a:xfrm>
            <a:off x="368100" y="280625"/>
            <a:ext cx="6870900" cy="649500"/>
          </a:xfrm>
          <a:prstGeom prst="roundRect">
            <a:avLst>
              <a:gd name="adj" fmla="val 16667"/>
            </a:avLst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lang="en-US" sz="3000" b="1" i="0" u="none" strike="noStrike" cap="none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Research Goals and Tasks</a:t>
            </a:r>
            <a:endParaRPr sz="1800" b="0" i="0" u="none" strike="noStrike" cap="none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75" name="Google Shape;175;p3"/>
          <p:cNvSpPr txBox="1"/>
          <p:nvPr/>
        </p:nvSpPr>
        <p:spPr>
          <a:xfrm>
            <a:off x="364200" y="1159563"/>
            <a:ext cx="8415600" cy="8053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1600" b="0" i="0" u="none" strike="noStrike" cap="none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The aim was to study the applications of</a:t>
            </a:r>
            <a:r>
              <a:rPr lang="en-US" sz="16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Modern Control Methods</a:t>
            </a:r>
            <a:r>
              <a:rPr lang="en-US" sz="1600" b="0" i="0" u="none" strike="noStrike" cap="none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in </a:t>
            </a:r>
            <a:r>
              <a:rPr lang="en-US" sz="16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Agricultural Irrigation of a field in Talish mountains, Gilan province Iran under water scarcity</a:t>
            </a:r>
            <a:endParaRPr sz="1600" b="0" i="0" u="none" strike="noStrike" cap="none" dirty="0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76" name="Google Shape;176;p3"/>
          <p:cNvSpPr txBox="1"/>
          <p:nvPr/>
        </p:nvSpPr>
        <p:spPr>
          <a:xfrm>
            <a:off x="897500" y="2170950"/>
            <a:ext cx="6761100" cy="21236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</a:pPr>
            <a:r>
              <a:rPr lang="en-US" sz="18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Field and data selection and preprocessing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</a:pPr>
            <a:endParaRPr lang="en-US" sz="1800" b="0" i="0" u="none" strike="noStrike" cap="none" dirty="0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</a:pPr>
            <a:r>
              <a:rPr lang="en-US" sz="1800" b="0" i="0" u="none" strike="noStrike" cap="none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Mathematical Modeling of </a:t>
            </a:r>
            <a:r>
              <a:rPr lang="en-US" sz="18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the agricultural system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</a:pPr>
            <a:endParaRPr lang="en-US" sz="1800" b="0" i="0" u="none" strike="noStrike" cap="none" dirty="0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</a:pPr>
            <a:r>
              <a:rPr lang="en-US" sz="1800" b="0" i="0" u="none" strike="noStrike" cap="none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Controller Design and Simulation (MPC vs RL)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</a:pPr>
            <a:endParaRPr lang="en-US" sz="1800" dirty="0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</a:pPr>
            <a:r>
              <a:rPr lang="en-US" sz="18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Performance Analysis and Comparison of Results</a:t>
            </a:r>
            <a:endParaRPr sz="1800" b="0" i="0" u="none" strike="noStrike" cap="none" dirty="0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78" name="Google Shape;178;p3"/>
          <p:cNvSpPr txBox="1"/>
          <p:nvPr/>
        </p:nvSpPr>
        <p:spPr>
          <a:xfrm>
            <a:off x="8633460" y="4800600"/>
            <a:ext cx="24384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3"/>
          <p:cNvSpPr/>
          <p:nvPr/>
        </p:nvSpPr>
        <p:spPr>
          <a:xfrm rot="5400000">
            <a:off x="407575" y="3718500"/>
            <a:ext cx="552300" cy="301800"/>
          </a:xfrm>
          <a:prstGeom prst="bentUpArrow">
            <a:avLst>
              <a:gd name="adj1" fmla="val 25000"/>
              <a:gd name="adj2" fmla="val 25000"/>
              <a:gd name="adj3" fmla="val 25000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3"/>
          <p:cNvSpPr/>
          <p:nvPr/>
        </p:nvSpPr>
        <p:spPr>
          <a:xfrm rot="5400000">
            <a:off x="407575" y="3166200"/>
            <a:ext cx="552300" cy="301800"/>
          </a:xfrm>
          <a:prstGeom prst="bentUpArrow">
            <a:avLst>
              <a:gd name="adj1" fmla="val 25000"/>
              <a:gd name="adj2" fmla="val 25000"/>
              <a:gd name="adj3" fmla="val 25000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3"/>
          <p:cNvSpPr/>
          <p:nvPr/>
        </p:nvSpPr>
        <p:spPr>
          <a:xfrm rot="5400000">
            <a:off x="407575" y="2613900"/>
            <a:ext cx="552300" cy="301800"/>
          </a:xfrm>
          <a:prstGeom prst="bentUpArrow">
            <a:avLst>
              <a:gd name="adj1" fmla="val 25000"/>
              <a:gd name="adj2" fmla="val 25000"/>
              <a:gd name="adj3" fmla="val 25000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2" name="Google Shape;182;p3"/>
          <p:cNvSpPr/>
          <p:nvPr/>
        </p:nvSpPr>
        <p:spPr>
          <a:xfrm rot="5400000">
            <a:off x="407575" y="2061600"/>
            <a:ext cx="552300" cy="301800"/>
          </a:xfrm>
          <a:prstGeom prst="bentUpArrow">
            <a:avLst>
              <a:gd name="adj1" fmla="val 25000"/>
              <a:gd name="adj2" fmla="val 25000"/>
              <a:gd name="adj3" fmla="val 25000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F97A5"/>
        </a:solidFill>
        <a:effectLst/>
      </p:bgPr>
    </p:bg>
    <p:spTree>
      <p:nvGrpSpPr>
        <p:cNvPr id="1" name="Shape 243">
          <a:extLst>
            <a:ext uri="{FF2B5EF4-FFF2-40B4-BE49-F238E27FC236}">
              <a16:creationId xmlns:a16="http://schemas.microsoft.com/office/drawing/2014/main" id="{2855E7F7-DEAD-16D0-267F-35722055E5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14" name="TextBox 213">
                <a:extLst>
                  <a:ext uri="{FF2B5EF4-FFF2-40B4-BE49-F238E27FC236}">
                    <a16:creationId xmlns:a16="http://schemas.microsoft.com/office/drawing/2014/main" id="{6BA7FA26-231E-046E-3452-6B7BA59D53CB}"/>
                  </a:ext>
                </a:extLst>
              </p:cNvPr>
              <p:cNvSpPr txBox="1"/>
              <p:nvPr/>
            </p:nvSpPr>
            <p:spPr>
              <a:xfrm>
                <a:off x="6277746" y="3684646"/>
                <a:ext cx="2258424" cy="132023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solidFill>
                                <a:schemeClr val="bg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n-US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r</m:t>
                      </m:r>
                      <m:r>
                        <m:rPr>
                          <m:nor/>
                        </m:rPr>
                        <a:rPr lang="en-US" dirty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latin typeface="Times New Roman" panose="02020603050405020304" pitchFamily="18" charset="0"/>
                          <a:ea typeface="Tahoma" panose="020B0604030504040204" pitchFamily="34" charset="0"/>
                          <a:cs typeface="Times New Roman" panose="02020603050405020304" pitchFamily="18" charset="0"/>
                        </a:rPr>
                        <m:t>oot</m:t>
                      </m:r>
                      <m:r>
                        <m:rPr>
                          <m:nor/>
                        </m:rPr>
                        <a:rPr lang="en-US" dirty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latin typeface="Times New Roman" panose="02020603050405020304" pitchFamily="18" charset="0"/>
                          <a:ea typeface="Tahoma" panose="020B0604030504040204" pitchFamily="34" charset="0"/>
                          <a:cs typeface="Times New Roman" panose="020206030504050203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dirty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latin typeface="Times New Roman" panose="02020603050405020304" pitchFamily="18" charset="0"/>
                          <a:ea typeface="Tahoma" panose="020B0604030504040204" pitchFamily="34" charset="0"/>
                          <a:cs typeface="Times New Roman" panose="02020603050405020304" pitchFamily="18" charset="0"/>
                        </a:rPr>
                        <m:t>moisture</m:t>
                      </m:r>
                      <m:r>
                        <m:rPr>
                          <m:nor/>
                        </m:rPr>
                        <a:rPr lang="en-US" dirty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latin typeface="Times New Roman" panose="02020603050405020304" pitchFamily="18" charset="0"/>
                          <a:ea typeface="Tahoma" panose="020B0604030504040204" pitchFamily="34" charset="0"/>
                          <a:cs typeface="Times New Roman" panose="02020603050405020304" pitchFamily="18" charset="0"/>
                        </a:rPr>
                        <m:t> (</m:t>
                      </m:r>
                      <m:r>
                        <m:rPr>
                          <m:nor/>
                        </m:rPr>
                        <a:rPr lang="en-US" dirty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latin typeface="Times New Roman" panose="02020603050405020304" pitchFamily="18" charset="0"/>
                          <a:ea typeface="Tahoma" panose="020B0604030504040204" pitchFamily="34" charset="0"/>
                          <a:cs typeface="Times New Roman" panose="02020603050405020304" pitchFamily="18" charset="0"/>
                        </a:rPr>
                        <m:t>mm</m:t>
                      </m:r>
                      <m:r>
                        <m:rPr>
                          <m:nor/>
                        </m:rPr>
                        <a:rPr lang="en-US" dirty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latin typeface="Times New Roman" panose="02020603050405020304" pitchFamily="18" charset="0"/>
                          <a:ea typeface="Tahoma" panose="020B0604030504040204" pitchFamily="34" charset="0"/>
                          <a:cs typeface="Times New Roman" panose="020206030504050203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bg1">
                      <a:lumMod val="60000"/>
                      <a:lumOff val="40000"/>
                    </a:schemeClr>
                  </a:solidFill>
                  <a:latin typeface="Times New Roman" panose="02020603050405020304" pitchFamily="18" charset="0"/>
                  <a:ea typeface="Tahoma" panose="020B0604030504040204" pitchFamily="34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bg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>
                              <a:solidFill>
                                <a:schemeClr val="bg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i="1" smtClean="0">
                              <a:solidFill>
                                <a:schemeClr val="bg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n-US" smtClean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t</m:t>
                      </m:r>
                      <m:r>
                        <m:rPr>
                          <m:nor/>
                        </m:rPr>
                        <a:rPr lang="en-US" dirty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latin typeface="Times New Roman" panose="02020603050405020304" pitchFamily="18" charset="0"/>
                          <a:ea typeface="Tahoma" panose="020B0604030504040204" pitchFamily="34" charset="0"/>
                          <a:cs typeface="Times New Roman" panose="02020603050405020304" pitchFamily="18" charset="0"/>
                        </a:rPr>
                        <m:t>hermal</m:t>
                      </m:r>
                      <m:r>
                        <m:rPr>
                          <m:nor/>
                        </m:rPr>
                        <a:rPr lang="en-US" dirty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latin typeface="Times New Roman" panose="02020603050405020304" pitchFamily="18" charset="0"/>
                          <a:ea typeface="Tahoma" panose="020B0604030504040204" pitchFamily="34" charset="0"/>
                          <a:cs typeface="Times New Roman" panose="020206030504050203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dirty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latin typeface="Times New Roman" panose="02020603050405020304" pitchFamily="18" charset="0"/>
                          <a:ea typeface="Tahoma" panose="020B0604030504040204" pitchFamily="34" charset="0"/>
                          <a:cs typeface="Times New Roman" panose="02020603050405020304" pitchFamily="18" charset="0"/>
                        </a:rPr>
                        <m:t>time</m:t>
                      </m:r>
                      <m:r>
                        <m:rPr>
                          <m:nor/>
                        </m:rPr>
                        <a:rPr lang="en-US" dirty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latin typeface="Times New Roman" panose="02020603050405020304" pitchFamily="18" charset="0"/>
                          <a:ea typeface="Tahoma" panose="020B0604030504040204" pitchFamily="34" charset="0"/>
                          <a:cs typeface="Times New Roman" panose="02020603050405020304" pitchFamily="18" charset="0"/>
                        </a:rPr>
                        <m:t> (</m:t>
                      </m:r>
                      <m:r>
                        <m:rPr>
                          <m:nor/>
                        </m:rPr>
                        <a:rPr lang="en-US" dirty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latin typeface="Times New Roman" panose="02020603050405020304" pitchFamily="18" charset="0"/>
                          <a:ea typeface="Tahoma" panose="020B0604030504040204" pitchFamily="34" charset="0"/>
                          <a:cs typeface="Times New Roman" panose="02020603050405020304" pitchFamily="18" charset="0"/>
                        </a:rPr>
                        <m:t>GDD</m:t>
                      </m:r>
                      <m:r>
                        <m:rPr>
                          <m:nor/>
                        </m:rPr>
                        <a:rPr lang="en-US" dirty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latin typeface="Times New Roman" panose="02020603050405020304" pitchFamily="18" charset="0"/>
                          <a:ea typeface="Tahoma" panose="020B0604030504040204" pitchFamily="34" charset="0"/>
                          <a:cs typeface="Times New Roman" panose="020206030504050203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bg1">
                      <a:lumMod val="60000"/>
                      <a:lumOff val="40000"/>
                    </a:schemeClr>
                  </a:solidFill>
                  <a:latin typeface="Times New Roman" panose="02020603050405020304" pitchFamily="18" charset="0"/>
                  <a:ea typeface="Tahoma" panose="020B0604030504040204" pitchFamily="34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solidFill>
                                <a:schemeClr val="bg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>
                              <a:solidFill>
                                <a:schemeClr val="bg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i="1" smtClean="0">
                              <a:solidFill>
                                <a:schemeClr val="bg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nor/>
                        </m:rPr>
                        <a:rPr lang="en-US" dirty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latin typeface="Times New Roman" panose="02020603050405020304" pitchFamily="18" charset="0"/>
                          <a:ea typeface="Tahoma" panose="020B0604030504040204" pitchFamily="34" charset="0"/>
                          <a:cs typeface="Times New Roman" panose="020206030504050203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dirty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latin typeface="Times New Roman" panose="02020603050405020304" pitchFamily="18" charset="0"/>
                          <a:ea typeface="Tahoma" panose="020B0604030504040204" pitchFamily="34" charset="0"/>
                          <a:cs typeface="Times New Roman" panose="02020603050405020304" pitchFamily="18" charset="0"/>
                        </a:rPr>
                        <m:t>maturation</m:t>
                      </m:r>
                      <m:r>
                        <m:rPr>
                          <m:nor/>
                        </m:rPr>
                        <a:rPr lang="en-US" dirty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latin typeface="Times New Roman" panose="02020603050405020304" pitchFamily="18" charset="0"/>
                          <a:ea typeface="Tahoma" panose="020B0604030504040204" pitchFamily="34" charset="0"/>
                          <a:cs typeface="Times New Roman" panose="020206030504050203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dirty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latin typeface="Times New Roman" panose="02020603050405020304" pitchFamily="18" charset="0"/>
                          <a:ea typeface="Tahoma" panose="020B0604030504040204" pitchFamily="34" charset="0"/>
                          <a:cs typeface="Times New Roman" panose="02020603050405020304" pitchFamily="18" charset="0"/>
                        </a:rPr>
                        <m:t>stress</m:t>
                      </m:r>
                      <m:r>
                        <m:rPr>
                          <m:nor/>
                        </m:rPr>
                        <a:rPr lang="en-US" dirty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latin typeface="Times New Roman" panose="02020603050405020304" pitchFamily="18" charset="0"/>
                          <a:ea typeface="Tahoma" panose="020B0604030504040204" pitchFamily="34" charset="0"/>
                          <a:cs typeface="Times New Roman" panose="02020603050405020304" pitchFamily="18" charset="0"/>
                        </a:rPr>
                        <m:t> </m:t>
                      </m:r>
                    </m:oMath>
                  </m:oMathPara>
                </a14:m>
                <a:endParaRPr lang="en-US" dirty="0">
                  <a:solidFill>
                    <a:schemeClr val="bg1">
                      <a:lumMod val="60000"/>
                      <a:lumOff val="40000"/>
                    </a:schemeClr>
                  </a:solidFill>
                  <a:latin typeface="Times New Roman" panose="02020603050405020304" pitchFamily="18" charset="0"/>
                  <a:ea typeface="Tahoma" panose="020B0604030504040204" pitchFamily="34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solidFill>
                                <a:schemeClr val="bg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>
                              <a:solidFill>
                                <a:schemeClr val="bg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i="1" smtClean="0">
                              <a:solidFill>
                                <a:schemeClr val="bg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nor/>
                        </m:rPr>
                        <a:rPr lang="en-US" dirty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latin typeface="Times New Roman" panose="02020603050405020304" pitchFamily="18" charset="0"/>
                          <a:ea typeface="Tahoma" panose="020B0604030504040204" pitchFamily="34" charset="0"/>
                          <a:cs typeface="Times New Roman" panose="020206030504050203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dirty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latin typeface="Times New Roman" panose="02020603050405020304" pitchFamily="18" charset="0"/>
                          <a:ea typeface="Tahoma" panose="020B0604030504040204" pitchFamily="34" charset="0"/>
                          <a:cs typeface="Times New Roman" panose="02020603050405020304" pitchFamily="18" charset="0"/>
                        </a:rPr>
                        <m:t>biomass</m:t>
                      </m:r>
                      <m:r>
                        <m:rPr>
                          <m:nor/>
                        </m:rPr>
                        <a:rPr lang="en-US" dirty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latin typeface="Times New Roman" panose="02020603050405020304" pitchFamily="18" charset="0"/>
                          <a:ea typeface="Tahoma" panose="020B0604030504040204" pitchFamily="34" charset="0"/>
                          <a:cs typeface="Times New Roman" panose="02020603050405020304" pitchFamily="18" charset="0"/>
                        </a:rPr>
                        <m:t> (</m:t>
                      </m:r>
                      <m:r>
                        <m:rPr>
                          <m:sty m:val="p"/>
                        </m:rPr>
                        <a:rPr lang="en-US" smtClean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g</m:t>
                      </m:r>
                      <m:r>
                        <m:rPr>
                          <m:lit/>
                        </m:rPr>
                        <a:rPr lang="en-US" smtClean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/</m:t>
                      </m:r>
                      <m:sSup>
                        <m:sSupPr>
                          <m:ctrlPr>
                            <a:rPr lang="en-US" i="1">
                              <a:solidFill>
                                <a:schemeClr val="bg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 smtClean="0">
                              <a:solidFill>
                                <a:schemeClr val="bg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p>
                          <m:r>
                            <a:rPr lang="en-US" i="1" smtClean="0">
                              <a:solidFill>
                                <a:schemeClr val="bg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m:rPr>
                          <m:nor/>
                        </m:rPr>
                        <a:rPr lang="en-US" dirty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latin typeface="Times New Roman" panose="02020603050405020304" pitchFamily="18" charset="0"/>
                          <a:ea typeface="Tahoma" panose="020B0604030504040204" pitchFamily="34" charset="0"/>
                          <a:cs typeface="Times New Roman" panose="020206030504050203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bg1">
                      <a:lumMod val="60000"/>
                      <a:lumOff val="40000"/>
                    </a:schemeClr>
                  </a:solidFill>
                  <a:latin typeface="Times New Roman" panose="02020603050405020304" pitchFamily="18" charset="0"/>
                  <a:ea typeface="Tahoma" panose="020B0604030504040204" pitchFamily="34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solidFill>
                                <a:schemeClr val="bg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>
                              <a:solidFill>
                                <a:schemeClr val="bg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i="1" smtClean="0">
                              <a:solidFill>
                                <a:schemeClr val="bg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nor/>
                        </m:rPr>
                        <a:rPr lang="en-US" dirty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latin typeface="Times New Roman" panose="02020603050405020304" pitchFamily="18" charset="0"/>
                          <a:ea typeface="Tahoma" panose="020B0604030504040204" pitchFamily="34" charset="0"/>
                          <a:cs typeface="Times New Roman" panose="020206030504050203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dirty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latin typeface="Times New Roman" panose="02020603050405020304" pitchFamily="18" charset="0"/>
                          <a:ea typeface="Tahoma" panose="020B0604030504040204" pitchFamily="34" charset="0"/>
                          <a:cs typeface="Times New Roman" panose="02020603050405020304" pitchFamily="18" charset="0"/>
                        </a:rPr>
                        <m:t>surface</m:t>
                      </m:r>
                      <m:r>
                        <m:rPr>
                          <m:nor/>
                        </m:rPr>
                        <a:rPr lang="en-US" dirty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latin typeface="Times New Roman" panose="02020603050405020304" pitchFamily="18" charset="0"/>
                          <a:ea typeface="Tahoma" panose="020B0604030504040204" pitchFamily="34" charset="0"/>
                          <a:cs typeface="Times New Roman" panose="020206030504050203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dirty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latin typeface="Times New Roman" panose="02020603050405020304" pitchFamily="18" charset="0"/>
                          <a:ea typeface="Tahoma" panose="020B0604030504040204" pitchFamily="34" charset="0"/>
                          <a:cs typeface="Times New Roman" panose="02020603050405020304" pitchFamily="18" charset="0"/>
                        </a:rPr>
                        <m:t>ponding</m:t>
                      </m:r>
                      <m:r>
                        <m:rPr>
                          <m:nor/>
                        </m:rPr>
                        <a:rPr lang="en-US" dirty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latin typeface="Times New Roman" panose="02020603050405020304" pitchFamily="18" charset="0"/>
                          <a:ea typeface="Tahoma" panose="020B0604030504040204" pitchFamily="34" charset="0"/>
                          <a:cs typeface="Times New Roman" panose="02020603050405020304" pitchFamily="18" charset="0"/>
                        </a:rPr>
                        <m:t> (</m:t>
                      </m:r>
                      <m:r>
                        <m:rPr>
                          <m:nor/>
                        </m:rPr>
                        <a:rPr lang="en-US" dirty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latin typeface="Times New Roman" panose="02020603050405020304" pitchFamily="18" charset="0"/>
                          <a:ea typeface="Tahoma" panose="020B0604030504040204" pitchFamily="34" charset="0"/>
                          <a:cs typeface="Times New Roman" panose="02020603050405020304" pitchFamily="18" charset="0"/>
                        </a:rPr>
                        <m:t>mm</m:t>
                      </m:r>
                      <m:r>
                        <m:rPr>
                          <m:nor/>
                        </m:rPr>
                        <a:rPr lang="en-US" dirty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latin typeface="Times New Roman" panose="02020603050405020304" pitchFamily="18" charset="0"/>
                          <a:ea typeface="Tahoma" panose="020B0604030504040204" pitchFamily="34" charset="0"/>
                          <a:cs typeface="Times New Roman" panose="020206030504050203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bg1">
                      <a:lumMod val="60000"/>
                      <a:lumOff val="40000"/>
                    </a:schemeClr>
                  </a:solidFill>
                  <a:latin typeface="Times New Roman" panose="02020603050405020304" pitchFamily="18" charset="0"/>
                  <a:ea typeface="Tahoma" panose="020B060403050404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214" name="TextBox 213">
                <a:extLst>
                  <a:ext uri="{FF2B5EF4-FFF2-40B4-BE49-F238E27FC236}">
                    <a16:creationId xmlns:a16="http://schemas.microsoft.com/office/drawing/2014/main" id="{6BA7FA26-231E-046E-3452-6B7BA59D53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77746" y="3684646"/>
                <a:ext cx="2258424" cy="132023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Google Shape;197;g3e1b453938d_0_4">
            <a:extLst>
              <a:ext uri="{FF2B5EF4-FFF2-40B4-BE49-F238E27FC236}">
                <a16:creationId xmlns:a16="http://schemas.microsoft.com/office/drawing/2014/main" id="{AD053EA7-56C7-A8FF-DBD6-F718D2BFA7AA}"/>
              </a:ext>
            </a:extLst>
          </p:cNvPr>
          <p:cNvSpPr txBox="1"/>
          <p:nvPr/>
        </p:nvSpPr>
        <p:spPr>
          <a:xfrm>
            <a:off x="241800" y="289750"/>
            <a:ext cx="854025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lang="en-US" sz="3000" b="1" dirty="0">
                <a:solidFill>
                  <a:schemeClr val="lt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System Overview</a:t>
            </a:r>
            <a:endParaRPr sz="3000" b="1" i="0" u="none" strike="noStrike" cap="none" dirty="0">
              <a:solidFill>
                <a:schemeClr val="lt2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pSp>
        <p:nvGrpSpPr>
          <p:cNvPr id="146" name="Group 145">
            <a:extLst>
              <a:ext uri="{FF2B5EF4-FFF2-40B4-BE49-F238E27FC236}">
                <a16:creationId xmlns:a16="http://schemas.microsoft.com/office/drawing/2014/main" id="{53948CCB-8CAB-4DF5-7E28-9937E47617BE}"/>
              </a:ext>
            </a:extLst>
          </p:cNvPr>
          <p:cNvGrpSpPr/>
          <p:nvPr/>
        </p:nvGrpSpPr>
        <p:grpSpPr>
          <a:xfrm>
            <a:off x="408541" y="1724150"/>
            <a:ext cx="3938532" cy="3096120"/>
            <a:chOff x="884495" y="1303538"/>
            <a:chExt cx="4184800" cy="3096120"/>
          </a:xfrm>
        </p:grpSpPr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99D8231C-2C6E-2EC7-2D8A-86ADFBBD48A2}"/>
                </a:ext>
              </a:extLst>
            </p:cNvPr>
            <p:cNvSpPr/>
            <p:nvPr/>
          </p:nvSpPr>
          <p:spPr>
            <a:xfrm>
              <a:off x="896731" y="2464398"/>
              <a:ext cx="1508302" cy="768626"/>
            </a:xfrm>
            <a:prstGeom prst="rect">
              <a:avLst/>
            </a:prstGeom>
            <a:noFill/>
            <a:ln>
              <a:solidFill>
                <a:schemeClr val="tx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>
                  <a:solidFill>
                    <a:schemeClr val="accent2">
                      <a:lumMod val="20000"/>
                      <a:lumOff val="80000"/>
                    </a:schemeClr>
                  </a:solidFill>
                </a:rPr>
                <a:t>CONTROLLER</a:t>
              </a:r>
            </a:p>
          </p:txBody>
        </p:sp>
        <p:cxnSp>
          <p:nvCxnSpPr>
            <p:cNvPr id="88" name="Straight Arrow Connector 87">
              <a:extLst>
                <a:ext uri="{FF2B5EF4-FFF2-40B4-BE49-F238E27FC236}">
                  <a16:creationId xmlns:a16="http://schemas.microsoft.com/office/drawing/2014/main" id="{58BDCA5B-A806-BE5D-3CEC-E441FA88F6B0}"/>
                </a:ext>
              </a:extLst>
            </p:cNvPr>
            <p:cNvCxnSpPr>
              <a:cxnSpLocks/>
              <a:stCxn id="86" idx="3"/>
              <a:endCxn id="49" idx="1"/>
            </p:cNvCxnSpPr>
            <p:nvPr/>
          </p:nvCxnSpPr>
          <p:spPr>
            <a:xfrm>
              <a:off x="2405033" y="2848711"/>
              <a:ext cx="655791" cy="0"/>
            </a:xfrm>
            <a:prstGeom prst="straightConnector1">
              <a:avLst/>
            </a:prstGeom>
            <a:ln w="12700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Connector: Elbow 90">
              <a:extLst>
                <a:ext uri="{FF2B5EF4-FFF2-40B4-BE49-F238E27FC236}">
                  <a16:creationId xmlns:a16="http://schemas.microsoft.com/office/drawing/2014/main" id="{278F6345-2E15-2313-3817-D830D457097F}"/>
                </a:ext>
              </a:extLst>
            </p:cNvPr>
            <p:cNvCxnSpPr>
              <a:cxnSpLocks/>
              <a:stCxn id="95" idx="1"/>
            </p:cNvCxnSpPr>
            <p:nvPr/>
          </p:nvCxnSpPr>
          <p:spPr>
            <a:xfrm rot="10800000">
              <a:off x="884495" y="2975583"/>
              <a:ext cx="12236" cy="1039762"/>
            </a:xfrm>
            <a:prstGeom prst="bentConnector3">
              <a:avLst>
                <a:gd name="adj1" fmla="val 1968258"/>
              </a:avLst>
            </a:prstGeom>
            <a:ln w="12700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5" name="Rectangle 94">
              <a:extLst>
                <a:ext uri="{FF2B5EF4-FFF2-40B4-BE49-F238E27FC236}">
                  <a16:creationId xmlns:a16="http://schemas.microsoft.com/office/drawing/2014/main" id="{F07DF429-4BA5-DE60-3C75-F4E159B0B244}"/>
                </a:ext>
              </a:extLst>
            </p:cNvPr>
            <p:cNvSpPr/>
            <p:nvPr/>
          </p:nvSpPr>
          <p:spPr>
            <a:xfrm>
              <a:off x="896731" y="3631032"/>
              <a:ext cx="1508302" cy="768626"/>
            </a:xfrm>
            <a:prstGeom prst="rect">
              <a:avLst/>
            </a:prstGeom>
            <a:noFill/>
            <a:ln>
              <a:solidFill>
                <a:schemeClr val="tx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>
                  <a:solidFill>
                    <a:schemeClr val="accent2">
                      <a:lumMod val="20000"/>
                      <a:lumOff val="80000"/>
                    </a:schemeClr>
                  </a:solidFill>
                </a:rPr>
                <a:t>SENSORS</a:t>
              </a:r>
            </a:p>
          </p:txBody>
        </p:sp>
        <p:cxnSp>
          <p:nvCxnSpPr>
            <p:cNvPr id="99" name="Connector: Elbow 98">
              <a:extLst>
                <a:ext uri="{FF2B5EF4-FFF2-40B4-BE49-F238E27FC236}">
                  <a16:creationId xmlns:a16="http://schemas.microsoft.com/office/drawing/2014/main" id="{3D4542B7-A149-DB50-1532-233A459B3FC2}"/>
                </a:ext>
              </a:extLst>
            </p:cNvPr>
            <p:cNvCxnSpPr>
              <a:cxnSpLocks/>
              <a:stCxn id="49" idx="3"/>
              <a:endCxn id="95" idx="3"/>
            </p:cNvCxnSpPr>
            <p:nvPr/>
          </p:nvCxnSpPr>
          <p:spPr>
            <a:xfrm flipH="1">
              <a:off x="2405033" y="2848711"/>
              <a:ext cx="2664262" cy="1166634"/>
            </a:xfrm>
            <a:prstGeom prst="bentConnector3">
              <a:avLst>
                <a:gd name="adj1" fmla="val -9117"/>
              </a:avLst>
            </a:prstGeom>
            <a:ln w="12700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5" name="Rectangle 104">
              <a:extLst>
                <a:ext uri="{FF2B5EF4-FFF2-40B4-BE49-F238E27FC236}">
                  <a16:creationId xmlns:a16="http://schemas.microsoft.com/office/drawing/2014/main" id="{979F49D7-41EB-1A4C-C158-EFEF3704BB96}"/>
                </a:ext>
              </a:extLst>
            </p:cNvPr>
            <p:cNvSpPr/>
            <p:nvPr/>
          </p:nvSpPr>
          <p:spPr>
            <a:xfrm>
              <a:off x="909432" y="1303538"/>
              <a:ext cx="1508302" cy="768626"/>
            </a:xfrm>
            <a:prstGeom prst="rect">
              <a:avLst/>
            </a:prstGeom>
            <a:noFill/>
            <a:ln>
              <a:solidFill>
                <a:schemeClr val="tx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>
                  <a:solidFill>
                    <a:schemeClr val="accent2">
                      <a:lumMod val="20000"/>
                      <a:lumOff val="80000"/>
                    </a:schemeClr>
                  </a:solidFill>
                </a:rPr>
                <a:t>WEATHER FORECAST</a:t>
              </a:r>
            </a:p>
          </p:txBody>
        </p:sp>
        <p:cxnSp>
          <p:nvCxnSpPr>
            <p:cNvPr id="107" name="Connector: Elbow 106">
              <a:extLst>
                <a:ext uri="{FF2B5EF4-FFF2-40B4-BE49-F238E27FC236}">
                  <a16:creationId xmlns:a16="http://schemas.microsoft.com/office/drawing/2014/main" id="{97A1B0E5-E866-8EF7-6A25-AEE9C174B5EF}"/>
                </a:ext>
              </a:extLst>
            </p:cNvPr>
            <p:cNvCxnSpPr>
              <a:cxnSpLocks/>
              <a:stCxn id="105" idx="1"/>
            </p:cNvCxnSpPr>
            <p:nvPr/>
          </p:nvCxnSpPr>
          <p:spPr>
            <a:xfrm rot="10800000" flipV="1">
              <a:off x="884496" y="1687851"/>
              <a:ext cx="24937" cy="1030290"/>
            </a:xfrm>
            <a:prstGeom prst="bentConnector3">
              <a:avLst>
                <a:gd name="adj1" fmla="val 1016710"/>
              </a:avLst>
            </a:prstGeom>
            <a:ln w="12700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49" name="TextBox 148">
                <a:extLst>
                  <a:ext uri="{FF2B5EF4-FFF2-40B4-BE49-F238E27FC236}">
                    <a16:creationId xmlns:a16="http://schemas.microsoft.com/office/drawing/2014/main" id="{643CE2CA-BD0F-0310-060D-B3562DD53FF7}"/>
                  </a:ext>
                </a:extLst>
              </p:cNvPr>
              <p:cNvSpPr txBox="1"/>
              <p:nvPr/>
            </p:nvSpPr>
            <p:spPr>
              <a:xfrm>
                <a:off x="1918694" y="3031031"/>
                <a:ext cx="410497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accent2">
                              <a:lumMod val="20000"/>
                              <a:lumOff val="80000"/>
                            </a:schemeClr>
                          </a:solidFill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</m:oMath>
                  </m:oMathPara>
                </a14:m>
                <a:endParaRPr lang="en-US" dirty="0">
                  <a:solidFill>
                    <a:schemeClr val="accent2">
                      <a:lumMod val="20000"/>
                      <a:lumOff val="80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149" name="TextBox 148">
                <a:extLst>
                  <a:ext uri="{FF2B5EF4-FFF2-40B4-BE49-F238E27FC236}">
                    <a16:creationId xmlns:a16="http://schemas.microsoft.com/office/drawing/2014/main" id="{643CE2CA-BD0F-0310-060D-B3562DD53F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18694" y="3031031"/>
                <a:ext cx="410497" cy="215444"/>
              </a:xfrm>
              <a:prstGeom prst="rect">
                <a:avLst/>
              </a:prstGeom>
              <a:blipFill>
                <a:blip r:embed="rId4"/>
                <a:stretch>
                  <a:fillRect l="-5970" b="-8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1" name="TextBox 150">
                <a:extLst>
                  <a:ext uri="{FF2B5EF4-FFF2-40B4-BE49-F238E27FC236}">
                    <a16:creationId xmlns:a16="http://schemas.microsoft.com/office/drawing/2014/main" id="{3D321A90-5752-8EF4-F77C-D86C78505506}"/>
                  </a:ext>
                </a:extLst>
              </p:cNvPr>
              <p:cNvSpPr txBox="1"/>
              <p:nvPr/>
            </p:nvSpPr>
            <p:spPr>
              <a:xfrm>
                <a:off x="3147272" y="4472165"/>
                <a:ext cx="404983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accent2">
                              <a:lumMod val="20000"/>
                              <a:lumOff val="80000"/>
                            </a:schemeClr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</m:oMath>
                  </m:oMathPara>
                </a14:m>
                <a:endParaRPr lang="en-US" dirty="0">
                  <a:solidFill>
                    <a:schemeClr val="accent2">
                      <a:lumMod val="20000"/>
                      <a:lumOff val="80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151" name="TextBox 150">
                <a:extLst>
                  <a:ext uri="{FF2B5EF4-FFF2-40B4-BE49-F238E27FC236}">
                    <a16:creationId xmlns:a16="http://schemas.microsoft.com/office/drawing/2014/main" id="{3D321A90-5752-8EF4-F77C-D86C785055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47272" y="4472165"/>
                <a:ext cx="404983" cy="215444"/>
              </a:xfrm>
              <a:prstGeom prst="rect">
                <a:avLst/>
              </a:prstGeom>
              <a:blipFill>
                <a:blip r:embed="rId5"/>
                <a:stretch>
                  <a:fillRect l="-4478" b="-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9" name="Picture 48">
            <a:extLst>
              <a:ext uri="{FF2B5EF4-FFF2-40B4-BE49-F238E27FC236}">
                <a16:creationId xmlns:a16="http://schemas.microsoft.com/office/drawing/2014/main" id="{360DAA7F-2020-FB5B-9EE2-4A18E9140AD7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59007" t="18549" r="265" b="1853"/>
          <a:stretch>
            <a:fillRect/>
          </a:stretch>
        </p:blipFill>
        <p:spPr>
          <a:xfrm>
            <a:off x="2456797" y="2428226"/>
            <a:ext cx="1890276" cy="1682194"/>
          </a:xfrm>
          <a:prstGeom prst="rect">
            <a:avLst/>
          </a:prstGeom>
          <a:solidFill>
            <a:schemeClr val="bg2">
              <a:lumMod val="75000"/>
              <a:lumOff val="25000"/>
            </a:schemeClr>
          </a:solidFill>
          <a:ln w="28575">
            <a:solidFill>
              <a:schemeClr val="tx2">
                <a:lumMod val="75000"/>
              </a:schemeClr>
            </a:solidFill>
          </a:ln>
        </p:spPr>
      </p:pic>
      <p:pic>
        <p:nvPicPr>
          <p:cNvPr id="164" name="Picture 163">
            <a:extLst>
              <a:ext uri="{FF2B5EF4-FFF2-40B4-BE49-F238E27FC236}">
                <a16:creationId xmlns:a16="http://schemas.microsoft.com/office/drawing/2014/main" id="{03CD626D-8C96-EEC0-D212-66EBB4833C1E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t="-516" r="-269" b="591"/>
          <a:stretch>
            <a:fillRect/>
          </a:stretch>
        </p:blipFill>
        <p:spPr>
          <a:xfrm>
            <a:off x="5057775" y="948013"/>
            <a:ext cx="3477624" cy="2610021"/>
          </a:xfrm>
          <a:prstGeom prst="borderCallout2">
            <a:avLst>
              <a:gd name="adj1" fmla="val 36200"/>
              <a:gd name="adj2" fmla="val -705"/>
              <a:gd name="adj3" fmla="val 35831"/>
              <a:gd name="adj4" fmla="val -9852"/>
              <a:gd name="adj5" fmla="val 80827"/>
              <a:gd name="adj6" fmla="val -41976"/>
            </a:avLst>
          </a:prstGeom>
          <a:solidFill>
            <a:srgbClr val="F1F1F1"/>
          </a:solidFill>
          <a:ln w="28575">
            <a:solidFill>
              <a:schemeClr val="bg2">
                <a:lumMod val="75000"/>
                <a:lumOff val="25000"/>
              </a:schemeClr>
            </a:solidFill>
          </a:ln>
        </p:spPr>
      </p:pic>
      <p:pic>
        <p:nvPicPr>
          <p:cNvPr id="188" name="Picture 187">
            <a:extLst>
              <a:ext uri="{FF2B5EF4-FFF2-40B4-BE49-F238E27FC236}">
                <a16:creationId xmlns:a16="http://schemas.microsoft.com/office/drawing/2014/main" id="{AB81805C-49DE-40E1-81AC-5205B67421D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29500" y="185587"/>
            <a:ext cx="1476375" cy="679601"/>
          </a:xfrm>
          <a:prstGeom prst="rect">
            <a:avLst/>
          </a:prstGeom>
        </p:spPr>
      </p:pic>
      <p:sp>
        <p:nvSpPr>
          <p:cNvPr id="194" name="Rectangle: Rounded Corners 193">
            <a:extLst>
              <a:ext uri="{FF2B5EF4-FFF2-40B4-BE49-F238E27FC236}">
                <a16:creationId xmlns:a16="http://schemas.microsoft.com/office/drawing/2014/main" id="{8A7DCAB6-4357-D749-7451-BC38825F5887}"/>
              </a:ext>
            </a:extLst>
          </p:cNvPr>
          <p:cNvSpPr/>
          <p:nvPr/>
        </p:nvSpPr>
        <p:spPr>
          <a:xfrm>
            <a:off x="6272733" y="3742560"/>
            <a:ext cx="2168555" cy="240076"/>
          </a:xfrm>
          <a:prstGeom prst="roundRect">
            <a:avLst>
              <a:gd name="adj" fmla="val 7199"/>
            </a:avLst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/>
            <a:endParaRPr lang="en-US" dirty="0">
              <a:solidFill>
                <a:schemeClr val="bg1">
                  <a:lumMod val="60000"/>
                  <a:lumOff val="40000"/>
                </a:schemeClr>
              </a:solidFill>
              <a:latin typeface="Times New Roman" panose="02020603050405020304" pitchFamily="18" charset="0"/>
              <a:ea typeface="Tahom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16" name="Rectangle: Rounded Corners 215">
            <a:extLst>
              <a:ext uri="{FF2B5EF4-FFF2-40B4-BE49-F238E27FC236}">
                <a16:creationId xmlns:a16="http://schemas.microsoft.com/office/drawing/2014/main" id="{B689EF52-069C-37FC-EC2E-9D5425C00A70}"/>
              </a:ext>
            </a:extLst>
          </p:cNvPr>
          <p:cNvSpPr/>
          <p:nvPr/>
        </p:nvSpPr>
        <p:spPr>
          <a:xfrm>
            <a:off x="6272732" y="4473533"/>
            <a:ext cx="2168555" cy="240075"/>
          </a:xfrm>
          <a:prstGeom prst="roundRect">
            <a:avLst>
              <a:gd name="adj" fmla="val 7199"/>
            </a:avLst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dirty="0">
              <a:solidFill>
                <a:schemeClr val="bg1">
                  <a:lumMod val="60000"/>
                  <a:lumOff val="40000"/>
                </a:schemeClr>
              </a:solidFill>
              <a:latin typeface="Times New Roman" panose="02020603050405020304" pitchFamily="18" charset="0"/>
              <a:ea typeface="Tahom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18" name="TextBox 217">
            <a:extLst>
              <a:ext uri="{FF2B5EF4-FFF2-40B4-BE49-F238E27FC236}">
                <a16:creationId xmlns:a16="http://schemas.microsoft.com/office/drawing/2014/main" id="{BACAC414-E273-EFCD-9BAB-7CD5B62A4101}"/>
              </a:ext>
            </a:extLst>
          </p:cNvPr>
          <p:cNvSpPr txBox="1"/>
          <p:nvPr/>
        </p:nvSpPr>
        <p:spPr>
          <a:xfrm>
            <a:off x="5057775" y="4051644"/>
            <a:ext cx="83097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dirty="0">
                <a:solidFill>
                  <a:schemeClr val="accent2">
                    <a:lumMod val="20000"/>
                    <a:lumOff val="80000"/>
                  </a:schemeClr>
                </a:solidFill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System</a:t>
            </a:r>
          </a:p>
          <a:p>
            <a:pPr algn="ctr"/>
            <a:r>
              <a:rPr lang="en-US" sz="1400" dirty="0">
                <a:solidFill>
                  <a:schemeClr val="accent2">
                    <a:lumMod val="20000"/>
                    <a:lumOff val="80000"/>
                  </a:schemeClr>
                </a:solidFill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States</a:t>
            </a:r>
          </a:p>
        </p:txBody>
      </p:sp>
      <p:sp>
        <p:nvSpPr>
          <p:cNvPr id="219" name="Left Brace 218">
            <a:extLst>
              <a:ext uri="{FF2B5EF4-FFF2-40B4-BE49-F238E27FC236}">
                <a16:creationId xmlns:a16="http://schemas.microsoft.com/office/drawing/2014/main" id="{C3AC4196-8D91-9FA1-C273-FE456ED96F85}"/>
              </a:ext>
            </a:extLst>
          </p:cNvPr>
          <p:cNvSpPr/>
          <p:nvPr/>
        </p:nvSpPr>
        <p:spPr>
          <a:xfrm>
            <a:off x="5898750" y="3667320"/>
            <a:ext cx="247650" cy="1320233"/>
          </a:xfrm>
          <a:prstGeom prst="leftBrace">
            <a:avLst>
              <a:gd name="adj1" fmla="val 71154"/>
              <a:gd name="adj2" fmla="val 50000"/>
            </a:avLst>
          </a:prstGeom>
          <a:ln w="12700"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5" name="Google Shape;189;p5">
            <a:extLst>
              <a:ext uri="{FF2B5EF4-FFF2-40B4-BE49-F238E27FC236}">
                <a16:creationId xmlns:a16="http://schemas.microsoft.com/office/drawing/2014/main" id="{D15328D2-F019-320D-25BE-3490C7F2810E}"/>
              </a:ext>
            </a:extLst>
          </p:cNvPr>
          <p:cNvSpPr/>
          <p:nvPr/>
        </p:nvSpPr>
        <p:spPr>
          <a:xfrm>
            <a:off x="2123942" y="1005642"/>
            <a:ext cx="2436975" cy="1399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6100" tIns="48025" rIns="96100" bIns="48025" anchor="t" anchorCtr="0">
            <a:noAutofit/>
          </a:bodyPr>
          <a:lstStyle/>
          <a:p>
            <a:pPr algn="ctr">
              <a:buSzPts val="1471"/>
            </a:pPr>
            <a:r>
              <a:rPr lang="en-US" sz="1200" dirty="0">
                <a:solidFill>
                  <a:schemeClr val="lt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López-Jiménez et. al., 2024</a:t>
            </a:r>
            <a:endParaRPr lang="en-US" sz="1200" dirty="0"/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71"/>
              <a:buFont typeface="Arial"/>
              <a:buNone/>
            </a:pPr>
            <a:endParaRPr lang="en-US" sz="500" dirty="0">
              <a:solidFill>
                <a:schemeClr val="lt2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71"/>
              <a:buFont typeface="Arial"/>
              <a:buNone/>
            </a:pPr>
            <a:r>
              <a:rPr lang="en-US" sz="1200" dirty="0">
                <a:solidFill>
                  <a:schemeClr val="lt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“Agent-based model predictive control of soil-crop irrigation with topographical information,” 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71"/>
              <a:buFont typeface="Arial"/>
              <a:buNone/>
            </a:pPr>
            <a:endParaRPr lang="en-US" sz="500" dirty="0">
              <a:solidFill>
                <a:schemeClr val="lt2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71"/>
              <a:buFont typeface="Arial"/>
              <a:buNone/>
            </a:pPr>
            <a:r>
              <a:rPr lang="en-US" sz="1200" dirty="0">
                <a:solidFill>
                  <a:schemeClr val="lt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Control Engineering Practice, vol. 150, p. 106012, 2024. </a:t>
            </a:r>
            <a:endParaRPr sz="1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178;p3">
            <a:extLst>
              <a:ext uri="{FF2B5EF4-FFF2-40B4-BE49-F238E27FC236}">
                <a16:creationId xmlns:a16="http://schemas.microsoft.com/office/drawing/2014/main" id="{851D9C17-EEC7-D16F-4DAD-022BB30C8D3F}"/>
              </a:ext>
            </a:extLst>
          </p:cNvPr>
          <p:cNvSpPr txBox="1"/>
          <p:nvPr/>
        </p:nvSpPr>
        <p:spPr>
          <a:xfrm>
            <a:off x="8633460" y="4800600"/>
            <a:ext cx="24384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dirty="0">
                <a:solidFill>
                  <a:schemeClr val="lt2"/>
                </a:solidFill>
              </a:rPr>
              <a:t>4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845362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F97A5"/>
        </a:solidFill>
        <a:effectLst/>
      </p:bgPr>
    </p:bg>
    <p:spTree>
      <p:nvGrpSpPr>
        <p:cNvPr id="1" name="Shape 243">
          <a:extLst>
            <a:ext uri="{FF2B5EF4-FFF2-40B4-BE49-F238E27FC236}">
              <a16:creationId xmlns:a16="http://schemas.microsoft.com/office/drawing/2014/main" id="{BC5345B7-F060-DD03-63BE-1661F3D35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97;g3e1b453938d_0_4">
            <a:extLst>
              <a:ext uri="{FF2B5EF4-FFF2-40B4-BE49-F238E27FC236}">
                <a16:creationId xmlns:a16="http://schemas.microsoft.com/office/drawing/2014/main" id="{33B30354-BD70-2111-196F-DD6A5F556EC2}"/>
              </a:ext>
            </a:extLst>
          </p:cNvPr>
          <p:cNvSpPr txBox="1"/>
          <p:nvPr/>
        </p:nvSpPr>
        <p:spPr>
          <a:xfrm>
            <a:off x="241800" y="289750"/>
            <a:ext cx="54894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lang="en-US" sz="3000" b="1" dirty="0">
                <a:solidFill>
                  <a:schemeClr val="lt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System Modeling and Dynamics</a:t>
            </a:r>
            <a:endParaRPr sz="3000" b="1" i="0" u="none" strike="noStrike" cap="none" dirty="0">
              <a:solidFill>
                <a:schemeClr val="lt2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2C55ECE0-0B24-F4D8-3C35-B7608E137DFA}"/>
                  </a:ext>
                </a:extLst>
              </p:cNvPr>
              <p:cNvSpPr txBox="1"/>
              <p:nvPr/>
            </p:nvSpPr>
            <p:spPr>
              <a:xfrm>
                <a:off x="241800" y="983883"/>
                <a:ext cx="5325563" cy="232082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20000"/>
                  </a:lnSpc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i="1" smtClean="0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d>
                            <m:dPr>
                              <m:ctrlPr>
                                <a:rPr lang="en-US" i="1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</m:sup>
                      </m:sSubSup>
                      <m:d>
                        <m:dPr>
                          <m:ctrlP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+1</m:t>
                          </m:r>
                        </m:e>
                      </m:d>
                      <m:r>
                        <a:rPr lang="en-US" i="1">
                          <a:solidFill>
                            <a:schemeClr val="accent2">
                              <a:lumMod val="20000"/>
                              <a:lumOff val="80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d>
                            <m:dPr>
                              <m:ctrlPr>
                                <a:rPr lang="en-US" i="1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</m:sup>
                      </m:sSubSup>
                      <m:d>
                        <m:dPr>
                          <m:ctrlP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i="1">
                          <a:solidFill>
                            <a:schemeClr val="accent2">
                              <a:lumMod val="20000"/>
                              <a:lumOff val="80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i="1" smtClean="0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𝐼</m:t>
                          </m:r>
                        </m:e>
                        <m:sup>
                          <m: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sup>
                      </m:sSup>
                      <m:d>
                        <m:dPr>
                          <m:ctrlP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i="1">
                          <a:solidFill>
                            <a:schemeClr val="accent2">
                              <a:lumMod val="20000"/>
                              <a:lumOff val="80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Sup>
                        <m:sSubSupPr>
                          <m:ctrlP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d>
                            <m:dPr>
                              <m:ctrlPr>
                                <a:rPr lang="en-US" i="1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</m:sup>
                      </m:sSubSup>
                      <m:d>
                        <m:dPr>
                          <m:ctrlP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i="1">
                          <a:solidFill>
                            <a:schemeClr val="accent2">
                              <a:lumMod val="20000"/>
                              <a:lumOff val="80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Sup>
                        <m:sSubSupPr>
                          <m:ctrlP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  <m:sup>
                          <m:d>
                            <m:dPr>
                              <m:ctrlPr>
                                <a:rPr lang="en-US" i="1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</m:sup>
                      </m:sSubSup>
                      <m:d>
                        <m:dPr>
                          <m:ctrlP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i="1">
                          <a:solidFill>
                            <a:schemeClr val="accent2">
                              <a:lumMod val="20000"/>
                              <a:lumOff val="80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i="1" dirty="0">
                  <a:solidFill>
                    <a:schemeClr val="accent2">
                      <a:lumMod val="20000"/>
                      <a:lumOff val="80000"/>
                    </a:schemeClr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>
                  <a:lnSpc>
                    <a:spcPct val="120000"/>
                  </a:lnSpc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d>
                            <m:dPr>
                              <m:ctrlPr>
                                <a:rPr lang="en-US" i="1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</m:sup>
                      </m:sSubSup>
                      <m:d>
                        <m:dPr>
                          <m:ctrlP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+1</m:t>
                          </m:r>
                        </m:e>
                      </m:d>
                      <m:r>
                        <a:rPr lang="en-US" i="1">
                          <a:solidFill>
                            <a:schemeClr val="accent2">
                              <a:lumMod val="20000"/>
                              <a:lumOff val="80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d>
                            <m:dPr>
                              <m:ctrlPr>
                                <a:rPr lang="en-US" i="1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</m:sup>
                      </m:sSubSup>
                      <m:d>
                        <m:dPr>
                          <m:ctrlP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i="1">
                          <a:solidFill>
                            <a:schemeClr val="accent2">
                              <a:lumMod val="20000"/>
                              <a:lumOff val="80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d>
                            <m:dPr>
                              <m:ctrlPr>
                                <a:rPr lang="en-US" i="1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</m:sup>
                      </m:sSubSup>
                      <m:d>
                        <m:dPr>
                          <m:ctrlP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</m:oMath>
                  </m:oMathPara>
                </a14:m>
                <a:endParaRPr lang="en-US" i="1" dirty="0">
                  <a:solidFill>
                    <a:schemeClr val="accent2">
                      <a:lumMod val="20000"/>
                      <a:lumOff val="80000"/>
                    </a:schemeClr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>
                  <a:lnSpc>
                    <a:spcPct val="120000"/>
                  </a:lnSpc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  <m:sup>
                          <m:d>
                            <m:dPr>
                              <m:ctrlPr>
                                <a:rPr lang="en-US" i="1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</m:sup>
                      </m:sSubSup>
                      <m:d>
                        <m:dPr>
                          <m:ctrlP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+1</m:t>
                          </m:r>
                        </m:e>
                      </m:d>
                      <m:r>
                        <a:rPr lang="en-US" i="1">
                          <a:solidFill>
                            <a:schemeClr val="accent2">
                              <a:lumMod val="20000"/>
                              <a:lumOff val="80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  <m:sup>
                          <m:d>
                            <m:dPr>
                              <m:ctrlPr>
                                <a:rPr lang="en-US" i="1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</m:sup>
                      </m:sSubSup>
                      <m:d>
                        <m:dPr>
                          <m:ctrlP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i="1">
                          <a:solidFill>
                            <a:schemeClr val="accent2">
                              <a:lumMod val="20000"/>
                              <a:lumOff val="80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1−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accent2">
                              <a:lumMod val="20000"/>
                              <a:lumOff val="80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1−</m:t>
                          </m:r>
                          <m:sSubSup>
                            <m:sSubSupPr>
                              <m:ctrlPr>
                                <a:rPr lang="en-US" i="1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3</m:t>
                              </m:r>
                            </m:sub>
                            <m:sup>
                              <m:d>
                                <m:dPr>
                                  <m:ctrlPr>
                                    <a:rPr lang="en-US" i="1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sup>
                          </m:sSubSup>
                          <m:d>
                            <m:dPr>
                              <m:ctrlPr>
                                <a:rPr lang="en-US" i="1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i="1" dirty="0">
                  <a:solidFill>
                    <a:schemeClr val="accent2">
                      <a:lumMod val="20000"/>
                      <a:lumOff val="80000"/>
                    </a:schemeClr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>
                  <a:lnSpc>
                    <a:spcPct val="120000"/>
                  </a:lnSpc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</m:t>
                          </m:r>
                        </m:sub>
                        <m:sup>
                          <m:d>
                            <m:dPr>
                              <m:ctrlPr>
                                <a:rPr lang="en-US" i="1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</m:sup>
                      </m:sSubSup>
                      <m:d>
                        <m:dPr>
                          <m:ctrlP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+1</m:t>
                          </m:r>
                        </m:e>
                      </m:d>
                      <m:r>
                        <a:rPr lang="en-US" i="1">
                          <a:solidFill>
                            <a:schemeClr val="accent2">
                              <a:lumMod val="20000"/>
                              <a:lumOff val="80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</m:t>
                          </m:r>
                        </m:sub>
                        <m:sup>
                          <m:d>
                            <m:dPr>
                              <m:ctrlPr>
                                <a:rPr lang="en-US" i="1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</m:sup>
                      </m:sSubSup>
                      <m:d>
                        <m:dPr>
                          <m:ctrlP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i="1">
                          <a:solidFill>
                            <a:schemeClr val="accent2">
                              <a:lumMod val="20000"/>
                              <a:lumOff val="80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13</m:t>
                          </m:r>
                        </m:sub>
                      </m:sSub>
                      <m:r>
                        <a:rPr lang="en-US" i="1">
                          <a:solidFill>
                            <a:schemeClr val="accent2">
                              <a:lumMod val="20000"/>
                              <a:lumOff val="80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sSubSup>
                        <m:sSubSupPr>
                          <m:ctrlP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  <m:sup>
                          <m:d>
                            <m:dPr>
                              <m:ctrlPr>
                                <a:rPr lang="en-US" i="1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</m:sup>
                      </m:sSubSup>
                      <m:d>
                        <m:dPr>
                          <m:ctrlP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i="1">
                          <a:solidFill>
                            <a:schemeClr val="accent2">
                              <a:lumMod val="20000"/>
                              <a:lumOff val="80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sSubSup>
                        <m:sSubSupPr>
                          <m:ctrlP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6</m:t>
                          </m:r>
                        </m:sub>
                        <m:sup>
                          <m:d>
                            <m:dPr>
                              <m:ctrlPr>
                                <a:rPr lang="en-US" i="1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</m:sup>
                      </m:sSubSup>
                      <m:d>
                        <m:dPr>
                          <m:ctrlP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i="1">
                          <a:solidFill>
                            <a:schemeClr val="accent2">
                              <a:lumMod val="20000"/>
                              <a:lumOff val="80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sSubSup>
                        <m:sSubSupPr>
                          <m:ctrlP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7</m:t>
                          </m:r>
                        </m:sub>
                        <m:sup>
                          <m:d>
                            <m:dPr>
                              <m:ctrlPr>
                                <a:rPr lang="en-US" i="1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</m:sup>
                      </m:sSubSup>
                      <m:d>
                        <m:dPr>
                          <m:ctrlP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i="1">
                          <a:solidFill>
                            <a:schemeClr val="accent2">
                              <a:lumMod val="20000"/>
                              <a:lumOff val="80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en-US" i="1">
                          <a:solidFill>
                            <a:schemeClr val="accent2">
                              <a:lumMod val="20000"/>
                              <a:lumOff val="80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i="1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d>
                                <m:dPr>
                                  <m:ctrlPr>
                                    <a:rPr lang="en-US" i="1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sup>
                          </m:sSubSup>
                          <m:d>
                            <m:dPr>
                              <m:ctrlPr>
                                <a:rPr lang="en-US" i="1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accent2">
                              <a:lumMod val="20000"/>
                              <a:lumOff val="80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</m:oMath>
                  </m:oMathPara>
                </a14:m>
                <a:endParaRPr lang="en-US" dirty="0">
                  <a:solidFill>
                    <a:schemeClr val="accent2">
                      <a:lumMod val="20000"/>
                      <a:lumOff val="80000"/>
                    </a:schemeClr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>
                  <a:lnSpc>
                    <a:spcPct val="120000"/>
                  </a:lnSpc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5</m:t>
                          </m:r>
                        </m:sub>
                        <m:sup>
                          <m:d>
                            <m:dPr>
                              <m:ctrlPr>
                                <a:rPr lang="en-US" i="1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</m:sup>
                      </m:sSubSup>
                      <m:d>
                        <m:dPr>
                          <m:ctrlP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+1</m:t>
                          </m:r>
                        </m:e>
                      </m:d>
                      <m:r>
                        <a:rPr lang="en-US" i="1">
                          <a:solidFill>
                            <a:schemeClr val="accent2">
                              <a:lumMod val="20000"/>
                              <a:lumOff val="80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𝑠𝑢𝑟𝑓</m:t>
                          </m:r>
                        </m:sub>
                        <m:sup>
                          <m:d>
                            <m:dPr>
                              <m:ctrlPr>
                                <a:rPr lang="en-US" i="1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</m:sup>
                      </m:sSubSup>
                      <m:d>
                        <m:dPr>
                          <m:ctrlP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i="1">
                          <a:solidFill>
                            <a:schemeClr val="accent2">
                              <a:lumMod val="20000"/>
                              <a:lumOff val="80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Sup>
                        <m:sSubSupPr>
                          <m:ctrlP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d>
                            <m:dPr>
                              <m:ctrlPr>
                                <a:rPr lang="en-US" i="1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</m:sup>
                      </m:sSubSup>
                      <m:d>
                        <m:dPr>
                          <m:ctrlP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i="1">
                          <a:solidFill>
                            <a:schemeClr val="accent2">
                              <a:lumMod val="20000"/>
                              <a:lumOff val="80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i="1" smtClean="0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𝐼</m:t>
                          </m:r>
                        </m:e>
                        <m:sup>
                          <m:d>
                            <m:dPr>
                              <m:ctrlPr>
                                <a:rPr lang="en-US" i="1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</m:sup>
                      </m:sSup>
                      <m:d>
                        <m:dPr>
                          <m:ctrlP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</m:oMath>
                  </m:oMathPara>
                </a14:m>
                <a:endParaRPr lang="en-US" dirty="0">
                  <a:solidFill>
                    <a:schemeClr val="accent2">
                      <a:lumMod val="20000"/>
                      <a:lumOff val="80000"/>
                    </a:schemeClr>
                  </a:solidFill>
                  <a:latin typeface="Cambria Math" panose="02040503050406030204" pitchFamily="18" charset="0"/>
                  <a:ea typeface="Cambria Math" panose="020405030504060302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2C55ECE0-0B24-F4D8-3C35-B7608E137D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1800" y="983883"/>
                <a:ext cx="5325563" cy="232082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BEB0E0BF-43A3-85D3-38A3-977DF993D517}"/>
              </a:ext>
            </a:extLst>
          </p:cNvPr>
          <p:cNvSpPr/>
          <p:nvPr/>
        </p:nvSpPr>
        <p:spPr>
          <a:xfrm>
            <a:off x="241800" y="884095"/>
            <a:ext cx="5325563" cy="2489667"/>
          </a:xfrm>
          <a:prstGeom prst="roundRect">
            <a:avLst/>
          </a:prstGeom>
          <a:noFill/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B4F80745-41FD-B7C5-FB96-375568EBAB0C}"/>
              </a:ext>
            </a:extLst>
          </p:cNvPr>
          <p:cNvSpPr/>
          <p:nvPr/>
        </p:nvSpPr>
        <p:spPr>
          <a:xfrm>
            <a:off x="241800" y="3499139"/>
            <a:ext cx="5325563" cy="1494630"/>
          </a:xfrm>
          <a:prstGeom prst="roundRect">
            <a:avLst>
              <a:gd name="adj" fmla="val 15189"/>
            </a:avLst>
          </a:prstGeom>
          <a:noFill/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47B22957-C46E-77AF-30B0-B32E47CB5360}"/>
                  </a:ext>
                </a:extLst>
              </p:cNvPr>
              <p:cNvSpPr txBox="1"/>
              <p:nvPr/>
            </p:nvSpPr>
            <p:spPr>
              <a:xfrm>
                <a:off x="300041" y="3574157"/>
                <a:ext cx="3815486" cy="12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200" dirty="0">
                    <a:solidFill>
                      <a:schemeClr val="accent2">
                        <a:lumMod val="20000"/>
                        <a:lumOff val="80000"/>
                      </a:schemeClr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Growth function:</a:t>
                </a:r>
                <a:endParaRPr lang="en-US" sz="1200" dirty="0">
                  <a:solidFill>
                    <a:schemeClr val="accent2">
                      <a:lumMod val="20000"/>
                      <a:lumOff val="80000"/>
                    </a:schemeClr>
                  </a:solidFill>
                  <a:ea typeface="Cambria Math" panose="02040503050406030204" pitchFamily="18" charset="0"/>
                </a:endParaRP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i="1">
                          <a:solidFill>
                            <a:schemeClr val="accent2">
                              <a:lumMod val="20000"/>
                              <a:lumOff val="80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en-US" sz="1200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sz="1200" i="1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200" i="1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200" i="1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en-US" sz="1200" i="1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p>
                          </m:sSubSup>
                        </m:e>
                      </m:d>
                      <m:r>
                        <a:rPr lang="en-US" sz="1200" i="1">
                          <a:solidFill>
                            <a:schemeClr val="accent2">
                              <a:lumMod val="20000"/>
                              <a:lumOff val="80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sz="1200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sz="1200" i="1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eqArrPr>
                            <m:e>
                              <m:f>
                                <m:fPr>
                                  <m:ctrlPr>
                                    <a:rPr lang="en-US" sz="1200" i="1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sz="1200" i="1">
                                          <a:solidFill>
                                            <a:schemeClr val="accent2">
                                              <a:lumMod val="20000"/>
                                              <a:lumOff val="8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solidFill>
                                            <a:schemeClr val="accent2">
                                              <a:lumMod val="20000"/>
                                              <a:lumOff val="8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solidFill>
                                            <a:schemeClr val="accent2">
                                              <a:lumMod val="20000"/>
                                              <a:lumOff val="8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19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en-US" sz="1200" i="1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1+</m:t>
                                  </m:r>
                                  <m:func>
                                    <m:funcPr>
                                      <m:ctrlPr>
                                        <a:rPr lang="en-US" sz="1200" i="1">
                                          <a:solidFill>
                                            <a:schemeClr val="accent2">
                                              <a:lumMod val="20000"/>
                                              <a:lumOff val="8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 sz="1200">
                                          <a:solidFill>
                                            <a:schemeClr val="accent2">
                                              <a:lumMod val="20000"/>
                                              <a:lumOff val="8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exp</m:t>
                                      </m:r>
                                    </m:fName>
                                    <m:e>
                                      <m:d>
                                        <m:dPr>
                                          <m:ctrlPr>
                                            <a:rPr lang="en-US" sz="1200" i="1">
                                              <a:solidFill>
                                                <a:schemeClr val="accent2">
                                                  <a:lumMod val="20000"/>
                                                  <a:lumOff val="80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1200" i="1">
                                              <a:solidFill>
                                                <a:schemeClr val="accent2">
                                                  <a:lumMod val="20000"/>
                                                  <a:lumOff val="80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−0.01</m:t>
                                          </m:r>
                                          <m:d>
                                            <m:dPr>
                                              <m:ctrlPr>
                                                <a:rPr lang="en-US" sz="1200" i="1">
                                                  <a:solidFill>
                                                    <a:schemeClr val="accent2">
                                                      <a:lumMod val="20000"/>
                                                      <a:lumOff val="8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sSubSup>
                                                <m:sSubSupPr>
                                                  <m:ctrlPr>
                                                    <a:rPr lang="en-US" sz="1200" i="1">
                                                      <a:solidFill>
                                                        <a:schemeClr val="accent2">
                                                          <a:lumMod val="20000"/>
                                                          <a:lumOff val="8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</m:ctrlPr>
                                                </m:sSubSupPr>
                                                <m:e>
                                                  <m:r>
                                                    <a:rPr lang="en-US" sz="1200" i="1">
                                                      <a:solidFill>
                                                        <a:schemeClr val="accent2">
                                                          <a:lumMod val="20000"/>
                                                          <a:lumOff val="8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𝑥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US" sz="1200" i="1">
                                                      <a:solidFill>
                                                        <a:schemeClr val="accent2">
                                                          <a:lumMod val="20000"/>
                                                          <a:lumOff val="8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</m:sub>
                                                <m:sup>
                                                  <m:r>
                                                    <a:rPr lang="en-US" sz="1200" i="1">
                                                      <a:solidFill>
                                                        <a:schemeClr val="accent2">
                                                          <a:lumMod val="20000"/>
                                                          <a:lumOff val="8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𝑛</m:t>
                                                  </m:r>
                                                </m:sup>
                                              </m:sSubSup>
                                              <m:r>
                                                <a:rPr lang="en-US" sz="1200" i="1">
                                                  <a:solidFill>
                                                    <a:schemeClr val="accent2">
                                                      <a:lumMod val="20000"/>
                                                      <a:lumOff val="8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−</m:t>
                                              </m:r>
                                              <m:sSub>
                                                <m:sSubPr>
                                                  <m:ctrlPr>
                                                    <a:rPr lang="en-US" sz="1200" i="1">
                                                      <a:solidFill>
                                                        <a:schemeClr val="accent2">
                                                          <a:lumMod val="20000"/>
                                                          <a:lumOff val="8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en-US" sz="1200" i="1">
                                                      <a:solidFill>
                                                        <a:schemeClr val="accent2">
                                                          <a:lumMod val="20000"/>
                                                          <a:lumOff val="8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𝜃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US" sz="1200" i="1">
                                                      <a:solidFill>
                                                        <a:schemeClr val="accent2">
                                                          <a:lumMod val="20000"/>
                                                          <a:lumOff val="8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20</m:t>
                                                  </m:r>
                                                </m:sub>
                                              </m:sSub>
                                            </m:e>
                                          </m:d>
                                        </m:e>
                                      </m:d>
                                    </m:e>
                                  </m:func>
                                </m:den>
                              </m:f>
                              <m:r>
                                <a:rPr lang="en-US" sz="1200" i="1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 </m:t>
                              </m:r>
                              <m:sSubSup>
                                <m:sSubSupPr>
                                  <m:ctrlPr>
                                    <a:rPr lang="en-US" sz="1200" i="1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1200" i="1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  <m:sup>
                                  <m:r>
                                    <a:rPr lang="en-US" sz="1200" i="1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p>
                              </m:sSubSup>
                              <m:r>
                                <a:rPr lang="en-US" sz="1200" i="1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≤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18</m:t>
                                  </m:r>
                                </m:sub>
                              </m:sSub>
                              <m:r>
                                <m:rPr>
                                  <m:lit/>
                                </m:rPr>
                                <a:rPr lang="en-US" sz="1200" i="1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/</m:t>
                              </m:r>
                              <m:r>
                                <a:rPr lang="en-US" sz="1200" i="1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e>
                            <m:e>
                              <m:f>
                                <m:fPr>
                                  <m:ctrlPr>
                                    <a:rPr lang="en-US" sz="1200" i="1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sz="1200" i="1">
                                          <a:solidFill>
                                            <a:schemeClr val="accent2">
                                              <a:lumMod val="20000"/>
                                              <a:lumOff val="8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solidFill>
                                            <a:schemeClr val="accent2">
                                              <a:lumMod val="20000"/>
                                              <a:lumOff val="8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solidFill>
                                            <a:schemeClr val="accent2">
                                              <a:lumMod val="20000"/>
                                              <a:lumOff val="8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19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en-US" sz="1200" i="1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1+</m:t>
                                  </m:r>
                                  <m:func>
                                    <m:funcPr>
                                      <m:ctrlPr>
                                        <a:rPr lang="en-US" sz="1200" i="1">
                                          <a:solidFill>
                                            <a:schemeClr val="accent2">
                                              <a:lumMod val="20000"/>
                                              <a:lumOff val="8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 sz="1200">
                                          <a:solidFill>
                                            <a:schemeClr val="accent2">
                                              <a:lumMod val="20000"/>
                                              <a:lumOff val="8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exp</m:t>
                                      </m:r>
                                    </m:fName>
                                    <m:e>
                                      <m:d>
                                        <m:dPr>
                                          <m:ctrlPr>
                                            <a:rPr lang="en-US" sz="1200" i="1">
                                              <a:solidFill>
                                                <a:schemeClr val="accent2">
                                                  <a:lumMod val="20000"/>
                                                  <a:lumOff val="80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1200" i="1">
                                              <a:solidFill>
                                                <a:schemeClr val="accent2">
                                                  <a:lumMod val="20000"/>
                                                  <a:lumOff val="80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0.01</m:t>
                                          </m:r>
                                          <m:d>
                                            <m:dPr>
                                              <m:ctrlPr>
                                                <a:rPr lang="en-US" sz="1200" i="1">
                                                  <a:solidFill>
                                                    <a:schemeClr val="accent2">
                                                      <a:lumMod val="20000"/>
                                                      <a:lumOff val="8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sSubSup>
                                                <m:sSubSupPr>
                                                  <m:ctrlPr>
                                                    <a:rPr lang="en-US" sz="1200" i="1">
                                                      <a:solidFill>
                                                        <a:schemeClr val="accent2">
                                                          <a:lumMod val="20000"/>
                                                          <a:lumOff val="8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</m:ctrlPr>
                                                </m:sSubSupPr>
                                                <m:e>
                                                  <m:r>
                                                    <a:rPr lang="en-US" sz="1200" i="1">
                                                      <a:solidFill>
                                                        <a:schemeClr val="accent2">
                                                          <a:lumMod val="20000"/>
                                                          <a:lumOff val="8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𝑥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US" sz="1200" i="1">
                                                      <a:solidFill>
                                                        <a:schemeClr val="accent2">
                                                          <a:lumMod val="20000"/>
                                                          <a:lumOff val="8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</m:sub>
                                                <m:sup>
                                                  <m:r>
                                                    <a:rPr lang="en-US" sz="1200" i="1">
                                                      <a:solidFill>
                                                        <a:schemeClr val="accent2">
                                                          <a:lumMod val="20000"/>
                                                          <a:lumOff val="8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𝑛</m:t>
                                                  </m:r>
                                                </m:sup>
                                              </m:sSubSup>
                                              <m:r>
                                                <a:rPr lang="en-US" sz="1200" i="1">
                                                  <a:solidFill>
                                                    <a:schemeClr val="accent2">
                                                      <a:lumMod val="20000"/>
                                                      <a:lumOff val="8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+</m:t>
                                              </m:r>
                                              <m:sSubSup>
                                                <m:sSubSupPr>
                                                  <m:ctrlPr>
                                                    <a:rPr lang="en-US" sz="1200" i="1">
                                                      <a:solidFill>
                                                        <a:schemeClr val="accent2">
                                                          <a:lumMod val="20000"/>
                                                          <a:lumOff val="8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</m:ctrlPr>
                                                </m:sSubSupPr>
                                                <m:e>
                                                  <m:r>
                                                    <a:rPr lang="en-US" sz="1200" i="1">
                                                      <a:solidFill>
                                                        <a:schemeClr val="accent2">
                                                          <a:lumMod val="20000"/>
                                                          <a:lumOff val="8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𝑥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US" sz="1200" i="1">
                                                      <a:solidFill>
                                                        <a:schemeClr val="accent2">
                                                          <a:lumMod val="20000"/>
                                                          <a:lumOff val="8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3</m:t>
                                                  </m:r>
                                                </m:sub>
                                                <m:sup>
                                                  <m:r>
                                                    <a:rPr lang="en-US" sz="1200" i="1">
                                                      <a:solidFill>
                                                        <a:schemeClr val="accent2">
                                                          <a:lumMod val="20000"/>
                                                          <a:lumOff val="8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𝑛</m:t>
                                                  </m:r>
                                                </m:sup>
                                              </m:sSubSup>
                                              <m:r>
                                                <a:rPr lang="en-US" sz="1200" i="1">
                                                  <a:solidFill>
                                                    <a:schemeClr val="accent2">
                                                      <a:lumMod val="20000"/>
                                                      <a:lumOff val="8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−</m:t>
                                              </m:r>
                                              <m:sSub>
                                                <m:sSubPr>
                                                  <m:ctrlPr>
                                                    <a:rPr lang="en-US" sz="1200" i="1">
                                                      <a:solidFill>
                                                        <a:schemeClr val="accent2">
                                                          <a:lumMod val="20000"/>
                                                          <a:lumOff val="8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en-US" sz="1200" i="1">
                                                      <a:solidFill>
                                                        <a:schemeClr val="accent2">
                                                          <a:lumMod val="20000"/>
                                                          <a:lumOff val="8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𝜃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US" sz="1200" i="1">
                                                      <a:solidFill>
                                                        <a:schemeClr val="accent2">
                                                          <a:lumMod val="20000"/>
                                                          <a:lumOff val="8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18</m:t>
                                                  </m:r>
                                                </m:sub>
                                              </m:sSub>
                                            </m:e>
                                          </m:d>
                                        </m:e>
                                      </m:d>
                                    </m:e>
                                  </m:func>
                                </m:den>
                              </m:f>
                              <m:r>
                                <a:rPr lang="en-US" sz="1200" i="1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 </m:t>
                              </m:r>
                              <m:sSubSup>
                                <m:sSubSupPr>
                                  <m:ctrlPr>
                                    <a:rPr lang="en-US" sz="1200" i="1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1200" i="1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  <m:sup>
                                  <m:r>
                                    <a:rPr lang="en-US" sz="1200" i="1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p>
                              </m:sSubSup>
                              <m:r>
                                <a:rPr lang="en-US" sz="1200" i="1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&gt;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18</m:t>
                                  </m:r>
                                </m:sub>
                              </m:sSub>
                              <m:r>
                                <m:rPr>
                                  <m:lit/>
                                </m:rPr>
                                <a:rPr lang="en-US" sz="1200" i="1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/</m:t>
                              </m:r>
                              <m:r>
                                <a:rPr lang="en-US" sz="1200" i="1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sz="1200" dirty="0"/>
              </a:p>
            </p:txBody>
          </p:sp>
        </mc:Choice>
        <mc:Fallback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47B22957-C46E-77AF-30B0-B32E47CB53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0041" y="3574157"/>
                <a:ext cx="3815486" cy="12847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1E68CF17-9144-8C87-EFD3-85A0DF877B74}"/>
                  </a:ext>
                </a:extLst>
              </p:cNvPr>
              <p:cNvSpPr txBox="1"/>
              <p:nvPr/>
            </p:nvSpPr>
            <p:spPr>
              <a:xfrm>
                <a:off x="5788351" y="843850"/>
                <a:ext cx="2979412" cy="4149919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r>
                  <a:rPr lang="en-US" sz="1200" dirty="0">
                    <a:solidFill>
                      <a:schemeClr val="accent2">
                        <a:lumMod val="20000"/>
                        <a:lumOff val="80000"/>
                      </a:schemeClr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Drought stress: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200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200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1200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  <m:sup>
                          <m:r>
                            <a:rPr lang="en-US" sz="1200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sup>
                      </m:sSubSup>
                      <m:d>
                        <m:dPr>
                          <m:ctrlPr>
                            <a:rPr lang="en-US" sz="1200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sz="1200" i="1">
                          <a:solidFill>
                            <a:schemeClr val="accent2">
                              <a:lumMod val="20000"/>
                              <a:lumOff val="80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=1−</m:t>
                      </m:r>
                      <m:sSub>
                        <m:sSubPr>
                          <m:ctrlPr>
                            <a:rPr lang="en-US" sz="1200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sz="1200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14</m:t>
                          </m:r>
                        </m:sub>
                      </m:sSub>
                      <m:r>
                        <a:rPr lang="en-US" sz="1200" i="1">
                          <a:solidFill>
                            <a:schemeClr val="accent2">
                              <a:lumMod val="20000"/>
                              <a:lumOff val="80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func>
                        <m:funcPr>
                          <m:ctrlPr>
                            <a:rPr lang="en-US" sz="1200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200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max</m:t>
                          </m:r>
                        </m:fName>
                        <m:e>
                          <m:d>
                            <m:dPr>
                              <m:ctrlPr>
                                <a:rPr lang="en-US" sz="1200" i="1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1−</m:t>
                              </m:r>
                              <m:f>
                                <m:fPr>
                                  <m:ctrlPr>
                                    <a:rPr lang="en-US" sz="1200" i="1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Sup>
                                    <m:sSubSupPr>
                                      <m:ctrlPr>
                                        <a:rPr lang="en-US" sz="1200" i="1">
                                          <a:solidFill>
                                            <a:schemeClr val="accent2">
                                              <a:lumMod val="20000"/>
                                              <a:lumOff val="8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sz="1200" i="1">
                                          <a:solidFill>
                                            <a:schemeClr val="accent2">
                                              <a:lumMod val="20000"/>
                                              <a:lumOff val="8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𝜑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solidFill>
                                            <a:schemeClr val="accent2">
                                              <a:lumMod val="20000"/>
                                              <a:lumOff val="8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  <m:sup>
                                      <m:r>
                                        <a:rPr lang="en-US" sz="1200" i="1">
                                          <a:solidFill>
                                            <a:schemeClr val="accent2">
                                              <a:lumMod val="20000"/>
                                              <a:lumOff val="8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𝑛</m:t>
                                      </m:r>
                                    </m:sup>
                                  </m:sSubSup>
                                  <m:d>
                                    <m:dPr>
                                      <m:ctrlPr>
                                        <a:rPr lang="en-US" sz="1200" i="1">
                                          <a:solidFill>
                                            <a:schemeClr val="accent2">
                                              <a:lumMod val="20000"/>
                                              <a:lumOff val="8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200" i="1">
                                          <a:solidFill>
                                            <a:schemeClr val="accent2">
                                              <a:lumMod val="20000"/>
                                              <a:lumOff val="8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</m:d>
                                </m:num>
                                <m:den>
                                  <m:r>
                                    <a:rPr lang="en-US" sz="1200" i="1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𝐸</m:t>
                                  </m:r>
                                  <m:sSub>
                                    <m:sSubPr>
                                      <m:ctrlPr>
                                        <a:rPr lang="en-US" sz="1200" i="1">
                                          <a:solidFill>
                                            <a:schemeClr val="accent2">
                                              <a:lumMod val="20000"/>
                                              <a:lumOff val="8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solidFill>
                                            <a:schemeClr val="accent2">
                                              <a:lumMod val="20000"/>
                                              <a:lumOff val="8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solidFill>
                                            <a:schemeClr val="accent2">
                                              <a:lumMod val="20000"/>
                                              <a:lumOff val="8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𝑐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sz="1200" i="1">
                                          <a:solidFill>
                                            <a:schemeClr val="accent2">
                                              <a:lumMod val="20000"/>
                                              <a:lumOff val="8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200" i="1">
                                          <a:solidFill>
                                            <a:schemeClr val="accent2">
                                              <a:lumMod val="20000"/>
                                              <a:lumOff val="8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</m:d>
                                </m:den>
                              </m:f>
                              <m:r>
                                <a:rPr lang="en-US" sz="1200" i="1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,0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US" sz="1200" i="1" dirty="0">
                  <a:solidFill>
                    <a:schemeClr val="accent2">
                      <a:lumMod val="20000"/>
                      <a:lumOff val="80000"/>
                    </a:schemeClr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r>
                  <a:rPr lang="en-US" sz="1200" dirty="0">
                    <a:solidFill>
                      <a:schemeClr val="accent2">
                        <a:lumMod val="20000"/>
                        <a:lumOff val="80000"/>
                      </a:schemeClr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Waterlogging stress: </a:t>
                </a:r>
                <a:endParaRPr lang="en-US" sz="1200" i="1" dirty="0">
                  <a:solidFill>
                    <a:schemeClr val="accent2">
                      <a:lumMod val="20000"/>
                      <a:lumOff val="80000"/>
                    </a:schemeClr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200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200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1200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6</m:t>
                          </m:r>
                        </m:sub>
                        <m:sup>
                          <m:r>
                            <a:rPr lang="en-US" sz="1200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sup>
                      </m:sSubSup>
                      <m:d>
                        <m:dPr>
                          <m:ctrlPr>
                            <a:rPr lang="en-US" sz="1200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sz="1200" i="1">
                          <a:solidFill>
                            <a:schemeClr val="accent2">
                              <a:lumMod val="20000"/>
                              <a:lumOff val="80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1200" i="1">
                          <a:solidFill>
                            <a:schemeClr val="accent2">
                              <a:lumMod val="20000"/>
                              <a:lumOff val="80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𝑐𝑙𝑖𝑝</m:t>
                      </m:r>
                      <m:d>
                        <m:dPr>
                          <m:ctrlPr>
                            <a:rPr lang="en-US" sz="1200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1−</m:t>
                          </m:r>
                          <m:f>
                            <m:fPr>
                              <m:ctrlPr>
                                <a:rPr lang="en-US" sz="1200" i="1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sSubSup>
                                <m:sSubSupPr>
                                  <m:ctrlPr>
                                    <a:rPr lang="en-US" sz="1200" i="1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1200" i="1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en-US" sz="1200" i="1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US" sz="1200" i="1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200" i="1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</m:d>
                              <m:r>
                                <a:rPr lang="en-US" sz="1200" i="1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6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5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6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5</m:t>
                                  </m:r>
                                </m:sub>
                              </m:sSub>
                            </m:den>
                          </m:f>
                          <m:r>
                            <a:rPr lang="en-US" sz="1200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,0,1</m:t>
                          </m:r>
                        </m:e>
                      </m:d>
                    </m:oMath>
                  </m:oMathPara>
                </a14:m>
                <a:endParaRPr lang="en-US" sz="12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>
                            <a:solidFill>
                              <a:schemeClr val="accent2">
                                <a:lumMod val="20000"/>
                                <a:lumOff val="8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>
                            <a:solidFill>
                              <a:schemeClr val="accent2">
                                <a:lumMod val="20000"/>
                                <a:lumOff val="8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sz="1200" i="1">
                            <a:solidFill>
                              <a:schemeClr val="accent2">
                                <a:lumMod val="20000"/>
                                <a:lumOff val="8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  <m:r>
                      <a:rPr lang="en-US" sz="1200" i="1">
                        <a:solidFill>
                          <a:schemeClr val="accent2">
                            <a:lumMod val="20000"/>
                            <a:lumOff val="80000"/>
                          </a:schemeClr>
                        </a:solidFill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US" sz="1200" i="1" dirty="0">
                    <a:solidFill>
                      <a:schemeClr val="accent2">
                        <a:lumMod val="20000"/>
                        <a:lumOff val="80000"/>
                      </a:schemeClr>
                    </a:solidFill>
                    <a:latin typeface="Times New Roman" panose="02020603050405020304" pitchFamily="18" charset="0"/>
                    <a:ea typeface="Tahoma" panose="020B0604030504040204" pitchFamily="34" charset="0"/>
                    <a:cs typeface="Times New Roman" panose="02020603050405020304" pitchFamily="18" charset="0"/>
                  </a:rPr>
                  <a:t> Root zone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>
                            <a:solidFill>
                              <a:schemeClr val="accent2">
                                <a:lumMod val="20000"/>
                                <a:lumOff val="8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>
                            <a:solidFill>
                              <a:schemeClr val="accent2">
                                <a:lumMod val="20000"/>
                                <a:lumOff val="8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sz="1200" i="1">
                            <a:solidFill>
                              <a:schemeClr val="accent2">
                                <a:lumMod val="20000"/>
                                <a:lumOff val="8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6</m:t>
                        </m:r>
                      </m:sub>
                    </m:sSub>
                    <m:r>
                      <a:rPr lang="en-US" sz="1200" i="1">
                        <a:solidFill>
                          <a:schemeClr val="accent2">
                            <a:lumMod val="20000"/>
                            <a:lumOff val="80000"/>
                          </a:schemeClr>
                        </a:solidFill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US" sz="1200" i="1" dirty="0">
                    <a:solidFill>
                      <a:schemeClr val="accent2">
                        <a:lumMod val="20000"/>
                        <a:lumOff val="80000"/>
                      </a:schemeClr>
                    </a:solidFill>
                    <a:latin typeface="Times New Roman" panose="02020603050405020304" pitchFamily="18" charset="0"/>
                    <a:ea typeface="Tahoma" panose="020B0604030504040204" pitchFamily="34" charset="0"/>
                    <a:cs typeface="Times New Roman" panose="02020603050405020304" pitchFamily="18" charset="0"/>
                  </a:rPr>
                  <a:t> Field capacity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>
                            <a:solidFill>
                              <a:schemeClr val="accent2">
                                <a:lumMod val="20000"/>
                                <a:lumOff val="8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>
                            <a:solidFill>
                              <a:schemeClr val="accent2">
                                <a:lumMod val="20000"/>
                                <a:lumOff val="8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sz="1200" i="1">
                            <a:solidFill>
                              <a:schemeClr val="accent2">
                                <a:lumMod val="20000"/>
                                <a:lumOff val="8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14</m:t>
                        </m:r>
                      </m:sub>
                    </m:sSub>
                    <m:r>
                      <a:rPr lang="en-US" sz="1200" i="1">
                        <a:solidFill>
                          <a:schemeClr val="accent2">
                            <a:lumMod val="20000"/>
                            <a:lumOff val="80000"/>
                          </a:schemeClr>
                        </a:solidFill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US" sz="1200" i="1" dirty="0">
                    <a:solidFill>
                      <a:schemeClr val="accent2">
                        <a:lumMod val="20000"/>
                        <a:lumOff val="8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drought sensitivity</a:t>
                </a:r>
                <a:r>
                  <a:rPr lang="en-US" sz="1200" i="1" dirty="0">
                    <a:solidFill>
                      <a:schemeClr val="accent2">
                        <a:lumMod val="20000"/>
                        <a:lumOff val="80000"/>
                      </a:schemeClr>
                    </a:solidFill>
                    <a:latin typeface="Times New Roman" panose="02020603050405020304" pitchFamily="18" charset="0"/>
                    <a:ea typeface="Tahoma" panose="020B0604030504040204" pitchFamily="34" charset="0"/>
                    <a:cs typeface="Times New Roman" panose="02020603050405020304" pitchFamily="18" charset="0"/>
                  </a:rPr>
                  <a:t> </a:t>
                </a:r>
              </a:p>
              <a:p>
                <a:endParaRPr lang="en-US" sz="600" i="1" dirty="0">
                  <a:solidFill>
                    <a:schemeClr val="accent2">
                      <a:lumMod val="20000"/>
                      <a:lumOff val="80000"/>
                    </a:schemeClr>
                  </a:solidFill>
                  <a:latin typeface="Times New Roman" panose="02020603050405020304" pitchFamily="18" charset="0"/>
                  <a:ea typeface="Tahoma" panose="020B0604030504040204" pitchFamily="34" charset="0"/>
                  <a:cs typeface="Times New Roman" panose="02020603050405020304" pitchFamily="18" charset="0"/>
                </a:endParaRPr>
              </a:p>
              <a:p>
                <a:r>
                  <a:rPr lang="en-US" sz="1200" dirty="0">
                    <a:solidFill>
                      <a:schemeClr val="accent2">
                        <a:lumMod val="20000"/>
                        <a:lumOff val="80000"/>
                      </a:schemeClr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Thermal accumulation: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200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200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1200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200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sup>
                      </m:sSubSup>
                      <m:d>
                        <m:dPr>
                          <m:ctrlPr>
                            <a:rPr lang="en-US" sz="1200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sz="1200" i="1">
                          <a:solidFill>
                            <a:schemeClr val="accent2">
                              <a:lumMod val="20000"/>
                              <a:lumOff val="80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1200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200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max</m:t>
                          </m:r>
                        </m:fName>
                        <m:e>
                          <m:d>
                            <m:dPr>
                              <m:ctrlPr>
                                <a:rPr lang="en-US" sz="1200" i="1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𝑚𝑒𝑎𝑛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sz="1200" i="1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200" i="1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</m:d>
                              <m:r>
                                <a:rPr lang="en-US" sz="1200" i="1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7</m:t>
                                  </m:r>
                                </m:sub>
                              </m:sSub>
                              <m:r>
                                <a:rPr lang="en-US" sz="1200" i="1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,0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US" sz="1200" dirty="0"/>
              </a:p>
              <a:p>
                <a:r>
                  <a:rPr lang="en-US" sz="1200" dirty="0">
                    <a:solidFill>
                      <a:schemeClr val="accent2">
                        <a:lumMod val="20000"/>
                        <a:lumOff val="80000"/>
                      </a:schemeClr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Heat stress: </a:t>
                </a:r>
                <a:endParaRPr lang="en-US" sz="1200" i="1" dirty="0">
                  <a:solidFill>
                    <a:schemeClr val="accent2">
                      <a:lumMod val="20000"/>
                      <a:lumOff val="80000"/>
                    </a:schemeClr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1200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1200" i="1">
                          <a:solidFill>
                            <a:schemeClr val="accent2">
                              <a:lumMod val="20000"/>
                              <a:lumOff val="80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1200" i="1">
                          <a:solidFill>
                            <a:schemeClr val="accent2">
                              <a:lumMod val="20000"/>
                              <a:lumOff val="80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𝑐𝑙𝑖𝑝</m:t>
                      </m:r>
                      <m:r>
                        <a:rPr lang="en-US" sz="1200" i="1">
                          <a:solidFill>
                            <a:schemeClr val="accent2">
                              <a:lumMod val="20000"/>
                              <a:lumOff val="80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US" sz="1200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1200" i="1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10</m:t>
                                  </m:r>
                                </m:sub>
                              </m:sSub>
                              <m:r>
                                <a:rPr lang="en-US" sz="1200" i="1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𝑚𝑎𝑥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sz="1200" i="1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200" i="1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</m:d>
                            </m:num>
                            <m:den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10</m:t>
                                  </m:r>
                                </m:sub>
                              </m:sSub>
                              <m:r>
                                <a:rPr lang="en-US" sz="1200" i="1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9</m:t>
                                  </m:r>
                                </m:sub>
                              </m:sSub>
                            </m:den>
                          </m:f>
                          <m:r>
                            <a:rPr lang="en-US" sz="1200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,0,1</m:t>
                          </m:r>
                        </m:e>
                      </m:d>
                    </m:oMath>
                  </m:oMathPara>
                </a14:m>
                <a:endParaRPr lang="en-US" sz="1200" i="1" dirty="0">
                  <a:solidFill>
                    <a:schemeClr val="accent2">
                      <a:lumMod val="20000"/>
                      <a:lumOff val="80000"/>
                    </a:schemeClr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r>
                  <a:rPr lang="en-US" sz="1200" dirty="0">
                    <a:solidFill>
                      <a:schemeClr val="accent2">
                        <a:lumMod val="20000"/>
                        <a:lumOff val="80000"/>
                      </a:schemeClr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Low temperature stress: </a:t>
                </a:r>
                <a:endParaRPr lang="en-US" sz="1200" i="1" dirty="0">
                  <a:solidFill>
                    <a:schemeClr val="accent2">
                      <a:lumMod val="20000"/>
                      <a:lumOff val="80000"/>
                    </a:schemeClr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1200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7</m:t>
                          </m:r>
                        </m:sub>
                      </m:sSub>
                      <m:r>
                        <a:rPr lang="en-US" sz="1200" i="1">
                          <a:solidFill>
                            <a:schemeClr val="accent2">
                              <a:lumMod val="20000"/>
                              <a:lumOff val="80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sz="1200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sz="1200" i="1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sz="1200" i="1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1,  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𝑚𝑒𝑎𝑛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sz="1200" i="1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200" i="1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</m:d>
                              <m:r>
                                <a:rPr lang="en-US" sz="1200" i="1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&gt;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7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sz="1200" i="1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0,  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𝑚𝑒𝑎𝑛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sz="1200" i="1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200" i="1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</m:d>
                              <m:r>
                                <a:rPr lang="en-US" sz="1200" i="1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≤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7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</m:oMath>
                  </m:oMathPara>
                </a14:m>
                <a:endParaRPr lang="en-US" sz="1200" i="1" dirty="0">
                  <a:solidFill>
                    <a:schemeClr val="accent2">
                      <a:lumMod val="20000"/>
                      <a:lumOff val="80000"/>
                    </a:schemeClr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>
                            <a:solidFill>
                              <a:schemeClr val="accent2">
                                <a:lumMod val="20000"/>
                                <a:lumOff val="8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>
                            <a:solidFill>
                              <a:schemeClr val="accent2">
                                <a:lumMod val="20000"/>
                                <a:lumOff val="8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sz="1200" i="1">
                            <a:solidFill>
                              <a:schemeClr val="accent2">
                                <a:lumMod val="20000"/>
                                <a:lumOff val="8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7</m:t>
                        </m:r>
                      </m:sub>
                    </m:sSub>
                    <m:r>
                      <a:rPr lang="en-US" sz="1200" i="1">
                        <a:solidFill>
                          <a:schemeClr val="accent2">
                            <a:lumMod val="20000"/>
                            <a:lumOff val="80000"/>
                          </a:schemeClr>
                        </a:solidFill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US" sz="1200" i="1" dirty="0">
                    <a:solidFill>
                      <a:schemeClr val="accent2">
                        <a:lumMod val="20000"/>
                        <a:lumOff val="8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Base temperature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>
                            <a:solidFill>
                              <a:schemeClr val="accent2">
                                <a:lumMod val="20000"/>
                                <a:lumOff val="8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>
                            <a:solidFill>
                              <a:schemeClr val="accent2">
                                <a:lumMod val="20000"/>
                                <a:lumOff val="8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sz="1200" i="1">
                            <a:solidFill>
                              <a:schemeClr val="accent2">
                                <a:lumMod val="20000"/>
                                <a:lumOff val="8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9</m:t>
                        </m:r>
                      </m:sub>
                    </m:sSub>
                    <m:r>
                      <a:rPr lang="en-US" sz="1200" i="1">
                        <a:solidFill>
                          <a:schemeClr val="accent2">
                            <a:lumMod val="20000"/>
                            <a:lumOff val="80000"/>
                          </a:schemeClr>
                        </a:solidFill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US" sz="1200" i="1" dirty="0">
                    <a:solidFill>
                      <a:schemeClr val="accent2">
                        <a:lumMod val="20000"/>
                        <a:lumOff val="8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heat stress onset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>
                            <a:solidFill>
                              <a:schemeClr val="accent2">
                                <a:lumMod val="20000"/>
                                <a:lumOff val="8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>
                            <a:solidFill>
                              <a:schemeClr val="accent2">
                                <a:lumMod val="20000"/>
                                <a:lumOff val="8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sz="1200" i="1">
                            <a:solidFill>
                              <a:schemeClr val="accent2">
                                <a:lumMod val="20000"/>
                                <a:lumOff val="8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sub>
                    </m:sSub>
                    <m:r>
                      <a:rPr lang="en-US" sz="1200" i="1">
                        <a:solidFill>
                          <a:schemeClr val="accent2">
                            <a:lumMod val="20000"/>
                            <a:lumOff val="80000"/>
                          </a:schemeClr>
                        </a:solidFill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US" sz="1200" i="1" dirty="0">
                    <a:solidFill>
                      <a:schemeClr val="accent2">
                        <a:lumMod val="20000"/>
                        <a:lumOff val="8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Extreme heat</a:t>
                </a:r>
              </a:p>
            </p:txBody>
          </p:sp>
        </mc:Choice>
        <mc:Fallback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1E68CF17-9144-8C87-EFD3-85A0DF877B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88351" y="843850"/>
                <a:ext cx="2979412" cy="4149919"/>
              </a:xfrm>
              <a:prstGeom prst="rect">
                <a:avLst/>
              </a:prstGeom>
              <a:blipFill>
                <a:blip r:embed="rId5"/>
                <a:stretch>
                  <a:fillRect l="-205" b="-167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B42EB51-9A90-2D7A-F41C-E4926BA2DE9A}"/>
                  </a:ext>
                </a:extLst>
              </p:cNvPr>
              <p:cNvSpPr txBox="1"/>
              <p:nvPr/>
            </p:nvSpPr>
            <p:spPr>
              <a:xfrm>
                <a:off x="4029077" y="3658603"/>
                <a:ext cx="1525424" cy="12003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smtClean="0">
                            <a:solidFill>
                              <a:schemeClr val="accent2">
                                <a:lumMod val="20000"/>
                                <a:lumOff val="8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>
                            <a:solidFill>
                              <a:schemeClr val="accent2">
                                <a:lumMod val="20000"/>
                                <a:lumOff val="8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sz="1200" i="1">
                            <a:solidFill>
                              <a:schemeClr val="accent2">
                                <a:lumMod val="20000"/>
                                <a:lumOff val="8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18</m:t>
                        </m:r>
                      </m:sub>
                    </m:sSub>
                    <m:r>
                      <a:rPr lang="en-US" sz="1200" i="1">
                        <a:solidFill>
                          <a:schemeClr val="accent2">
                            <a:lumMod val="20000"/>
                            <a:lumOff val="80000"/>
                          </a:schemeClr>
                        </a:solidFill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US" sz="1200" i="1" dirty="0">
                    <a:solidFill>
                      <a:schemeClr val="accent2">
                        <a:lumMod val="20000"/>
                        <a:lumOff val="8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maturity threshold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>
                            <a:solidFill>
                              <a:schemeClr val="accent2">
                                <a:lumMod val="20000"/>
                                <a:lumOff val="8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>
                            <a:solidFill>
                              <a:schemeClr val="accent2">
                                <a:lumMod val="20000"/>
                                <a:lumOff val="8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sz="1200" i="1">
                            <a:solidFill>
                              <a:schemeClr val="accent2">
                                <a:lumMod val="20000"/>
                                <a:lumOff val="8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19</m:t>
                        </m:r>
                      </m:sub>
                    </m:sSub>
                    <m:r>
                      <a:rPr lang="en-US" sz="1200" i="1">
                        <a:solidFill>
                          <a:schemeClr val="accent2">
                            <a:lumMod val="20000"/>
                            <a:lumOff val="80000"/>
                          </a:schemeClr>
                        </a:solidFill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US" sz="1200" i="1" dirty="0">
                    <a:solidFill>
                      <a:schemeClr val="accent2">
                        <a:lumMod val="20000"/>
                        <a:lumOff val="8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maximum interception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>
                            <a:solidFill>
                              <a:schemeClr val="accent2">
                                <a:lumMod val="20000"/>
                                <a:lumOff val="8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>
                            <a:solidFill>
                              <a:schemeClr val="accent2">
                                <a:lumMod val="20000"/>
                                <a:lumOff val="8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sz="1200" i="1">
                            <a:solidFill>
                              <a:schemeClr val="accent2">
                                <a:lumMod val="20000"/>
                                <a:lumOff val="8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20</m:t>
                        </m:r>
                      </m:sub>
                    </m:sSub>
                    <m:r>
                      <a:rPr lang="en-US" sz="1200" i="1">
                        <a:solidFill>
                          <a:schemeClr val="accent2">
                            <a:lumMod val="20000"/>
                            <a:lumOff val="80000"/>
                          </a:schemeClr>
                        </a:solidFill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US" sz="1200" i="1" dirty="0">
                    <a:solidFill>
                      <a:schemeClr val="accent2">
                        <a:lumMod val="20000"/>
                        <a:lumOff val="8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GDD at 50% interception</a:t>
                </a:r>
              </a:p>
            </p:txBody>
          </p:sp>
        </mc:Choice>
        <mc:Fallback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B42EB51-9A90-2D7A-F41C-E4926BA2DE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29077" y="3658603"/>
                <a:ext cx="1525424" cy="1200329"/>
              </a:xfrm>
              <a:prstGeom prst="rect">
                <a:avLst/>
              </a:prstGeom>
              <a:blipFill>
                <a:blip r:embed="rId6"/>
                <a:stretch>
                  <a:fillRect l="-400" b="-30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B2932797-B5A4-073C-E7AB-FB085769B6FE}"/>
              </a:ext>
            </a:extLst>
          </p:cNvPr>
          <p:cNvSpPr/>
          <p:nvPr/>
        </p:nvSpPr>
        <p:spPr>
          <a:xfrm>
            <a:off x="5681662" y="843850"/>
            <a:ext cx="2979413" cy="4149919"/>
          </a:xfrm>
          <a:prstGeom prst="roundRect">
            <a:avLst>
              <a:gd name="adj" fmla="val 9562"/>
            </a:avLst>
          </a:prstGeom>
          <a:noFill/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Google Shape;178;p3">
            <a:extLst>
              <a:ext uri="{FF2B5EF4-FFF2-40B4-BE49-F238E27FC236}">
                <a16:creationId xmlns:a16="http://schemas.microsoft.com/office/drawing/2014/main" id="{2C6669FC-C484-B441-78D0-428B903751A3}"/>
              </a:ext>
            </a:extLst>
          </p:cNvPr>
          <p:cNvSpPr txBox="1"/>
          <p:nvPr/>
        </p:nvSpPr>
        <p:spPr>
          <a:xfrm>
            <a:off x="8633460" y="4800600"/>
            <a:ext cx="24384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dirty="0">
                <a:solidFill>
                  <a:schemeClr val="lt2"/>
                </a:solidFill>
              </a:rPr>
              <a:t>5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5528636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F97A5"/>
        </a:solidFill>
        <a:effectLst/>
      </p:bgPr>
    </p:bg>
    <p:spTree>
      <p:nvGrpSpPr>
        <p:cNvPr id="1" name="Shape 243">
          <a:extLst>
            <a:ext uri="{FF2B5EF4-FFF2-40B4-BE49-F238E27FC236}">
              <a16:creationId xmlns:a16="http://schemas.microsoft.com/office/drawing/2014/main" id="{EF4DD90C-246C-A70A-1D1F-0A7A312A1D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g3e1b453938d_0_4">
            <a:extLst>
              <a:ext uri="{FF2B5EF4-FFF2-40B4-BE49-F238E27FC236}">
                <a16:creationId xmlns:a16="http://schemas.microsoft.com/office/drawing/2014/main" id="{A49F8439-A1FA-5B93-6B49-840DCC7103AB}"/>
              </a:ext>
            </a:extLst>
          </p:cNvPr>
          <p:cNvSpPr txBox="1"/>
          <p:nvPr/>
        </p:nvSpPr>
        <p:spPr>
          <a:xfrm>
            <a:off x="241800" y="289750"/>
            <a:ext cx="54894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lang="en-US" sz="3000" b="1" dirty="0">
                <a:solidFill>
                  <a:schemeClr val="lt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System Modeling and Dynamics</a:t>
            </a:r>
            <a:endParaRPr sz="3000" b="1" i="0" u="none" strike="noStrike" cap="none" dirty="0">
              <a:solidFill>
                <a:schemeClr val="lt2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Rectangle: Rounded Corners 2">
                <a:extLst>
                  <a:ext uri="{FF2B5EF4-FFF2-40B4-BE49-F238E27FC236}">
                    <a16:creationId xmlns:a16="http://schemas.microsoft.com/office/drawing/2014/main" id="{0F72F529-4734-8F5B-8679-AACA0E225D37}"/>
                  </a:ext>
                </a:extLst>
              </p:cNvPr>
              <p:cNvSpPr/>
              <p:nvPr/>
            </p:nvSpPr>
            <p:spPr>
              <a:xfrm>
                <a:off x="5806577" y="1054654"/>
                <a:ext cx="2663325" cy="3799096"/>
              </a:xfrm>
              <a:prstGeom prst="roundRect">
                <a:avLst>
                  <a:gd name="adj" fmla="val 15519"/>
                </a:avLst>
              </a:prstGeom>
              <a:noFill/>
              <a:ln>
                <a:solidFill>
                  <a:schemeClr val="bg1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250" b="0" i="1" smtClean="0">
                            <a:solidFill>
                              <a:schemeClr val="accent2">
                                <a:lumMod val="20000"/>
                                <a:lumOff val="8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50" b="0" i="1" smtClean="0">
                            <a:solidFill>
                              <a:schemeClr val="accent2">
                                <a:lumMod val="20000"/>
                                <a:lumOff val="8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sz="1250" b="0" i="1" smtClean="0">
                            <a:solidFill>
                              <a:schemeClr val="accent2">
                                <a:lumMod val="20000"/>
                                <a:lumOff val="8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1250" b="0" i="1" smtClean="0">
                        <a:solidFill>
                          <a:schemeClr val="accent2">
                            <a:lumMod val="20000"/>
                            <a:lumOff val="80000"/>
                          </a:schemeClr>
                        </a:solidFill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US" sz="1250" b="0" i="1" dirty="0">
                    <a:solidFill>
                      <a:schemeClr val="accent2">
                        <a:lumMod val="20000"/>
                        <a:lumOff val="80000"/>
                      </a:schemeClr>
                    </a:solidFill>
                    <a:latin typeface="Times New Roman" panose="02020603050405020304" pitchFamily="18" charset="0"/>
                    <a:ea typeface="Tahoma" panose="020B0604030504040204" pitchFamily="34" charset="0"/>
                    <a:cs typeface="Times New Roman" panose="02020603050405020304" pitchFamily="18" charset="0"/>
                  </a:rPr>
                  <a:t> Water uptake </a:t>
                </a:r>
                <a:r>
                  <a:rPr lang="en-US" sz="1250" b="0" i="1" dirty="0" err="1">
                    <a:solidFill>
                      <a:schemeClr val="accent2">
                        <a:lumMod val="20000"/>
                        <a:lumOff val="80000"/>
                      </a:schemeClr>
                    </a:solidFill>
                    <a:latin typeface="Times New Roman" panose="02020603050405020304" pitchFamily="18" charset="0"/>
                    <a:ea typeface="Tahoma" panose="020B0604030504040204" pitchFamily="34" charset="0"/>
                    <a:cs typeface="Times New Roman" panose="02020603050405020304" pitchFamily="18" charset="0"/>
                  </a:rPr>
                  <a:t>coeff</a:t>
                </a:r>
                <a:r>
                  <a:rPr lang="en-US" sz="1250" b="0" i="1" dirty="0">
                    <a:solidFill>
                      <a:schemeClr val="accent2">
                        <a:lumMod val="20000"/>
                        <a:lumOff val="80000"/>
                      </a:schemeClr>
                    </a:solidFill>
                    <a:latin typeface="Times New Roman" panose="02020603050405020304" pitchFamily="18" charset="0"/>
                    <a:ea typeface="Tahoma" panose="020B0604030504040204" pitchFamily="34" charset="0"/>
                    <a:cs typeface="Times New Roman" panose="02020603050405020304" pitchFamily="18" charset="0"/>
                  </a:rPr>
                  <a:t>.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250" b="0" i="1" smtClean="0">
                            <a:solidFill>
                              <a:schemeClr val="accent2">
                                <a:lumMod val="20000"/>
                                <a:lumOff val="8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50" b="0" i="1" smtClean="0">
                            <a:solidFill>
                              <a:schemeClr val="accent2">
                                <a:lumMod val="20000"/>
                                <a:lumOff val="8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sz="1250" b="0" i="1" smtClean="0">
                            <a:solidFill>
                              <a:schemeClr val="accent2">
                                <a:lumMod val="20000"/>
                                <a:lumOff val="8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1250" b="0" i="1" smtClean="0">
                        <a:solidFill>
                          <a:schemeClr val="accent2">
                            <a:lumMod val="20000"/>
                            <a:lumOff val="80000"/>
                          </a:schemeClr>
                        </a:solidFill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US" sz="1250" b="0" i="1" dirty="0">
                    <a:solidFill>
                      <a:schemeClr val="accent2">
                        <a:lumMod val="20000"/>
                        <a:lumOff val="80000"/>
                      </a:schemeClr>
                    </a:solidFill>
                    <a:latin typeface="Times New Roman" panose="02020603050405020304" pitchFamily="18" charset="0"/>
                    <a:ea typeface="Tahoma" panose="020B0604030504040204" pitchFamily="34" charset="0"/>
                    <a:cs typeface="Times New Roman" panose="02020603050405020304" pitchFamily="18" charset="0"/>
                  </a:rPr>
                  <a:t> Wilting point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250" i="1">
                            <a:solidFill>
                              <a:schemeClr val="accent2">
                                <a:lumMod val="20000"/>
                                <a:lumOff val="8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50" i="1">
                            <a:solidFill>
                              <a:schemeClr val="accent2">
                                <a:lumMod val="20000"/>
                                <a:lumOff val="8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sz="1250" i="1">
                            <a:solidFill>
                              <a:schemeClr val="accent2">
                                <a:lumMod val="20000"/>
                                <a:lumOff val="8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𝑠𝑎𝑡</m:t>
                        </m:r>
                      </m:sub>
                    </m:sSub>
                    <m:r>
                      <a:rPr lang="en-US" sz="1250" i="1">
                        <a:solidFill>
                          <a:schemeClr val="accent2">
                            <a:lumMod val="20000"/>
                            <a:lumOff val="80000"/>
                          </a:schemeClr>
                        </a:solidFill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US" sz="1250" i="1" dirty="0">
                    <a:solidFill>
                      <a:schemeClr val="accent2">
                        <a:lumMod val="20000"/>
                        <a:lumOff val="8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saturation</a:t>
                </a:r>
              </a:p>
              <a:p>
                <a:endParaRPr lang="en-US" sz="1250" i="1" dirty="0">
                  <a:solidFill>
                    <a:schemeClr val="accent2">
                      <a:lumMod val="20000"/>
                      <a:lumOff val="80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250" i="1">
                            <a:solidFill>
                              <a:schemeClr val="accent2">
                                <a:lumMod val="20000"/>
                                <a:lumOff val="8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50" i="1">
                            <a:solidFill>
                              <a:schemeClr val="accent2">
                                <a:lumMod val="20000"/>
                                <a:lumOff val="8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sz="1250" i="1">
                            <a:solidFill>
                              <a:schemeClr val="accent2">
                                <a:lumMod val="20000"/>
                                <a:lumOff val="8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sz="1250" i="1">
                        <a:solidFill>
                          <a:schemeClr val="accent2">
                            <a:lumMod val="20000"/>
                            <a:lumOff val="80000"/>
                          </a:schemeClr>
                        </a:solidFill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US" sz="1250" i="1" dirty="0">
                    <a:solidFill>
                      <a:schemeClr val="accent2">
                        <a:lumMod val="20000"/>
                        <a:lumOff val="80000"/>
                      </a:schemeClr>
                    </a:solidFill>
                    <a:latin typeface="Times New Roman" panose="02020603050405020304" pitchFamily="18" charset="0"/>
                    <a:ea typeface="Tahoma" panose="020B0604030504040204" pitchFamily="34" charset="0"/>
                    <a:cs typeface="Times New Roman" panose="02020603050405020304" pitchFamily="18" charset="0"/>
                  </a:rPr>
                  <a:t> SCS curve-number threshold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250" i="1">
                            <a:solidFill>
                              <a:schemeClr val="accent2">
                                <a:lumMod val="20000"/>
                                <a:lumOff val="8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50" i="1">
                            <a:solidFill>
                              <a:schemeClr val="accent2">
                                <a:lumMod val="20000"/>
                                <a:lumOff val="8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sz="1250" i="1">
                            <a:solidFill>
                              <a:schemeClr val="accent2">
                                <a:lumMod val="20000"/>
                                <a:lumOff val="8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en-US" sz="1250" i="1">
                        <a:solidFill>
                          <a:schemeClr val="accent2">
                            <a:lumMod val="20000"/>
                            <a:lumOff val="80000"/>
                          </a:schemeClr>
                        </a:solidFill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US" sz="1250" i="1" dirty="0">
                    <a:solidFill>
                      <a:schemeClr val="accent2">
                        <a:lumMod val="20000"/>
                        <a:lumOff val="80000"/>
                      </a:schemeClr>
                    </a:solidFill>
                    <a:latin typeface="Times New Roman" panose="02020603050405020304" pitchFamily="18" charset="0"/>
                    <a:ea typeface="Tahoma" panose="020B0604030504040204" pitchFamily="34" charset="0"/>
                    <a:cs typeface="Times New Roman" panose="02020603050405020304" pitchFamily="18" charset="0"/>
                  </a:rPr>
                  <a:t> Daily drainage </a:t>
                </a:r>
                <a:r>
                  <a:rPr lang="en-US" sz="1250" i="1" dirty="0" err="1">
                    <a:solidFill>
                      <a:schemeClr val="accent2">
                        <a:lumMod val="20000"/>
                        <a:lumOff val="80000"/>
                      </a:schemeClr>
                    </a:solidFill>
                    <a:latin typeface="Times New Roman" panose="02020603050405020304" pitchFamily="18" charset="0"/>
                    <a:ea typeface="Tahoma" panose="020B0604030504040204" pitchFamily="34" charset="0"/>
                    <a:cs typeface="Times New Roman" panose="02020603050405020304" pitchFamily="18" charset="0"/>
                  </a:rPr>
                  <a:t>coeff</a:t>
                </a:r>
                <a:r>
                  <a:rPr lang="en-US" sz="1250" i="1" dirty="0">
                    <a:solidFill>
                      <a:schemeClr val="accent2">
                        <a:lumMod val="20000"/>
                        <a:lumOff val="80000"/>
                      </a:schemeClr>
                    </a:solidFill>
                    <a:latin typeface="Times New Roman" panose="02020603050405020304" pitchFamily="18" charset="0"/>
                    <a:ea typeface="Tahoma" panose="020B0604030504040204" pitchFamily="34" charset="0"/>
                    <a:cs typeface="Times New Roman" panose="02020603050405020304" pitchFamily="18" charset="0"/>
                  </a:rPr>
                  <a:t>.</a:t>
                </a:r>
              </a:p>
              <a:p>
                <a:endParaRPr lang="en-US" sz="1250" i="1" dirty="0">
                  <a:solidFill>
                    <a:schemeClr val="accent2">
                      <a:lumMod val="20000"/>
                      <a:lumOff val="80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250" i="1">
                            <a:solidFill>
                              <a:schemeClr val="accent2">
                                <a:lumMod val="20000"/>
                                <a:lumOff val="8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50" i="1">
                            <a:solidFill>
                              <a:schemeClr val="accent2">
                                <a:lumMod val="20000"/>
                                <a:lumOff val="8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sz="1250" i="1">
                            <a:solidFill>
                              <a:schemeClr val="accent2">
                                <a:lumMod val="20000"/>
                                <a:lumOff val="8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11</m:t>
                        </m:r>
                      </m:sub>
                    </m:sSub>
                    <m:r>
                      <a:rPr lang="en-US" sz="1250" i="1">
                        <a:solidFill>
                          <a:schemeClr val="accent2">
                            <a:lumMod val="20000"/>
                            <a:lumOff val="80000"/>
                          </a:schemeClr>
                        </a:solidFill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US" sz="1250" i="1" dirty="0">
                    <a:solidFill>
                      <a:schemeClr val="accent2">
                        <a:lumMod val="20000"/>
                        <a:lumOff val="80000"/>
                      </a:schemeClr>
                    </a:solidFill>
                    <a:latin typeface="Times New Roman" panose="02020603050405020304" pitchFamily="18" charset="0"/>
                    <a:ea typeface="Tahoma" panose="020B0604030504040204" pitchFamily="34" charset="0"/>
                    <a:cs typeface="Times New Roman" panose="02020603050405020304" pitchFamily="18" charset="0"/>
                  </a:rPr>
                  <a:t> Heat stress maturation rate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250" i="1">
                            <a:solidFill>
                              <a:schemeClr val="accent2">
                                <a:lumMod val="20000"/>
                                <a:lumOff val="8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50" i="1">
                            <a:solidFill>
                              <a:schemeClr val="accent2">
                                <a:lumMod val="20000"/>
                                <a:lumOff val="8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sz="1250" i="1">
                            <a:solidFill>
                              <a:schemeClr val="accent2">
                                <a:lumMod val="20000"/>
                                <a:lumOff val="8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12</m:t>
                        </m:r>
                      </m:sub>
                    </m:sSub>
                    <m:r>
                      <a:rPr lang="en-US" sz="1250" i="1">
                        <a:solidFill>
                          <a:schemeClr val="accent2">
                            <a:lumMod val="20000"/>
                            <a:lumOff val="80000"/>
                          </a:schemeClr>
                        </a:solidFill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US" sz="1250" i="1" dirty="0">
                    <a:solidFill>
                      <a:schemeClr val="accent2">
                        <a:lumMod val="20000"/>
                        <a:lumOff val="80000"/>
                      </a:schemeClr>
                    </a:solidFill>
                    <a:latin typeface="Times New Roman" panose="02020603050405020304" pitchFamily="18" charset="0"/>
                    <a:ea typeface="Tahoma" panose="020B0604030504040204" pitchFamily="34" charset="0"/>
                    <a:cs typeface="Times New Roman" panose="02020603050405020304" pitchFamily="18" charset="0"/>
                  </a:rPr>
                  <a:t> Drought stress maturation rate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250" i="1">
                            <a:solidFill>
                              <a:schemeClr val="accent2">
                                <a:lumMod val="20000"/>
                                <a:lumOff val="8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50" i="1">
                            <a:solidFill>
                              <a:schemeClr val="accent2">
                                <a:lumMod val="20000"/>
                                <a:lumOff val="8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sz="1250" i="1">
                            <a:solidFill>
                              <a:schemeClr val="accent2">
                                <a:lumMod val="20000"/>
                                <a:lumOff val="8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13</m:t>
                        </m:r>
                      </m:sub>
                    </m:sSub>
                    <m:r>
                      <a:rPr lang="en-US" sz="1250" i="1">
                        <a:solidFill>
                          <a:schemeClr val="accent2">
                            <a:lumMod val="20000"/>
                            <a:lumOff val="80000"/>
                          </a:schemeClr>
                        </a:solidFill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US" sz="1250" dirty="0">
                    <a:solidFill>
                      <a:schemeClr val="accent2">
                        <a:lumMod val="20000"/>
                        <a:lumOff val="80000"/>
                      </a:schemeClr>
                    </a:solidFill>
                    <a:latin typeface="Times New Roman" panose="02020603050405020304" pitchFamily="18" charset="0"/>
                    <a:ea typeface="Tahoma" panose="020B0604030504040204" pitchFamily="34" charset="0"/>
                    <a:cs typeface="Times New Roman" panose="02020603050405020304" pitchFamily="18" charset="0"/>
                  </a:rPr>
                  <a:t> Radiation use efficiency</a:t>
                </a:r>
                <a:endParaRPr lang="en-US" sz="1250" i="1" dirty="0">
                  <a:solidFill>
                    <a:schemeClr val="accent2">
                      <a:lumMod val="20000"/>
                      <a:lumOff val="80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endParaRPr lang="en-US" sz="1250" i="1" dirty="0">
                  <a:solidFill>
                    <a:schemeClr val="accent2">
                      <a:lumMod val="20000"/>
                      <a:lumOff val="80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en-US" sz="1250" i="1">
                        <a:solidFill>
                          <a:schemeClr val="accent2">
                            <a:lumMod val="20000"/>
                            <a:lumOff val="80000"/>
                          </a:schemeClr>
                        </a:solidFill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sz="1250" i="1">
                            <a:solidFill>
                              <a:schemeClr val="accent2">
                                <a:lumMod val="20000"/>
                                <a:lumOff val="8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50" i="1">
                            <a:solidFill>
                              <a:schemeClr val="accent2">
                                <a:lumMod val="20000"/>
                                <a:lumOff val="8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US" sz="1250" i="1">
                        <a:solidFill>
                          <a:schemeClr val="accent2">
                            <a:lumMod val="20000"/>
                            <a:lumOff val="80000"/>
                          </a:schemeClr>
                        </a:solidFill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US" sz="1250" i="1" dirty="0">
                    <a:solidFill>
                      <a:schemeClr val="accent2">
                        <a:lumMod val="20000"/>
                        <a:lumOff val="8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percipitation</a:t>
                </a: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sz="1250" i="1">
                            <a:solidFill>
                              <a:schemeClr val="accent2">
                                <a:lumMod val="20000"/>
                                <a:lumOff val="8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50" i="1">
                            <a:solidFill>
                              <a:schemeClr val="accent2">
                                <a:lumMod val="20000"/>
                                <a:lumOff val="8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p>
                        <m:r>
                          <a:rPr lang="en-US" sz="1250" i="1">
                            <a:solidFill>
                              <a:schemeClr val="accent2">
                                <a:lumMod val="20000"/>
                                <a:lumOff val="8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d>
                      <m:dPr>
                        <m:ctrlPr>
                          <a:rPr lang="en-US" sz="1250" i="1">
                            <a:solidFill>
                              <a:schemeClr val="accent2">
                                <a:lumMod val="20000"/>
                                <a:lumOff val="8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50" i="1">
                            <a:solidFill>
                              <a:schemeClr val="accent2">
                                <a:lumMod val="20000"/>
                                <a:lumOff val="8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US" sz="1250" i="1">
                        <a:solidFill>
                          <a:schemeClr val="accent2">
                            <a:lumMod val="20000"/>
                            <a:lumOff val="80000"/>
                          </a:schemeClr>
                        </a:solidFill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US" sz="1250" i="1" dirty="0">
                    <a:solidFill>
                      <a:schemeClr val="accent2">
                        <a:lumMod val="20000"/>
                        <a:lumOff val="8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irrigation</a:t>
                </a:r>
              </a:p>
              <a:p>
                <a14:m>
                  <m:oMath xmlns:m="http://schemas.openxmlformats.org/officeDocument/2006/math">
                    <m:sSubSup>
                      <m:sSubSupPr>
                        <m:ctrlPr>
                          <a:rPr lang="en-US" sz="1250" i="1">
                            <a:solidFill>
                              <a:schemeClr val="accent2">
                                <a:lumMod val="20000"/>
                                <a:lumOff val="8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250" i="1">
                            <a:solidFill>
                              <a:schemeClr val="accent2">
                                <a:lumMod val="20000"/>
                                <a:lumOff val="8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sz="1250" i="1">
                            <a:solidFill>
                              <a:schemeClr val="accent2">
                                <a:lumMod val="20000"/>
                                <a:lumOff val="8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  <m:sup>
                        <m:r>
                          <a:rPr lang="en-US" sz="1250" i="1">
                            <a:solidFill>
                              <a:schemeClr val="accent2">
                                <a:lumMod val="20000"/>
                                <a:lumOff val="8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bSup>
                    <m:r>
                      <a:rPr lang="en-US" sz="1250" i="1">
                        <a:solidFill>
                          <a:schemeClr val="accent2">
                            <a:lumMod val="20000"/>
                            <a:lumOff val="80000"/>
                          </a:schemeClr>
                        </a:solidFill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US" sz="1250" i="1" dirty="0">
                    <a:solidFill>
                      <a:schemeClr val="accent2">
                        <a:lumMod val="20000"/>
                        <a:lumOff val="8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number of lower elevation neighbors</a:t>
                </a:r>
              </a:p>
            </p:txBody>
          </p:sp>
        </mc:Choice>
        <mc:Fallback>
          <p:sp>
            <p:nvSpPr>
              <p:cNvPr id="3" name="Rectangle: Rounded Corners 2">
                <a:extLst>
                  <a:ext uri="{FF2B5EF4-FFF2-40B4-BE49-F238E27FC236}">
                    <a16:creationId xmlns:a16="http://schemas.microsoft.com/office/drawing/2014/main" id="{0F72F529-4734-8F5B-8679-AACA0E225D3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06577" y="1054654"/>
                <a:ext cx="2663325" cy="3799096"/>
              </a:xfrm>
              <a:prstGeom prst="roundRect">
                <a:avLst>
                  <a:gd name="adj" fmla="val 15519"/>
                </a:avLst>
              </a:prstGeom>
              <a:blipFill>
                <a:blip r:embed="rId3"/>
                <a:stretch>
                  <a:fillRect/>
                </a:stretch>
              </a:blipFill>
              <a:ln>
                <a:solidFill>
                  <a:schemeClr val="bg1">
                    <a:lumMod val="20000"/>
                    <a:lumOff val="8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4130F8D4-7CDC-638E-EF35-E1ACD05F6D6A}"/>
                  </a:ext>
                </a:extLst>
              </p:cNvPr>
              <p:cNvSpPr txBox="1"/>
              <p:nvPr/>
            </p:nvSpPr>
            <p:spPr>
              <a:xfrm>
                <a:off x="414336" y="1195633"/>
                <a:ext cx="5668464" cy="365811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20000"/>
                        <a:lumOff val="80000"/>
                      </a:schemeClr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cs typeface="Tahoma" panose="020B0604030504040204" pitchFamily="34" charset="0"/>
                  </a:rPr>
                  <a:t>Infiltration:</a:t>
                </a: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𝐼</m:t>
                          </m:r>
                        </m:e>
                        <m:sup>
                          <m: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sup>
                      </m:sSup>
                      <m:d>
                        <m:dPr>
                          <m:ctrlP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i="1">
                          <a:solidFill>
                            <a:schemeClr val="accent2">
                              <a:lumMod val="20000"/>
                              <a:lumOff val="80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min</m:t>
                          </m:r>
                        </m:fName>
                        <m:e>
                          <m:d>
                            <m:dPr>
                              <m:ctrlPr>
                                <a:rPr lang="en-US" i="1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i="1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i="1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𝑠𝑢𝑟𝑓</m:t>
                                  </m:r>
                                </m:sub>
                                <m:sup>
                                  <m:r>
                                    <a:rPr lang="en-US" i="1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US" i="1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</m:d>
                              <m:r>
                                <a:rPr lang="en-US" i="1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sSubSup>
                                <m:sSubSupPr>
                                  <m:ctrlPr>
                                    <a:rPr lang="en-US" i="1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i="1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  <m:sup>
                                  <m:r>
                                    <a:rPr lang="en-US" i="1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US" i="1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</m:d>
                              <m:r>
                                <a:rPr lang="en-US" i="1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𝑠𝑎𝑡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5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sSubSup>
                                <m:sSubSupPr>
                                  <m:ctrlPr>
                                    <a:rPr lang="en-US" i="1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i="1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en-US" i="1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US" i="1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</m:d>
                              <m:r>
                                <a:rPr lang="en-US" i="1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Sup>
                                <m:sSubSupPr>
                                  <m:ctrlPr>
                                    <a:rPr lang="en-US" i="1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i="1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en-US" i="1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US" i="1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</m:d>
                            </m:e>
                          </m:d>
                        </m:e>
                      </m:func>
                    </m:oMath>
                  </m:oMathPara>
                </a14:m>
                <a:endParaRPr lang="en-US" dirty="0">
                  <a:solidFill>
                    <a:schemeClr val="accent2">
                      <a:lumMod val="20000"/>
                      <a:lumOff val="80000"/>
                    </a:schemeClr>
                  </a:solidFill>
                  <a:latin typeface="Cambria Math" panose="02040503050406030204" pitchFamily="18" charset="0"/>
                  <a:ea typeface="Cambria Math" panose="02040503050406030204" pitchFamily="18" charset="0"/>
                  <a:cs typeface="Tahoma" panose="020B0604030504040204" pitchFamily="34" charset="0"/>
                </a:endParaRPr>
              </a:p>
              <a:p>
                <a:r>
                  <a:rPr lang="en-US" dirty="0">
                    <a:solidFill>
                      <a:schemeClr val="accent2">
                        <a:lumMod val="20000"/>
                        <a:lumOff val="80000"/>
                      </a:schemeClr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cs typeface="Tahoma" panose="020B0604030504040204" pitchFamily="34" charset="0"/>
                  </a:rPr>
                  <a:t>Total surface water available: </a:t>
                </a: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𝑠𝑢𝑟𝑓</m:t>
                          </m:r>
                        </m:sub>
                        <m:sup>
                          <m: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sup>
                      </m:sSubSup>
                      <m:d>
                        <m:dPr>
                          <m:ctrlP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i="1">
                          <a:solidFill>
                            <a:schemeClr val="accent2">
                              <a:lumMod val="20000"/>
                              <a:lumOff val="80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5</m:t>
                          </m:r>
                        </m:sub>
                        <m:sup>
                          <m: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sup>
                      </m:sSubSup>
                      <m:d>
                        <m:dPr>
                          <m:ctrlP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i="1">
                          <a:solidFill>
                            <a:schemeClr val="accent2">
                              <a:lumMod val="20000"/>
                              <a:lumOff val="80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solidFill>
                            <a:schemeClr val="accent2">
                              <a:lumMod val="20000"/>
                              <a:lumOff val="80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i="1">
                          <a:solidFill>
                            <a:schemeClr val="accent2">
                              <a:lumMod val="20000"/>
                              <a:lumOff val="80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  <m:sup>
                          <m: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sup>
                      </m:sSup>
                      <m:d>
                        <m:dPr>
                          <m:ctrlP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i="1">
                          <a:solidFill>
                            <a:schemeClr val="accent2">
                              <a:lumMod val="20000"/>
                              <a:lumOff val="80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𝑈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e>
                          </m:d>
                        </m:sub>
                        <m:sup/>
                        <m:e>
                          <m:f>
                            <m:fPr>
                              <m:ctrlPr>
                                <a:rPr lang="en-US" i="1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sSubSup>
                                <m:sSubSupPr>
                                  <m:ctrlPr>
                                    <a:rPr lang="en-US" i="1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i="1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  <m:sup>
                                  <m:r>
                                    <a:rPr lang="en-US" i="1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𝑚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US" i="1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</m:d>
                            </m:num>
                            <m:den>
                              <m:sSubSup>
                                <m:sSubSupPr>
                                  <m:ctrlPr>
                                    <a:rPr lang="en-US" i="1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i="1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𝑁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𝑟</m:t>
                                  </m:r>
                                </m:sub>
                                <m:sup>
                                  <m:r>
                                    <a:rPr lang="en-US" i="1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𝑚</m:t>
                                  </m:r>
                                </m:sup>
                              </m:sSubSup>
                            </m:den>
                          </m:f>
                        </m:e>
                      </m:nary>
                    </m:oMath>
                  </m:oMathPara>
                </a14:m>
                <a:endParaRPr lang="en-US" dirty="0">
                  <a:solidFill>
                    <a:schemeClr val="accent2">
                      <a:lumMod val="20000"/>
                      <a:lumOff val="80000"/>
                    </a:schemeClr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r>
                  <a:rPr lang="en-US" dirty="0">
                    <a:solidFill>
                      <a:schemeClr val="accent2">
                        <a:lumMod val="20000"/>
                        <a:lumOff val="80000"/>
                      </a:schemeClr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cs typeface="Tahoma" panose="020B0604030504040204" pitchFamily="34" charset="0"/>
                  </a:rPr>
                  <a:t>Crop transpiration:</a:t>
                </a: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i="1" smtClean="0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d>
                            <m:dPr>
                              <m:ctrlPr>
                                <a:rPr lang="en-US" i="1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</m:sup>
                      </m:sSubSup>
                      <m:d>
                        <m:dPr>
                          <m:ctrlP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accent2">
                              <a:lumMod val="20000"/>
                              <a:lumOff val="80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b="0" i="1" smtClean="0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min</m:t>
                          </m:r>
                        </m:fName>
                        <m:e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lang="en-US" b="0" i="1" smtClean="0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max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b="0" i="1" smtClean="0">
                                          <a:solidFill>
                                            <a:schemeClr val="accent2">
                                              <a:lumMod val="20000"/>
                                              <a:lumOff val="8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solidFill>
                                                <a:schemeClr val="accent2">
                                                  <a:lumMod val="20000"/>
                                                  <a:lumOff val="80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solidFill>
                                                <a:schemeClr val="accent2">
                                                  <a:lumMod val="20000"/>
                                                  <a:lumOff val="80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solidFill>
                                                <a:schemeClr val="accent2">
                                                  <a:lumMod val="20000"/>
                                                  <a:lumOff val="80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en-US" b="0" i="1" smtClean="0">
                                              <a:solidFill>
                                                <a:schemeClr val="accent2">
                                                  <a:lumMod val="20000"/>
                                                  <a:lumOff val="80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Sup>
                                            <m:sSubSupPr>
                                              <m:ctrlPr>
                                                <a:rPr lang="en-US" b="0" i="1" smtClean="0">
                                                  <a:solidFill>
                                                    <a:schemeClr val="accent2">
                                                      <a:lumMod val="20000"/>
                                                      <a:lumOff val="8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en-US" b="0" i="1" smtClean="0">
                                                  <a:solidFill>
                                                    <a:schemeClr val="accent2">
                                                      <a:lumMod val="20000"/>
                                                      <a:lumOff val="8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b="0" i="1" smtClean="0">
                                                  <a:solidFill>
                                                    <a:schemeClr val="accent2">
                                                      <a:lumMod val="20000"/>
                                                      <a:lumOff val="8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sub>
                                            <m:sup>
                                              <m:d>
                                                <m:dPr>
                                                  <m:ctrlPr>
                                                    <a:rPr lang="en-US" b="0" i="1" smtClean="0">
                                                      <a:solidFill>
                                                        <a:schemeClr val="accent2">
                                                          <a:lumMod val="20000"/>
                                                          <a:lumOff val="8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en-US" b="0" i="1" smtClean="0">
                                                      <a:solidFill>
                                                        <a:schemeClr val="accent2">
                                                          <a:lumMod val="20000"/>
                                                          <a:lumOff val="8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𝑛</m:t>
                                                  </m:r>
                                                </m:e>
                                              </m:d>
                                            </m:sup>
                                          </m:sSubSup>
                                          <m:d>
                                            <m:dPr>
                                              <m:ctrlPr>
                                                <a:rPr lang="en-US" b="0" i="1" smtClean="0">
                                                  <a:solidFill>
                                                    <a:schemeClr val="accent2">
                                                      <a:lumMod val="20000"/>
                                                      <a:lumOff val="8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US" b="0" i="1" smtClean="0">
                                                  <a:solidFill>
                                                    <a:schemeClr val="accent2">
                                                      <a:lumMod val="20000"/>
                                                      <a:lumOff val="8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𝑘</m:t>
                                              </m:r>
                                            </m:e>
                                          </m:d>
                                          <m:r>
                                            <a:rPr lang="en-US" b="0" i="1" smtClean="0">
                                              <a:solidFill>
                                                <a:schemeClr val="accent2">
                                                  <a:lumMod val="20000"/>
                                                  <a:lumOff val="80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US" b="0" i="1" smtClean="0">
                                                  <a:solidFill>
                                                    <a:schemeClr val="accent2">
                                                      <a:lumMod val="20000"/>
                                                      <a:lumOff val="8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b="0" i="1" smtClean="0">
                                                  <a:solidFill>
                                                    <a:schemeClr val="accent2">
                                                      <a:lumMod val="20000"/>
                                                      <a:lumOff val="8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𝜃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b="0" i="1" smtClean="0">
                                                  <a:solidFill>
                                                    <a:schemeClr val="accent2">
                                                      <a:lumMod val="20000"/>
                                                      <a:lumOff val="8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b>
                                          </m:sSub>
                                          <m:sSub>
                                            <m:sSubPr>
                                              <m:ctrlPr>
                                                <a:rPr lang="en-US" b="0" i="1" smtClean="0">
                                                  <a:solidFill>
                                                    <a:schemeClr val="accent2">
                                                      <a:lumMod val="20000"/>
                                                      <a:lumOff val="8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b="0" i="1" smtClean="0">
                                                  <a:solidFill>
                                                    <a:schemeClr val="accent2">
                                                      <a:lumMod val="20000"/>
                                                      <a:lumOff val="8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𝜃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b="0" i="1" smtClean="0">
                                                  <a:solidFill>
                                                    <a:schemeClr val="accent2">
                                                      <a:lumMod val="20000"/>
                                                      <a:lumOff val="8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5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  <m:r>
                                        <a:rPr lang="en-US" b="0" i="1" smtClean="0">
                                          <a:solidFill>
                                            <a:schemeClr val="accent2">
                                              <a:lumMod val="20000"/>
                                              <a:lumOff val="8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,0</m:t>
                                      </m:r>
                                    </m:e>
                                  </m:d>
                                  <m:r>
                                    <a:rPr lang="en-US" b="0" i="1" smtClean="0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𝐸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solidFill>
                                            <a:schemeClr val="accent2">
                                              <a:lumMod val="20000"/>
                                              <a:lumOff val="8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solidFill>
                                            <a:schemeClr val="accent2">
                                              <a:lumMod val="20000"/>
                                              <a:lumOff val="8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solidFill>
                                            <a:schemeClr val="accent2">
                                              <a:lumMod val="20000"/>
                                              <a:lumOff val="8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𝑐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b="0" i="1" smtClean="0">
                                          <a:solidFill>
                                            <a:schemeClr val="accent2">
                                              <a:lumMod val="20000"/>
                                              <a:lumOff val="8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solidFill>
                                            <a:schemeClr val="accent2">
                                              <a:lumMod val="20000"/>
                                              <a:lumOff val="8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</m:d>
                                </m:e>
                              </m:func>
                            </m:e>
                          </m:d>
                        </m:e>
                      </m:func>
                      <m:r>
                        <a:rPr lang="en-US" i="1">
                          <a:solidFill>
                            <a:schemeClr val="accent2">
                              <a:lumMod val="20000"/>
                              <a:lumOff val="80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dirty="0">
                  <a:solidFill>
                    <a:schemeClr val="accent2">
                      <a:lumMod val="20000"/>
                      <a:lumOff val="80000"/>
                    </a:schemeClr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r>
                  <a:rPr lang="en-US" dirty="0">
                    <a:solidFill>
                      <a:schemeClr val="accent2">
                        <a:lumMod val="20000"/>
                        <a:lumOff val="80000"/>
                      </a:schemeClr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cs typeface="Tahoma" panose="020B0604030504040204" pitchFamily="34" charset="0"/>
                  </a:rPr>
                  <a:t>Surface runoff:</a:t>
                </a: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i="1" smtClean="0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d>
                            <m:dPr>
                              <m:ctrlPr>
                                <a:rPr lang="en-US" i="1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</m:sup>
                      </m:sSubSup>
                      <m:d>
                        <m:dPr>
                          <m:ctrlP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accent2">
                              <a:lumMod val="20000"/>
                              <a:lumOff val="80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b="0" i="1" smtClean="0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b="0" i="1" smtClean="0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eqArrPr>
                            <m:e>
                              <m:f>
                                <m:fPr>
                                  <m:ctrlPr>
                                    <a:rPr lang="en-US" b="0" i="1" smtClean="0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p>
                                    <m:sSupPr>
                                      <m:ctrlPr>
                                        <a:rPr lang="en-US" b="0" i="1" smtClean="0">
                                          <a:solidFill>
                                            <a:schemeClr val="accent2">
                                              <a:lumMod val="20000"/>
                                              <a:lumOff val="8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ctrlPr>
                                            <a:rPr lang="en-US" b="0" i="1" smtClean="0">
                                              <a:solidFill>
                                                <a:schemeClr val="accent2">
                                                  <a:lumMod val="20000"/>
                                                  <a:lumOff val="80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Sup>
                                            <m:sSubSupPr>
                                              <m:ctrlPr>
                                                <a:rPr lang="en-US" b="0" i="1" smtClean="0">
                                                  <a:solidFill>
                                                    <a:schemeClr val="accent2">
                                                      <a:lumMod val="20000"/>
                                                      <a:lumOff val="8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en-US" i="1">
                                                  <a:solidFill>
                                                    <a:schemeClr val="accent2">
                                                      <a:lumMod val="20000"/>
                                                      <a:lumOff val="8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𝑊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solidFill>
                                                    <a:schemeClr val="accent2">
                                                      <a:lumMod val="20000"/>
                                                      <a:lumOff val="8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𝑠𝑢𝑟𝑓</m:t>
                                              </m:r>
                                            </m:sub>
                                            <m:sup>
                                              <m:d>
                                                <m:dPr>
                                                  <m:ctrlPr>
                                                    <a:rPr lang="en-US" b="0" i="1" smtClean="0">
                                                      <a:solidFill>
                                                        <a:schemeClr val="accent2">
                                                          <a:lumMod val="20000"/>
                                                          <a:lumOff val="8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en-US" b="0" i="1" smtClean="0">
                                                      <a:solidFill>
                                                        <a:schemeClr val="accent2">
                                                          <a:lumMod val="20000"/>
                                                          <a:lumOff val="8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𝑛</m:t>
                                                  </m:r>
                                                </m:e>
                                              </m:d>
                                            </m:sup>
                                          </m:sSubSup>
                                          <m:d>
                                            <m:dPr>
                                              <m:ctrlPr>
                                                <a:rPr lang="en-US" i="1">
                                                  <a:solidFill>
                                                    <a:schemeClr val="accent2">
                                                      <a:lumMod val="20000"/>
                                                      <a:lumOff val="8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US" i="1">
                                                  <a:solidFill>
                                                    <a:schemeClr val="accent2">
                                                      <a:lumMod val="20000"/>
                                                      <a:lumOff val="8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𝑘</m:t>
                                              </m:r>
                                            </m:e>
                                          </m:d>
                                          <m:r>
                                            <a:rPr lang="en-US" b="0" i="1" smtClean="0">
                                              <a:solidFill>
                                                <a:schemeClr val="accent2">
                                                  <a:lumMod val="20000"/>
                                                  <a:lumOff val="80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solidFill>
                                                    <a:schemeClr val="accent2">
                                                      <a:lumMod val="20000"/>
                                                      <a:lumOff val="8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solidFill>
                                                    <a:schemeClr val="accent2">
                                                      <a:lumMod val="20000"/>
                                                      <a:lumOff val="8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𝜃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solidFill>
                                                    <a:schemeClr val="accent2">
                                                      <a:lumMod val="20000"/>
                                                      <a:lumOff val="8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3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US" b="0" i="1" smtClean="0">
                                          <a:solidFill>
                                            <a:schemeClr val="accent2">
                                              <a:lumMod val="20000"/>
                                              <a:lumOff val="8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num>
                                <m:den>
                                  <m:sSubSup>
                                    <m:sSubSupPr>
                                      <m:ctrlPr>
                                        <a:rPr lang="en-US" b="0" i="1" smtClean="0">
                                          <a:solidFill>
                                            <a:schemeClr val="accent2">
                                              <a:lumMod val="20000"/>
                                              <a:lumOff val="8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b="0" i="1" smtClean="0">
                                          <a:solidFill>
                                            <a:schemeClr val="accent2">
                                              <a:lumMod val="20000"/>
                                              <a:lumOff val="8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𝑊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solidFill>
                                            <a:schemeClr val="accent2">
                                              <a:lumMod val="20000"/>
                                              <a:lumOff val="8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𝑠𝑢𝑟𝑓</m:t>
                                      </m:r>
                                    </m:sub>
                                    <m:sup>
                                      <m:d>
                                        <m:dPr>
                                          <m:ctrlPr>
                                            <a:rPr lang="en-US" b="0" i="1" smtClean="0">
                                              <a:solidFill>
                                                <a:schemeClr val="accent2">
                                                  <a:lumMod val="20000"/>
                                                  <a:lumOff val="80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b="0" i="1" smtClean="0">
                                              <a:solidFill>
                                                <a:schemeClr val="accent2">
                                                  <a:lumMod val="20000"/>
                                                  <a:lumOff val="80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e>
                                      </m:d>
                                    </m:sup>
                                  </m:sSubSup>
                                  <m:d>
                                    <m:dPr>
                                      <m:ctrlPr>
                                        <a:rPr lang="en-US" b="0" i="1" smtClean="0">
                                          <a:solidFill>
                                            <a:schemeClr val="accent2">
                                              <a:lumMod val="20000"/>
                                              <a:lumOff val="8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solidFill>
                                            <a:schemeClr val="accent2">
                                              <a:lumMod val="20000"/>
                                              <a:lumOff val="8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</m:d>
                                  <m:r>
                                    <a:rPr lang="en-US" b="0" i="1" smtClean="0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+4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solidFill>
                                            <a:schemeClr val="accent2">
                                              <a:lumMod val="20000"/>
                                              <a:lumOff val="8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solidFill>
                                            <a:schemeClr val="accent2">
                                              <a:lumMod val="20000"/>
                                              <a:lumOff val="8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solidFill>
                                            <a:schemeClr val="accent2">
                                              <a:lumMod val="20000"/>
                                              <a:lumOff val="8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3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en-US" b="0" i="1" smtClean="0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</m:e>
                            <m:e>
                              <m:r>
                                <a:rPr lang="en-US" b="0" i="1" smtClean="0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0,</m:t>
                              </m:r>
                            </m:e>
                          </m:eqArr>
                        </m:e>
                      </m:d>
                      <m:r>
                        <a:rPr lang="en-US" b="0" i="1" smtClean="0">
                          <a:solidFill>
                            <a:schemeClr val="accent2">
                              <a:lumMod val="20000"/>
                              <a:lumOff val="80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m>
                        <m:mPr>
                          <m:mcs>
                            <m:mc>
                              <m:mcPr>
                                <m:count m:val="1"/>
                                <m:mcJc m:val="center"/>
                              </m:mcPr>
                            </m:mc>
                          </m:mcs>
                          <m:ctrlPr>
                            <a:rPr lang="en-US" b="0" i="1" smtClean="0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b="0" i="1" smtClean="0">
                                <a:solidFill>
                                  <a:schemeClr val="accent2">
                                    <a:lumMod val="20000"/>
                                    <a:lumOff val="80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b="0" i="1" smtClean="0">
                                <a:solidFill>
                                  <a:schemeClr val="accent2">
                                    <a:lumMod val="20000"/>
                                    <a:lumOff val="80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  <m:r>
                              <a:rPr lang="en-US" b="0" i="1" smtClean="0">
                                <a:solidFill>
                                  <a:schemeClr val="accent2">
                                    <a:lumMod val="20000"/>
                                    <a:lumOff val="80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sSubSup>
                              <m:sSubSupPr>
                                <m:ctrlPr>
                                  <a:rPr lang="en-US" b="0" i="1" smtClean="0">
                                    <a:solidFill>
                                      <a:schemeClr val="accent2">
                                        <a:lumMod val="20000"/>
                                        <a:lumOff val="80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m:rPr>
                                    <m:brk m:alnAt="7"/>
                                  </m:rPr>
                                  <a:rPr lang="en-US" b="0" i="1" smtClean="0">
                                    <a:solidFill>
                                      <a:schemeClr val="accent2">
                                        <a:lumMod val="20000"/>
                                        <a:lumOff val="80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𝑁</m:t>
                                </m:r>
                              </m:e>
                              <m:sub>
                                <m:r>
                                  <m:rPr>
                                    <m:brk m:alnAt="7"/>
                                  </m:rPr>
                                  <a:rPr lang="en-US" b="0" i="1" smtClean="0">
                                    <a:solidFill>
                                      <a:schemeClr val="accent2">
                                        <a:lumMod val="20000"/>
                                        <a:lumOff val="80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𝑟</m:t>
                                </m:r>
                              </m:sub>
                              <m:sup>
                                <m:d>
                                  <m:dPr>
                                    <m:ctrlPr>
                                      <a:rPr lang="en-US" b="0" i="1" smtClean="0">
                                        <a:solidFill>
                                          <a:schemeClr val="accent2">
                                            <a:lumMod val="20000"/>
                                            <a:lumOff val="80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b="0" i="1" smtClean="0">
                                        <a:solidFill>
                                          <a:schemeClr val="accent2">
                                            <a:lumMod val="20000"/>
                                            <a:lumOff val="80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sup>
                            </m:sSubSup>
                            <m:r>
                              <m:rPr>
                                <m:brk m:alnAt="7"/>
                              </m:rPr>
                              <a:rPr lang="en-US" b="0" i="1" smtClean="0">
                                <a:solidFill>
                                  <a:schemeClr val="accent2">
                                    <a:lumMod val="20000"/>
                                    <a:lumOff val="80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&gt;</m:t>
                            </m:r>
                            <m:r>
                              <a:rPr lang="en-US" b="0" i="1" smtClean="0">
                                <a:solidFill>
                                  <a:schemeClr val="accent2">
                                    <a:lumMod val="20000"/>
                                    <a:lumOff val="80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0 </m:t>
                            </m:r>
                            <m:r>
                              <a:rPr lang="en-US" b="0" i="1" smtClean="0">
                                <a:solidFill>
                                  <a:schemeClr val="accent2">
                                    <a:lumMod val="20000"/>
                                    <a:lumOff val="80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𝑎𝑛𝑑</m:t>
                            </m:r>
                            <m:r>
                              <a:rPr lang="en-US" b="0" i="1" smtClean="0">
                                <a:solidFill>
                                  <a:schemeClr val="accent2">
                                    <a:lumMod val="20000"/>
                                    <a:lumOff val="80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sSubSup>
                              <m:sSubSupPr>
                                <m:ctrlPr>
                                  <a:rPr lang="en-US" b="0" i="1" smtClean="0">
                                    <a:solidFill>
                                      <a:schemeClr val="accent2">
                                        <a:lumMod val="20000"/>
                                        <a:lumOff val="80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m:rPr>
                                    <m:brk m:alnAt="7"/>
                                  </m:rPr>
                                  <a:rPr lang="en-US" b="0" i="1" smtClean="0">
                                    <a:solidFill>
                                      <a:schemeClr val="accent2">
                                        <a:lumMod val="20000"/>
                                        <a:lumOff val="80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𝑊</m:t>
                                </m:r>
                              </m:e>
                              <m:sub>
                                <m:r>
                                  <m:rPr>
                                    <m:brk m:alnAt="7"/>
                                  </m:rPr>
                                  <a:rPr lang="en-US" b="0" i="1" smtClean="0">
                                    <a:solidFill>
                                      <a:schemeClr val="accent2">
                                        <a:lumMod val="20000"/>
                                        <a:lumOff val="80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b="0" i="1" smtClean="0">
                                    <a:solidFill>
                                      <a:schemeClr val="accent2">
                                        <a:lumMod val="20000"/>
                                        <a:lumOff val="80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𝑢𝑟𝑓</m:t>
                                </m:r>
                              </m:sub>
                              <m:sup>
                                <m:d>
                                  <m:dPr>
                                    <m:ctrlPr>
                                      <a:rPr lang="en-US" b="0" i="1" smtClean="0">
                                        <a:solidFill>
                                          <a:schemeClr val="accent2">
                                            <a:lumMod val="20000"/>
                                            <a:lumOff val="80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b="0" i="1" smtClean="0">
                                        <a:solidFill>
                                          <a:schemeClr val="accent2">
                                            <a:lumMod val="20000"/>
                                            <a:lumOff val="80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sup>
                            </m:sSubSup>
                            <m:d>
                              <m:dPr>
                                <m:ctrlPr>
                                  <a:rPr lang="en-US" b="0" i="1" smtClean="0">
                                    <a:solidFill>
                                      <a:schemeClr val="accent2">
                                        <a:lumMod val="20000"/>
                                        <a:lumOff val="80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solidFill>
                                      <a:schemeClr val="accent2">
                                        <a:lumMod val="20000"/>
                                        <a:lumOff val="80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</m:d>
                            <m:r>
                              <m:rPr>
                                <m:brk m:alnAt="7"/>
                              </m:rPr>
                              <a:rPr lang="en-US" b="0" i="1" smtClean="0">
                                <a:solidFill>
                                  <a:schemeClr val="accent2">
                                    <a:lumMod val="20000"/>
                                    <a:lumOff val="80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&gt;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solidFill>
                                      <a:schemeClr val="accent2">
                                        <a:lumMod val="20000"/>
                                        <a:lumOff val="80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solidFill>
                                      <a:schemeClr val="accent2">
                                        <a:lumMod val="20000"/>
                                        <a:lumOff val="80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en-US" b="0" i="1" smtClean="0">
                                    <a:solidFill>
                                      <a:schemeClr val="accent2">
                                        <a:lumMod val="20000"/>
                                        <a:lumOff val="80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</m:e>
                        </m:mr>
                        <m:mr>
                          <m:e>
                            <m:r>
                              <a:rPr lang="en-US" b="0" i="1" smtClean="0">
                                <a:solidFill>
                                  <a:schemeClr val="accent2">
                                    <a:lumMod val="20000"/>
                                    <a:lumOff val="80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𝑜𝑡h𝑒𝑟𝑤𝑖𝑠𝑒</m:t>
                            </m:r>
                          </m:e>
                        </m:mr>
                      </m:m>
                    </m:oMath>
                  </m:oMathPara>
                </a14:m>
                <a:endParaRPr lang="en-US" b="0" dirty="0">
                  <a:solidFill>
                    <a:schemeClr val="accent2">
                      <a:lumMod val="20000"/>
                      <a:lumOff val="80000"/>
                    </a:schemeClr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r>
                  <a:rPr lang="en-US" dirty="0">
                    <a:solidFill>
                      <a:schemeClr val="accent2">
                        <a:lumMod val="20000"/>
                        <a:lumOff val="80000"/>
                      </a:schemeClr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cs typeface="Tahoma" panose="020B0604030504040204" pitchFamily="34" charset="0"/>
                  </a:rPr>
                  <a:t>Deep vertical percolation:</a:t>
                </a: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  <m:sup>
                          <m:d>
                            <m:dPr>
                              <m:ctrlPr>
                                <a:rPr lang="en-US" i="1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</m:sup>
                      </m:sSubSup>
                      <m:d>
                        <m:dPr>
                          <m:ctrlP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accent2">
                              <a:lumMod val="20000"/>
                              <a:lumOff val="80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accent2">
                              <a:lumMod val="20000"/>
                              <a:lumOff val="80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func>
                        <m:funcPr>
                          <m:ctrlPr>
                            <a:rPr lang="en-US" b="0" i="1" smtClean="0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max</m:t>
                          </m:r>
                        </m:fName>
                        <m:e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b="0" i="1" smtClean="0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b="0" i="1" smtClean="0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𝑡𝑒𝑚𝑝</m:t>
                                  </m:r>
                                </m:sub>
                                <m:sup>
                                  <m:d>
                                    <m:dPr>
                                      <m:ctrlPr>
                                        <a:rPr lang="en-US" b="0" i="1" smtClean="0">
                                          <a:solidFill>
                                            <a:schemeClr val="accent2">
                                              <a:lumMod val="20000"/>
                                              <a:lumOff val="8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solidFill>
                                            <a:schemeClr val="accent2">
                                              <a:lumMod val="20000"/>
                                              <a:lumOff val="8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</m:d>
                                </m:sup>
                              </m:sSubSup>
                              <m:d>
                                <m:dPr>
                                  <m:ctrlPr>
                                    <a:rPr lang="en-US" b="0" i="1" smtClean="0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</m:d>
                              <m:r>
                                <a:rPr lang="en-US" b="0" i="1" smtClean="0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6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5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,0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US" dirty="0">
                  <a:solidFill>
                    <a:schemeClr val="accent2">
                      <a:lumMod val="20000"/>
                      <a:lumOff val="80000"/>
                    </a:schemeClr>
                  </a:solidFill>
                  <a:latin typeface="Cambria Math" panose="02040503050406030204" pitchFamily="18" charset="0"/>
                  <a:ea typeface="Cambria Math" panose="02040503050406030204" pitchFamily="18" charset="0"/>
                  <a:cs typeface="Tahoma" panose="020B0604030504040204" pitchFamily="34" charset="0"/>
                </a:endParaRPr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4130F8D4-7CDC-638E-EF35-E1ACD05F6D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4336" y="1195633"/>
                <a:ext cx="5668464" cy="3658117"/>
              </a:xfrm>
              <a:prstGeom prst="rect">
                <a:avLst/>
              </a:prstGeom>
              <a:blipFill>
                <a:blip r:embed="rId4"/>
                <a:stretch>
                  <a:fillRect l="-323" t="-50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CDDE767B-9E5B-7D7C-AF4B-013594796FDC}"/>
              </a:ext>
            </a:extLst>
          </p:cNvPr>
          <p:cNvSpPr/>
          <p:nvPr/>
        </p:nvSpPr>
        <p:spPr>
          <a:xfrm>
            <a:off x="266700" y="1054654"/>
            <a:ext cx="5387475" cy="3799095"/>
          </a:xfrm>
          <a:prstGeom prst="roundRect">
            <a:avLst>
              <a:gd name="adj" fmla="val 12279"/>
            </a:avLst>
          </a:prstGeom>
          <a:noFill/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Google Shape;178;p3">
            <a:extLst>
              <a:ext uri="{FF2B5EF4-FFF2-40B4-BE49-F238E27FC236}">
                <a16:creationId xmlns:a16="http://schemas.microsoft.com/office/drawing/2014/main" id="{F18CEFED-1F55-8A9E-496E-D1720EBC6AC4}"/>
              </a:ext>
            </a:extLst>
          </p:cNvPr>
          <p:cNvSpPr txBox="1"/>
          <p:nvPr/>
        </p:nvSpPr>
        <p:spPr>
          <a:xfrm>
            <a:off x="8633460" y="4800600"/>
            <a:ext cx="24384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dirty="0">
                <a:solidFill>
                  <a:schemeClr val="lt2"/>
                </a:solidFill>
              </a:rPr>
              <a:t>6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4202963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4">
          <a:extLst>
            <a:ext uri="{FF2B5EF4-FFF2-40B4-BE49-F238E27FC236}">
              <a16:creationId xmlns:a16="http://schemas.microsoft.com/office/drawing/2014/main" id="{6C9C666A-E381-9D3D-0E66-A05073A3F9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11">
            <a:extLst>
              <a:ext uri="{FF2B5EF4-FFF2-40B4-BE49-F238E27FC236}">
                <a16:creationId xmlns:a16="http://schemas.microsoft.com/office/drawing/2014/main" id="{3376FC6C-D1BC-3E1C-8229-C160900D9E9D}"/>
              </a:ext>
            </a:extLst>
          </p:cNvPr>
          <p:cNvSpPr txBox="1"/>
          <p:nvPr/>
        </p:nvSpPr>
        <p:spPr>
          <a:xfrm>
            <a:off x="365760" y="333065"/>
            <a:ext cx="8368420" cy="52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>
              <a:buClr>
                <a:schemeClr val="lt1"/>
              </a:buClr>
              <a:buSzPts val="2667"/>
            </a:pPr>
            <a:r>
              <a:rPr lang="en-US" sz="3000" b="1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Control Problem Overview</a:t>
            </a:r>
          </a:p>
        </p:txBody>
      </p:sp>
      <p:grpSp>
        <p:nvGrpSpPr>
          <p:cNvPr id="192" name="Group 191">
            <a:extLst>
              <a:ext uri="{FF2B5EF4-FFF2-40B4-BE49-F238E27FC236}">
                <a16:creationId xmlns:a16="http://schemas.microsoft.com/office/drawing/2014/main" id="{6EA75DF2-3FCA-12F2-F6EA-303F14F21AAE}"/>
              </a:ext>
            </a:extLst>
          </p:cNvPr>
          <p:cNvGrpSpPr/>
          <p:nvPr/>
        </p:nvGrpSpPr>
        <p:grpSpPr>
          <a:xfrm>
            <a:off x="466423" y="987149"/>
            <a:ext cx="4051112" cy="3967339"/>
            <a:chOff x="436447" y="1014784"/>
            <a:chExt cx="3906202" cy="3967339"/>
          </a:xfrm>
        </p:grpSpPr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257465CC-F851-AF89-9558-013049746706}"/>
                </a:ext>
              </a:extLst>
            </p:cNvPr>
            <p:cNvCxnSpPr>
              <a:cxnSpLocks/>
            </p:cNvCxnSpPr>
            <p:nvPr/>
          </p:nvCxnSpPr>
          <p:spPr>
            <a:xfrm>
              <a:off x="1305764" y="3324152"/>
              <a:ext cx="333375" cy="0"/>
            </a:xfrm>
            <a:prstGeom prst="line">
              <a:avLst/>
            </a:prstGeom>
            <a:ln w="19050" cap="flat" cmpd="sng" algn="ctr">
              <a:solidFill>
                <a:schemeClr val="accent2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pic>
          <p:nvPicPr>
            <p:cNvPr id="25" name="Picture 24" descr="Soil-Water Status: Saturation, Field Capacity and Wilting ...">
              <a:extLst>
                <a:ext uri="{FF2B5EF4-FFF2-40B4-BE49-F238E27FC236}">
                  <a16:creationId xmlns:a16="http://schemas.microsoft.com/office/drawing/2014/main" id="{A8D60EBA-E775-9CC1-FA2A-866EDFD0CA7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3868" t="10113" r="66785" b="42275"/>
            <a:stretch>
              <a:fillRect/>
            </a:stretch>
          </p:blipFill>
          <p:spPr>
            <a:xfrm>
              <a:off x="658804" y="1142240"/>
              <a:ext cx="439392" cy="534806"/>
            </a:xfrm>
            <a:prstGeom prst="rect">
              <a:avLst/>
            </a:prstGeom>
          </p:spPr>
        </p:pic>
        <p:pic>
          <p:nvPicPr>
            <p:cNvPr id="26" name="Picture 25" descr="Soil-Water Status: Saturation, Field Capacity and Wilting ...">
              <a:extLst>
                <a:ext uri="{FF2B5EF4-FFF2-40B4-BE49-F238E27FC236}">
                  <a16:creationId xmlns:a16="http://schemas.microsoft.com/office/drawing/2014/main" id="{6CB0701A-9EEA-CDCB-82CB-099BF32CA1A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35327" t="10963" r="35326" b="47278"/>
            <a:stretch>
              <a:fillRect/>
            </a:stretch>
          </p:blipFill>
          <p:spPr>
            <a:xfrm>
              <a:off x="652782" y="2769672"/>
              <a:ext cx="445414" cy="475488"/>
            </a:xfrm>
            <a:prstGeom prst="rect">
              <a:avLst/>
            </a:prstGeom>
          </p:spPr>
        </p:pic>
        <p:pic>
          <p:nvPicPr>
            <p:cNvPr id="27" name="Picture 26" descr="Soil-Water Status: Saturation, Field Capacity and Wilting ...">
              <a:extLst>
                <a:ext uri="{FF2B5EF4-FFF2-40B4-BE49-F238E27FC236}">
                  <a16:creationId xmlns:a16="http://schemas.microsoft.com/office/drawing/2014/main" id="{9FF3776A-77DE-E928-BAE7-C1B36DDC270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65775" t="11156" r="4878" b="48195"/>
            <a:stretch>
              <a:fillRect/>
            </a:stretch>
          </p:blipFill>
          <p:spPr>
            <a:xfrm>
              <a:off x="652782" y="4367446"/>
              <a:ext cx="457568" cy="475485"/>
            </a:xfrm>
            <a:prstGeom prst="rect">
              <a:avLst/>
            </a:prstGeom>
          </p:spPr>
        </p:pic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A61F8B18-65EB-13A3-5ACC-392963EF5433}"/>
                </a:ext>
              </a:extLst>
            </p:cNvPr>
            <p:cNvCxnSpPr>
              <a:cxnSpLocks/>
            </p:cNvCxnSpPr>
            <p:nvPr/>
          </p:nvCxnSpPr>
          <p:spPr>
            <a:xfrm>
              <a:off x="1297827" y="1409643"/>
              <a:ext cx="333375" cy="0"/>
            </a:xfrm>
            <a:prstGeom prst="line">
              <a:avLst/>
            </a:prstGeom>
            <a:ln>
              <a:solidFill>
                <a:schemeClr val="accent2">
                  <a:lumMod val="20000"/>
                  <a:lumOff val="80000"/>
                </a:schemeClr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398B0555-0A84-EA10-025F-8521704B7F45}"/>
                </a:ext>
              </a:extLst>
            </p:cNvPr>
            <p:cNvCxnSpPr>
              <a:cxnSpLocks/>
            </p:cNvCxnSpPr>
            <p:nvPr/>
          </p:nvCxnSpPr>
          <p:spPr>
            <a:xfrm>
              <a:off x="1472452" y="1409643"/>
              <a:ext cx="0" cy="3195545"/>
            </a:xfrm>
            <a:prstGeom prst="line">
              <a:avLst/>
            </a:prstGeom>
            <a:ln>
              <a:solidFill>
                <a:schemeClr val="accent2">
                  <a:lumMod val="20000"/>
                  <a:lumOff val="8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7BACD446-4828-40A1-9FB5-E7767A4619B1}"/>
                </a:ext>
              </a:extLst>
            </p:cNvPr>
            <p:cNvCxnSpPr>
              <a:cxnSpLocks/>
            </p:cNvCxnSpPr>
            <p:nvPr/>
          </p:nvCxnSpPr>
          <p:spPr>
            <a:xfrm>
              <a:off x="1305764" y="3004241"/>
              <a:ext cx="333375" cy="0"/>
            </a:xfrm>
            <a:prstGeom prst="line">
              <a:avLst/>
            </a:prstGeom>
            <a:ln>
              <a:solidFill>
                <a:schemeClr val="accent2">
                  <a:lumMod val="20000"/>
                  <a:lumOff val="80000"/>
                </a:schemeClr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20F12283-8C40-83C3-5EB3-A936F432E17D}"/>
                </a:ext>
              </a:extLst>
            </p:cNvPr>
            <p:cNvCxnSpPr>
              <a:cxnSpLocks/>
            </p:cNvCxnSpPr>
            <p:nvPr/>
          </p:nvCxnSpPr>
          <p:spPr>
            <a:xfrm>
              <a:off x="1305764" y="4605188"/>
              <a:ext cx="333375" cy="0"/>
            </a:xfrm>
            <a:prstGeom prst="line">
              <a:avLst/>
            </a:prstGeom>
            <a:ln>
              <a:solidFill>
                <a:schemeClr val="accent2">
                  <a:lumMod val="20000"/>
                  <a:lumOff val="80000"/>
                </a:schemeClr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EBAC2C3F-3E86-9D6A-70C9-473E8DE7E621}"/>
                </a:ext>
              </a:extLst>
            </p:cNvPr>
            <p:cNvSpPr txBox="1"/>
            <p:nvPr/>
          </p:nvSpPr>
          <p:spPr>
            <a:xfrm>
              <a:off x="1651579" y="1255754"/>
              <a:ext cx="10191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accent2">
                      <a:lumMod val="20000"/>
                      <a:lumOff val="80000"/>
                    </a:schemeClr>
                  </a:solidFill>
                </a:rPr>
                <a:t>Saturation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8FFB7B56-9D9A-660F-C819-48CE856827DB}"/>
                </a:ext>
              </a:extLst>
            </p:cNvPr>
            <p:cNvSpPr txBox="1"/>
            <p:nvPr/>
          </p:nvSpPr>
          <p:spPr>
            <a:xfrm>
              <a:off x="1639139" y="2844566"/>
              <a:ext cx="131286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accent2">
                      <a:lumMod val="20000"/>
                      <a:lumOff val="80000"/>
                    </a:schemeClr>
                  </a:solidFill>
                </a:rPr>
                <a:t>Field Capacity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C9FE4591-0920-B31C-B6E5-1BC56C5D7800}"/>
                </a:ext>
              </a:extLst>
            </p:cNvPr>
            <p:cNvSpPr txBox="1"/>
            <p:nvPr/>
          </p:nvSpPr>
          <p:spPr>
            <a:xfrm>
              <a:off x="1647078" y="3170263"/>
              <a:ext cx="164464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accent2">
                      <a:lumMod val="20000"/>
                      <a:lumOff val="80000"/>
                    </a:schemeClr>
                  </a:solidFill>
                </a:rPr>
                <a:t>Stress Threshold</a:t>
              </a: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6913297E-A854-B60E-B3A4-225D89B894D3}"/>
                </a:ext>
              </a:extLst>
            </p:cNvPr>
            <p:cNvSpPr txBox="1"/>
            <p:nvPr/>
          </p:nvSpPr>
          <p:spPr>
            <a:xfrm>
              <a:off x="1647078" y="4451299"/>
              <a:ext cx="1209671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accent2">
                      <a:lumMod val="20000"/>
                      <a:lumOff val="80000"/>
                    </a:schemeClr>
                  </a:solidFill>
                </a:rPr>
                <a:t>Wilting Point</a:t>
              </a:r>
            </a:p>
          </p:txBody>
        </p:sp>
        <p:sp>
          <p:nvSpPr>
            <p:cNvPr id="53" name="Arrow: Up-Down 52">
              <a:extLst>
                <a:ext uri="{FF2B5EF4-FFF2-40B4-BE49-F238E27FC236}">
                  <a16:creationId xmlns:a16="http://schemas.microsoft.com/office/drawing/2014/main" id="{D9110A96-B3ED-C137-0CBB-3F9F4E972D46}"/>
                </a:ext>
              </a:extLst>
            </p:cNvPr>
            <p:cNvSpPr/>
            <p:nvPr/>
          </p:nvSpPr>
          <p:spPr>
            <a:xfrm>
              <a:off x="2101640" y="1613244"/>
              <a:ext cx="119052" cy="1167520"/>
            </a:xfrm>
            <a:prstGeom prst="upDownArrow">
              <a:avLst/>
            </a:prstGeom>
            <a:noFill/>
            <a:ln>
              <a:solidFill>
                <a:srgbClr val="32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09C26541-FDBA-84DA-5ADC-CC0E1EF1BFCA}"/>
                </a:ext>
              </a:extLst>
            </p:cNvPr>
            <p:cNvSpPr txBox="1"/>
            <p:nvPr/>
          </p:nvSpPr>
          <p:spPr>
            <a:xfrm>
              <a:off x="2272548" y="1938209"/>
              <a:ext cx="101917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rgbClr val="320000"/>
                  </a:solidFill>
                </a:rPr>
                <a:t>Waterlog Stress</a:t>
              </a:r>
            </a:p>
          </p:txBody>
        </p:sp>
        <p:sp>
          <p:nvSpPr>
            <p:cNvPr id="57" name="Arrow: Up-Down 56">
              <a:extLst>
                <a:ext uri="{FF2B5EF4-FFF2-40B4-BE49-F238E27FC236}">
                  <a16:creationId xmlns:a16="http://schemas.microsoft.com/office/drawing/2014/main" id="{E9598991-62BB-0393-850D-6599892ED326}"/>
                </a:ext>
              </a:extLst>
            </p:cNvPr>
            <p:cNvSpPr/>
            <p:nvPr/>
          </p:nvSpPr>
          <p:spPr>
            <a:xfrm>
              <a:off x="2093741" y="3519057"/>
              <a:ext cx="119039" cy="948899"/>
            </a:xfrm>
            <a:prstGeom prst="upDownArrow">
              <a:avLst/>
            </a:prstGeom>
            <a:noFill/>
            <a:ln>
              <a:solidFill>
                <a:srgbClr val="32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33974359-5647-5B06-28E7-6D35C6209C40}"/>
                </a:ext>
              </a:extLst>
            </p:cNvPr>
            <p:cNvSpPr txBox="1"/>
            <p:nvPr/>
          </p:nvSpPr>
          <p:spPr>
            <a:xfrm>
              <a:off x="2270702" y="3663654"/>
              <a:ext cx="101917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rgbClr val="320000"/>
                  </a:solidFill>
                </a:rPr>
                <a:t>Drought Stress</a:t>
              </a:r>
            </a:p>
          </p:txBody>
        </p:sp>
        <p:sp>
          <p:nvSpPr>
            <p:cNvPr id="60" name="Right Brace 59">
              <a:extLst>
                <a:ext uri="{FF2B5EF4-FFF2-40B4-BE49-F238E27FC236}">
                  <a16:creationId xmlns:a16="http://schemas.microsoft.com/office/drawing/2014/main" id="{790D0D99-2723-A049-B2CB-CC55FAF4EA91}"/>
                </a:ext>
              </a:extLst>
            </p:cNvPr>
            <p:cNvSpPr/>
            <p:nvPr/>
          </p:nvSpPr>
          <p:spPr>
            <a:xfrm>
              <a:off x="3247277" y="2952750"/>
              <a:ext cx="85713" cy="371402"/>
            </a:xfrm>
            <a:prstGeom prst="rightBrace">
              <a:avLst/>
            </a:prstGeom>
            <a:ln>
              <a:solidFill>
                <a:srgbClr val="92D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1789D113-FFE3-BDB0-D48A-D6698FB7CE8D}"/>
                </a:ext>
              </a:extLst>
            </p:cNvPr>
            <p:cNvSpPr txBox="1"/>
            <p:nvPr/>
          </p:nvSpPr>
          <p:spPr>
            <a:xfrm>
              <a:off x="3323474" y="2890733"/>
              <a:ext cx="101917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rgbClr val="92D050"/>
                  </a:solidFill>
                </a:rPr>
                <a:t>Desired Zone</a:t>
              </a:r>
            </a:p>
          </p:txBody>
        </p:sp>
        <p:sp>
          <p:nvSpPr>
            <p:cNvPr id="63" name="Rectangle: Rounded Corners 62">
              <a:extLst>
                <a:ext uri="{FF2B5EF4-FFF2-40B4-BE49-F238E27FC236}">
                  <a16:creationId xmlns:a16="http://schemas.microsoft.com/office/drawing/2014/main" id="{7C66AEBC-91A2-DDA8-C537-A84743AC27AE}"/>
                </a:ext>
              </a:extLst>
            </p:cNvPr>
            <p:cNvSpPr/>
            <p:nvPr/>
          </p:nvSpPr>
          <p:spPr>
            <a:xfrm>
              <a:off x="436447" y="1014784"/>
              <a:ext cx="3856154" cy="3967339"/>
            </a:xfrm>
            <a:prstGeom prst="roundRect">
              <a:avLst>
                <a:gd name="adj" fmla="val 7411"/>
              </a:avLst>
            </a:prstGeom>
            <a:noFill/>
            <a:ln>
              <a:solidFill>
                <a:schemeClr val="accent2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98" name="Rectangle: Rounded Corners 197">
            <a:extLst>
              <a:ext uri="{FF2B5EF4-FFF2-40B4-BE49-F238E27FC236}">
                <a16:creationId xmlns:a16="http://schemas.microsoft.com/office/drawing/2014/main" id="{C04C730B-0C03-3117-D752-31175E278F74}"/>
              </a:ext>
            </a:extLst>
          </p:cNvPr>
          <p:cNvSpPr/>
          <p:nvPr/>
        </p:nvSpPr>
        <p:spPr>
          <a:xfrm>
            <a:off x="5603622" y="3853828"/>
            <a:ext cx="1801227" cy="331900"/>
          </a:xfrm>
          <a:prstGeom prst="roundRect">
            <a:avLst/>
          </a:prstGeom>
          <a:noFill/>
          <a:ln>
            <a:solidFill>
              <a:schemeClr val="bg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Model Predictive Controller</a:t>
            </a:r>
          </a:p>
        </p:txBody>
      </p:sp>
      <p:sp>
        <p:nvSpPr>
          <p:cNvPr id="200" name="Rectangle: Rounded Corners 199">
            <a:extLst>
              <a:ext uri="{FF2B5EF4-FFF2-40B4-BE49-F238E27FC236}">
                <a16:creationId xmlns:a16="http://schemas.microsoft.com/office/drawing/2014/main" id="{A9626F29-B801-1B74-E063-920D048A07C1}"/>
              </a:ext>
            </a:extLst>
          </p:cNvPr>
          <p:cNvSpPr/>
          <p:nvPr/>
        </p:nvSpPr>
        <p:spPr>
          <a:xfrm>
            <a:off x="4756840" y="3424249"/>
            <a:ext cx="1747395" cy="331901"/>
          </a:xfrm>
          <a:prstGeom prst="roundRect">
            <a:avLst/>
          </a:prstGeom>
          <a:noFill/>
          <a:ln>
            <a:solidFill>
              <a:schemeClr val="bg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Fixed-Schedule Controller</a:t>
            </a:r>
          </a:p>
        </p:txBody>
      </p:sp>
      <p:sp>
        <p:nvSpPr>
          <p:cNvPr id="202" name="Rectangle: Rounded Corners 201">
            <a:extLst>
              <a:ext uri="{FF2B5EF4-FFF2-40B4-BE49-F238E27FC236}">
                <a16:creationId xmlns:a16="http://schemas.microsoft.com/office/drawing/2014/main" id="{C4F348C7-3842-12D8-81E7-88AB8772AF71}"/>
              </a:ext>
            </a:extLst>
          </p:cNvPr>
          <p:cNvSpPr/>
          <p:nvPr/>
        </p:nvSpPr>
        <p:spPr>
          <a:xfrm>
            <a:off x="6582463" y="3422826"/>
            <a:ext cx="1697949" cy="333324"/>
          </a:xfrm>
          <a:prstGeom prst="roundRect">
            <a:avLst/>
          </a:prstGeom>
          <a:noFill/>
          <a:ln>
            <a:solidFill>
              <a:schemeClr val="bg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Reactive Controller</a:t>
            </a:r>
          </a:p>
        </p:txBody>
      </p:sp>
      <p:sp>
        <p:nvSpPr>
          <p:cNvPr id="204" name="Rectangle: Rounded Corners 203">
            <a:extLst>
              <a:ext uri="{FF2B5EF4-FFF2-40B4-BE49-F238E27FC236}">
                <a16:creationId xmlns:a16="http://schemas.microsoft.com/office/drawing/2014/main" id="{829DFD08-8CAF-D61F-3ADD-3BD2CE7DC18E}"/>
              </a:ext>
            </a:extLst>
          </p:cNvPr>
          <p:cNvSpPr/>
          <p:nvPr/>
        </p:nvSpPr>
        <p:spPr>
          <a:xfrm>
            <a:off x="4886163" y="4279351"/>
            <a:ext cx="1587876" cy="589022"/>
          </a:xfrm>
          <a:prstGeom prst="roundRect">
            <a:avLst/>
          </a:prstGeom>
          <a:noFill/>
          <a:ln>
            <a:solidFill>
              <a:schemeClr val="bg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Soft Actor-Critic Controller (SAC)</a:t>
            </a:r>
          </a:p>
        </p:txBody>
      </p:sp>
      <p:sp>
        <p:nvSpPr>
          <p:cNvPr id="206" name="Rectangle: Rounded Corners 205">
            <a:extLst>
              <a:ext uri="{FF2B5EF4-FFF2-40B4-BE49-F238E27FC236}">
                <a16:creationId xmlns:a16="http://schemas.microsoft.com/office/drawing/2014/main" id="{EAA49E1C-84E9-4693-FDC3-D2DA5062365B}"/>
              </a:ext>
            </a:extLst>
          </p:cNvPr>
          <p:cNvSpPr/>
          <p:nvPr/>
        </p:nvSpPr>
        <p:spPr>
          <a:xfrm>
            <a:off x="6574697" y="4272196"/>
            <a:ext cx="1713479" cy="589022"/>
          </a:xfrm>
          <a:prstGeom prst="roundRect">
            <a:avLst/>
          </a:prstGeom>
          <a:noFill/>
          <a:ln>
            <a:solidFill>
              <a:schemeClr val="bg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Twin Delayed Deep Deterministic Policy Gradient (TD3)</a:t>
            </a:r>
          </a:p>
        </p:txBody>
      </p:sp>
      <p:sp>
        <p:nvSpPr>
          <p:cNvPr id="219" name="Rectangle: Rounded Corners 218">
            <a:extLst>
              <a:ext uri="{FF2B5EF4-FFF2-40B4-BE49-F238E27FC236}">
                <a16:creationId xmlns:a16="http://schemas.microsoft.com/office/drawing/2014/main" id="{8FEC9E00-A735-2011-01BB-86C1E92A920A}"/>
              </a:ext>
            </a:extLst>
          </p:cNvPr>
          <p:cNvSpPr/>
          <p:nvPr/>
        </p:nvSpPr>
        <p:spPr>
          <a:xfrm>
            <a:off x="4594287" y="3334448"/>
            <a:ext cx="3999207" cy="1620040"/>
          </a:xfrm>
          <a:prstGeom prst="roundRect">
            <a:avLst/>
          </a:prstGeom>
          <a:noFill/>
          <a:ln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pic>
        <p:nvPicPr>
          <p:cNvPr id="228" name="Picture 227">
            <a:extLst>
              <a:ext uri="{FF2B5EF4-FFF2-40B4-BE49-F238E27FC236}">
                <a16:creationId xmlns:a16="http://schemas.microsoft.com/office/drawing/2014/main" id="{ECE51150-1B3F-A4FB-0642-25B647A0B6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94287" y="987012"/>
            <a:ext cx="3999207" cy="2226315"/>
          </a:xfrm>
          <a:prstGeom prst="roundRect">
            <a:avLst>
              <a:gd name="adj" fmla="val 13294"/>
            </a:avLst>
          </a:prstGeom>
        </p:spPr>
      </p:pic>
      <p:sp>
        <p:nvSpPr>
          <p:cNvPr id="230" name="Google Shape;178;p3">
            <a:extLst>
              <a:ext uri="{FF2B5EF4-FFF2-40B4-BE49-F238E27FC236}">
                <a16:creationId xmlns:a16="http://schemas.microsoft.com/office/drawing/2014/main" id="{4402631F-FF59-B222-8CBA-D4021BF122F0}"/>
              </a:ext>
            </a:extLst>
          </p:cNvPr>
          <p:cNvSpPr txBox="1"/>
          <p:nvPr/>
        </p:nvSpPr>
        <p:spPr>
          <a:xfrm>
            <a:off x="8633460" y="4800600"/>
            <a:ext cx="24384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dirty="0">
                <a:solidFill>
                  <a:schemeClr val="lt2"/>
                </a:solidFill>
              </a:rPr>
              <a:t>7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88254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4">
          <a:extLst>
            <a:ext uri="{FF2B5EF4-FFF2-40B4-BE49-F238E27FC236}">
              <a16:creationId xmlns:a16="http://schemas.microsoft.com/office/drawing/2014/main" id="{47BCF7F8-BA54-989D-664F-196D9087B6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11">
            <a:extLst>
              <a:ext uri="{FF2B5EF4-FFF2-40B4-BE49-F238E27FC236}">
                <a16:creationId xmlns:a16="http://schemas.microsoft.com/office/drawing/2014/main" id="{520CB46C-CD87-E8D1-A25D-51E9C87BD06F}"/>
              </a:ext>
            </a:extLst>
          </p:cNvPr>
          <p:cNvSpPr txBox="1"/>
          <p:nvPr/>
        </p:nvSpPr>
        <p:spPr>
          <a:xfrm>
            <a:off x="365760" y="333065"/>
            <a:ext cx="8368420" cy="52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>
              <a:buClr>
                <a:schemeClr val="lt1"/>
              </a:buClr>
              <a:buSzPts val="2667"/>
            </a:pPr>
            <a:r>
              <a:rPr lang="en-US" sz="3000" b="1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Heuristic Controllers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75FB7C7-75EA-CE2E-3A89-8EC97A69FF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841762"/>
            <a:ext cx="4040250" cy="2065960"/>
          </a:xfrm>
          <a:prstGeom prst="round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EFF1E57-B716-432D-9F32-DAD57B1F86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34785" y="1430627"/>
            <a:ext cx="4052015" cy="3472070"/>
          </a:xfrm>
          <a:prstGeom prst="roundRect">
            <a:avLst>
              <a:gd name="adj" fmla="val 8508"/>
            </a:avLst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82B2AAA7-8860-3361-A95A-3F46E4D694E6}"/>
              </a:ext>
            </a:extLst>
          </p:cNvPr>
          <p:cNvSpPr txBox="1"/>
          <p:nvPr/>
        </p:nvSpPr>
        <p:spPr>
          <a:xfrm>
            <a:off x="4634784" y="993785"/>
            <a:ext cx="40520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Reactive Controller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955AC53-76B9-9CF8-38BC-7DE59DEC74CA}"/>
              </a:ext>
            </a:extLst>
          </p:cNvPr>
          <p:cNvSpPr txBox="1"/>
          <p:nvPr/>
        </p:nvSpPr>
        <p:spPr>
          <a:xfrm>
            <a:off x="365760" y="993785"/>
            <a:ext cx="40402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Fixed-Schedule Controller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FB3F0FB-4256-9612-AF92-9589419284FD}"/>
              </a:ext>
            </a:extLst>
          </p:cNvPr>
          <p:cNvCxnSpPr>
            <a:cxnSpLocks/>
          </p:cNvCxnSpPr>
          <p:nvPr/>
        </p:nvCxnSpPr>
        <p:spPr>
          <a:xfrm>
            <a:off x="4509216" y="993785"/>
            <a:ext cx="0" cy="3905102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226C6B8B-D095-6F88-2306-C329F58A54BE}"/>
                  </a:ext>
                </a:extLst>
              </p:cNvPr>
              <p:cNvSpPr txBox="1"/>
              <p:nvPr/>
            </p:nvSpPr>
            <p:spPr>
              <a:xfrm>
                <a:off x="365760" y="1496437"/>
                <a:ext cx="4017888" cy="124040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bg2">
                                  <a:lumMod val="10000"/>
                                  <a:lumOff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2">
                                  <a:lumMod val="10000"/>
                                  <a:lumOff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2">
                                  <a:lumMod val="10000"/>
                                  <a:lumOff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2">
                              <a:lumMod val="10000"/>
                              <a:lumOff val="9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bg2">
                                  <a:lumMod val="10000"/>
                                  <a:lumOff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bg2">
                                  <a:lumMod val="10000"/>
                                  <a:lumOff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bg2">
                                      <a:lumMod val="10000"/>
                                      <a:lumOff val="9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bg2">
                                      <a:lumMod val="10000"/>
                                      <a:lumOff val="9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b="0" i="1" smtClean="0">
                                  <a:solidFill>
                                    <a:schemeClr val="bg2">
                                      <a:lumMod val="10000"/>
                                      <a:lumOff val="9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solidFill>
                                    <a:schemeClr val="bg2">
                                      <a:lumMod val="10000"/>
                                      <a:lumOff val="9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b="0" i="1" smtClean="0">
                                  <a:solidFill>
                                    <a:schemeClr val="bg2">
                                      <a:lumMod val="10000"/>
                                      <a:lumOff val="9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e>
                          </m:d>
                        </m:num>
                        <m:den>
                          <m:r>
                            <a:rPr lang="en-US" b="0" i="1" smtClean="0">
                              <a:solidFill>
                                <a:schemeClr val="bg2">
                                  <a:lumMod val="10000"/>
                                  <a:lumOff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bg2">
                                      <a:lumMod val="10000"/>
                                      <a:lumOff val="9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bg2">
                                      <a:lumMod val="10000"/>
                                      <a:lumOff val="9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  <m:r>
                                <a:rPr lang="en-US" b="0" i="1" smtClean="0">
                                  <a:solidFill>
                                    <a:schemeClr val="bg2">
                                      <a:lumMod val="10000"/>
                                      <a:lumOff val="9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e>
                          </m:d>
                        </m:den>
                      </m:f>
                      <m:r>
                        <a:rPr lang="en-US" b="0" i="1" smtClean="0">
                          <a:solidFill>
                            <a:schemeClr val="bg2">
                              <a:lumMod val="10000"/>
                              <a:lumOff val="90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bg2">
                              <a:lumMod val="10000"/>
                              <a:lumOff val="90000"/>
                            </a:schemeClr>
                          </a:solidFill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lang="en-US" b="0" i="1" smtClean="0">
                          <a:solidFill>
                            <a:schemeClr val="bg2">
                              <a:lumMod val="10000"/>
                              <a:lumOff val="90000"/>
                            </a:schemeClr>
                          </a:solidFill>
                          <a:latin typeface="Cambria Math" panose="02040503050406030204" pitchFamily="18" charset="0"/>
                        </a:rPr>
                        <m:t>=1,2,…,</m:t>
                      </m:r>
                      <m:r>
                        <a:rPr lang="en-US" b="0" i="1" smtClean="0">
                          <a:solidFill>
                            <a:schemeClr val="bg2">
                              <a:lumMod val="10000"/>
                              <a:lumOff val="90000"/>
                            </a:schemeClr>
                          </a:solidFill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 b="0" i="1" smtClean="0">
                          <a:solidFill>
                            <a:schemeClr val="bg2">
                              <a:lumMod val="10000"/>
                              <a:lumOff val="90000"/>
                            </a:schemeClr>
                          </a:solidFill>
                          <a:latin typeface="Cambria Math" panose="02040503050406030204" pitchFamily="18" charset="0"/>
                        </a:rPr>
                        <m:t>=19</m:t>
                      </m:r>
                    </m:oMath>
                  </m:oMathPara>
                </a14:m>
                <a:endParaRPr lang="en-US" b="0" i="1" dirty="0">
                  <a:solidFill>
                    <a:schemeClr val="bg2">
                      <a:lumMod val="10000"/>
                      <a:lumOff val="90000"/>
                    </a:schemeClr>
                  </a:solidFill>
                  <a:latin typeface="Cambria Math" panose="02040503050406030204" pitchFamily="18" charset="0"/>
                </a:endParaRPr>
              </a:p>
              <a:p>
                <a:endParaRPr lang="en-US" b="0" i="1" dirty="0">
                  <a:solidFill>
                    <a:schemeClr val="bg2">
                      <a:lumMod val="10000"/>
                      <a:lumOff val="90000"/>
                    </a:schemeClr>
                  </a:solidFill>
                  <a:latin typeface="Cambria Math" panose="02040503050406030204" pitchFamily="18" charset="0"/>
                </a:endParaRP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0" i="1" smtClean="0">
                              <a:solidFill>
                                <a:schemeClr val="bg2">
                                  <a:lumMod val="10000"/>
                                  <a:lumOff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solidFill>
                                <a:schemeClr val="bg2">
                                  <a:lumMod val="10000"/>
                                  <a:lumOff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2">
                                  <a:lumMod val="10000"/>
                                  <a:lumOff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𝑓𝑖𝑥𝑒𝑑</m:t>
                          </m:r>
                        </m:sub>
                        <m:sup>
                          <m:r>
                            <a:rPr lang="en-US" b="0" i="1" smtClean="0">
                              <a:solidFill>
                                <a:schemeClr val="bg2">
                                  <a:lumMod val="10000"/>
                                  <a:lumOff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</m:sSubSup>
                      <m:d>
                        <m:dPr>
                          <m:ctrlPr>
                            <a:rPr lang="en-US" b="0" i="1" smtClean="0">
                              <a:solidFill>
                                <a:schemeClr val="bg2">
                                  <a:lumMod val="10000"/>
                                  <a:lumOff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2">
                                  <a:lumMod val="10000"/>
                                  <a:lumOff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2">
                              <a:lumMod val="10000"/>
                              <a:lumOff val="9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b="0" i="1" smtClean="0">
                              <a:solidFill>
                                <a:schemeClr val="bg2">
                                  <a:lumMod val="10000"/>
                                  <a:lumOff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solidFill>
                                <a:schemeClr val="bg2">
                                  <a:lumMod val="10000"/>
                                  <a:lumOff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min</m:t>
                          </m:r>
                        </m:fName>
                        <m:e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bg2">
                                      <a:lumMod val="10000"/>
                                      <a:lumOff val="9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b="0" i="1" smtClean="0">
                                      <a:solidFill>
                                        <a:schemeClr val="bg2">
                                          <a:lumMod val="10000"/>
                                          <a:lumOff val="9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b="0" i="1" smtClean="0">
                                          <a:solidFill>
                                            <a:schemeClr val="bg2">
                                              <a:lumMod val="10000"/>
                                              <a:lumOff val="9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solidFill>
                                            <a:schemeClr val="bg2">
                                              <a:lumMod val="10000"/>
                                              <a:lumOff val="9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solidFill>
                                            <a:schemeClr val="bg2">
                                              <a:lumMod val="10000"/>
                                              <a:lumOff val="9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  <m:sSub>
                                    <m:sSubPr>
                                      <m:ctrlPr>
                                        <a:rPr lang="en-US" b="0" i="1" smtClean="0">
                                          <a:solidFill>
                                            <a:schemeClr val="bg2">
                                              <a:lumMod val="10000"/>
                                              <a:lumOff val="9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solidFill>
                                            <a:schemeClr val="bg2">
                                              <a:lumMod val="10000"/>
                                              <a:lumOff val="9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𝑊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solidFill>
                                            <a:schemeClr val="bg2">
                                              <a:lumMod val="10000"/>
                                              <a:lumOff val="9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𝑡𝑜𝑡𝑎𝑙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solidFill>
                                        <a:schemeClr val="bg2">
                                          <a:lumMod val="10000"/>
                                          <a:lumOff val="9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bg2">
                                          <a:lumMod val="10000"/>
                                          <a:lumOff val="9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d>
                                    <m:dPr>
                                      <m:ctrlPr>
                                        <a:rPr lang="en-US" b="0" i="1" smtClean="0">
                                          <a:solidFill>
                                            <a:schemeClr val="bg2">
                                              <a:lumMod val="10000"/>
                                              <a:lumOff val="9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solidFill>
                                            <a:schemeClr val="bg2">
                                              <a:lumMod val="10000"/>
                                              <a:lumOff val="9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</m:d>
                                </m:den>
                              </m:f>
                              <m:r>
                                <a:rPr lang="en-US" b="0" i="1" smtClean="0">
                                  <a:solidFill>
                                    <a:schemeClr val="bg2">
                                      <a:lumMod val="10000"/>
                                      <a:lumOff val="9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bg2">
                                          <a:lumMod val="10000"/>
                                          <a:lumOff val="9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bg2">
                                          <a:lumMod val="10000"/>
                                          <a:lumOff val="9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2">
                                          <a:lumMod val="10000"/>
                                          <a:lumOff val="9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𝑚𝑎𝑥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</m:oMath>
                  </m:oMathPara>
                </a14:m>
                <a:endParaRPr lang="en-US" b="0" dirty="0">
                  <a:solidFill>
                    <a:schemeClr val="bg2">
                      <a:lumMod val="10000"/>
                      <a:lumOff val="90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226C6B8B-D095-6F88-2306-C329F58A54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760" y="1496437"/>
                <a:ext cx="4017888" cy="124040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" name="Google Shape;178;p3">
            <a:extLst>
              <a:ext uri="{FF2B5EF4-FFF2-40B4-BE49-F238E27FC236}">
                <a16:creationId xmlns:a16="http://schemas.microsoft.com/office/drawing/2014/main" id="{9C8B85D7-8091-DF1E-F279-E9DCABA05046}"/>
              </a:ext>
            </a:extLst>
          </p:cNvPr>
          <p:cNvSpPr txBox="1"/>
          <p:nvPr/>
        </p:nvSpPr>
        <p:spPr>
          <a:xfrm>
            <a:off x="8633460" y="4800600"/>
            <a:ext cx="24384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dirty="0">
                <a:solidFill>
                  <a:schemeClr val="lt2"/>
                </a:solidFill>
              </a:rPr>
              <a:t>8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690468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4">
          <a:extLst>
            <a:ext uri="{FF2B5EF4-FFF2-40B4-BE49-F238E27FC236}">
              <a16:creationId xmlns:a16="http://schemas.microsoft.com/office/drawing/2014/main" id="{12793F70-3F4A-B507-DCBB-DABC9C7BA1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203;p8">
            <a:extLst>
              <a:ext uri="{FF2B5EF4-FFF2-40B4-BE49-F238E27FC236}">
                <a16:creationId xmlns:a16="http://schemas.microsoft.com/office/drawing/2014/main" id="{AD2DFDEF-728E-394B-C819-0FA7F6D36BBB}"/>
              </a:ext>
            </a:extLst>
          </p:cNvPr>
          <p:cNvSpPr txBox="1"/>
          <p:nvPr/>
        </p:nvSpPr>
        <p:spPr>
          <a:xfrm>
            <a:off x="303846" y="309209"/>
            <a:ext cx="8457660" cy="5539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000" b="1" dirty="0">
                <a:solidFill>
                  <a:schemeClr val="lt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MPC Problem Statement</a:t>
            </a:r>
            <a:endParaRPr sz="3000" b="1" i="0" u="none" strike="noStrike" cap="none" dirty="0">
              <a:solidFill>
                <a:schemeClr val="lt2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Google Shape;204;p8">
                <a:extLst>
                  <a:ext uri="{FF2B5EF4-FFF2-40B4-BE49-F238E27FC236}">
                    <a16:creationId xmlns:a16="http://schemas.microsoft.com/office/drawing/2014/main" id="{8790FC3C-2597-C387-BFF5-4FCC3770F60D}"/>
                  </a:ext>
                </a:extLst>
              </p:cNvPr>
              <p:cNvSpPr/>
              <p:nvPr/>
            </p:nvSpPr>
            <p:spPr>
              <a:xfrm>
                <a:off x="5881594" y="1910425"/>
                <a:ext cx="2879911" cy="655259"/>
              </a:xfrm>
              <a:prstGeom prst="round2SameRect">
                <a:avLst>
                  <a:gd name="adj1" fmla="val 10146"/>
                  <a:gd name="adj2" fmla="val 8115"/>
                </a:avLst>
              </a:prstGeom>
              <a:noFill/>
              <a:ln w="9525" cap="flat" cmpd="sng">
                <a:solidFill>
                  <a:schemeClr val="bg1">
                    <a:lumMod val="20000"/>
                    <a:lumOff val="80000"/>
                  </a:schemeClr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lvl="0">
                  <a:buSzPts val="1400"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b="0" i="1" smtClean="0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200" b="0" i="1" smtClean="0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𝑜𝑣𝑒𝑟𝐹𝐶</m:t>
                          </m:r>
                        </m:sub>
                      </m:sSub>
                      <m:r>
                        <a:rPr lang="en-US" sz="1200" b="0" i="1" smtClean="0">
                          <a:solidFill>
                            <a:schemeClr val="accent2">
                              <a:lumMod val="20000"/>
                              <a:lumOff val="8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200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200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1200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sz="1200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⋅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200" b="0" i="1" smtClean="0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5,   </m:t>
                              </m:r>
                              <m:r>
                                <a:rPr lang="en-US" sz="1200" b="0" i="1" smtClean="0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𝑟𝑒𝑓</m:t>
                              </m:r>
                            </m:sub>
                          </m:sSub>
                          <m:r>
                            <a:rPr lang="en-US" sz="1200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⋅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e>
                            <m:sub>
                              <m:r>
                                <a:rPr lang="en-US" sz="1200" i="1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b>
                          </m:sSub>
                        </m:den>
                      </m:f>
                      <m:nary>
                        <m:naryPr>
                          <m:chr m:val="∑"/>
                          <m:ctrlPr>
                            <a:rPr lang="en-US" sz="1200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1200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1200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1200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  <m:sup>
                          <m:r>
                            <a:rPr lang="en-US" sz="1200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200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e>
                            <m:sub>
                              <m:r>
                                <a:rPr lang="en-US" sz="1200" i="1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b>
                          </m:sSub>
                          <m:r>
                            <a:rPr lang="en-US" sz="1200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nary>
                            <m:naryPr>
                              <m:chr m:val="∑"/>
                              <m:ctrlPr>
                                <a:rPr lang="en-US" sz="1200" i="1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sz="1200" i="1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200" i="1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1200" i="1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sSubSup>
                                <m:sSubSupPr>
                                  <m:ctrlPr>
                                    <a:rPr lang="en-US" sz="1200" b="0" i="1" smtClean="0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1200" b="0" i="1" smtClean="0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5</m:t>
                                  </m:r>
                                </m:sub>
                                <m:sup>
                                  <m:r>
                                    <a:rPr lang="en-US" sz="1200" i="1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US" sz="1200" i="1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200" i="1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e>
                              </m:d>
                            </m:e>
                          </m:nary>
                        </m:e>
                      </m:nary>
                    </m:oMath>
                  </m:oMathPara>
                </a14:m>
                <a:endParaRPr lang="en-US" sz="1200" b="0" i="0" u="none" strike="noStrike" cap="none" dirty="0">
                  <a:solidFill>
                    <a:schemeClr val="accent2">
                      <a:lumMod val="20000"/>
                      <a:lumOff val="80000"/>
                    </a:schemeClr>
                  </a:solidFill>
                  <a:sym typeface="Arial"/>
                </a:endParaRPr>
              </a:p>
            </p:txBody>
          </p:sp>
        </mc:Choice>
        <mc:Fallback>
          <p:sp>
            <p:nvSpPr>
              <p:cNvPr id="14" name="Google Shape;204;p8">
                <a:extLst>
                  <a:ext uri="{FF2B5EF4-FFF2-40B4-BE49-F238E27FC236}">
                    <a16:creationId xmlns:a16="http://schemas.microsoft.com/office/drawing/2014/main" id="{8790FC3C-2597-C387-BFF5-4FCC3770F60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81594" y="1910425"/>
                <a:ext cx="2879911" cy="655259"/>
              </a:xfrm>
              <a:prstGeom prst="round2SameRect">
                <a:avLst>
                  <a:gd name="adj1" fmla="val 10146"/>
                  <a:gd name="adj2" fmla="val 8115"/>
                </a:avLst>
              </a:prstGeom>
              <a:blipFill>
                <a:blip r:embed="rId3"/>
                <a:stretch>
                  <a:fillRect/>
                </a:stretch>
              </a:blipFill>
              <a:ln w="9525" cap="flat" cmpd="sng">
                <a:solidFill>
                  <a:schemeClr val="bg1">
                    <a:lumMod val="20000"/>
                    <a:lumOff val="80000"/>
                  </a:schemeClr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Google Shape;204;p8">
                <a:extLst>
                  <a:ext uri="{FF2B5EF4-FFF2-40B4-BE49-F238E27FC236}">
                    <a16:creationId xmlns:a16="http://schemas.microsoft.com/office/drawing/2014/main" id="{5030CD5D-46DE-9AEC-6480-F068550BBD57}"/>
                  </a:ext>
                </a:extLst>
              </p:cNvPr>
              <p:cNvSpPr/>
              <p:nvPr/>
            </p:nvSpPr>
            <p:spPr>
              <a:xfrm>
                <a:off x="355780" y="1919183"/>
                <a:ext cx="2603499" cy="646501"/>
              </a:xfrm>
              <a:prstGeom prst="round2SameRect">
                <a:avLst>
                  <a:gd name="adj1" fmla="val 10146"/>
                  <a:gd name="adj2" fmla="val 8115"/>
                </a:avLst>
              </a:prstGeom>
              <a:noFill/>
              <a:ln w="9525" cap="flat" cmpd="sng">
                <a:solidFill>
                  <a:schemeClr val="bg1">
                    <a:lumMod val="20000"/>
                    <a:lumOff val="80000"/>
                  </a:schemeClr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lvl="0">
                  <a:buSzPts val="1400"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b="0" i="1" u="none" strike="noStrike" cap="none" smtClean="0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1200" b="0" i="1" u="none" strike="noStrike" cap="none" smtClean="0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sym typeface="Arial"/>
                            </a:rPr>
                            <m:t>𝐽</m:t>
                          </m:r>
                        </m:e>
                        <m:sub>
                          <m:r>
                            <a:rPr lang="en-US" sz="1200" b="0" i="1" u="none" strike="noStrike" cap="none" smtClean="0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sym typeface="Arial"/>
                            </a:rPr>
                            <m:t>𝑏𝑖𝑜𝑚𝑎𝑠𝑠</m:t>
                          </m:r>
                        </m:sub>
                      </m:sSub>
                      <m:r>
                        <a:rPr lang="en-US" sz="1200" b="0" i="1" u="none" strike="noStrike" cap="none" smtClean="0">
                          <a:solidFill>
                            <a:schemeClr val="accent2">
                              <a:lumMod val="20000"/>
                              <a:lumOff val="80000"/>
                            </a:schemeClr>
                          </a:solidFill>
                          <a:latin typeface="Cambria Math" panose="02040503050406030204" pitchFamily="18" charset="0"/>
                          <a:sym typeface="Arial"/>
                        </a:rPr>
                        <m:t>=</m:t>
                      </m:r>
                      <m:f>
                        <m:fPr>
                          <m:ctrlPr>
                            <a:rPr lang="en-US" sz="1200" b="0" i="1" u="none" strike="noStrike" cap="none" smtClean="0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sym typeface="Arial"/>
                            </a:rPr>
                          </m:ctrlPr>
                        </m:fPr>
                        <m:num>
                          <m:r>
                            <a:rPr lang="en-US" sz="1200" b="0" i="1" u="none" strike="noStrike" cap="none" smtClean="0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sym typeface="Arial"/>
                            </a:rPr>
                            <m:t>1</m:t>
                          </m:r>
                        </m:num>
                        <m:den>
                          <m:r>
                            <a:rPr lang="en-US" sz="1200" b="0" i="1" u="none" strike="noStrike" cap="none" smtClean="0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sym typeface="Arial"/>
                            </a:rPr>
                            <m:t>𝑁</m:t>
                          </m:r>
                          <m:r>
                            <a:rPr lang="en-US" sz="1200" b="0" i="1" u="none" strike="noStrike" cap="none" smtClean="0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sym typeface="Arial"/>
                            </a:rPr>
                            <m:t>⋅</m:t>
                          </m:r>
                          <m:sSub>
                            <m:sSubPr>
                              <m:ctrlPr>
                                <a:rPr lang="en-US" sz="1200" b="0" i="1" u="none" strike="noStrike" cap="none" smtClean="0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1200" b="0" i="1" u="none" strike="noStrike" cap="none" smtClean="0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  <a:sym typeface="Arial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200" b="0" i="1" u="none" strike="noStrike" cap="none" smtClean="0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  <a:sym typeface="Arial"/>
                                </a:rPr>
                                <m:t>4,   </m:t>
                              </m:r>
                              <m:r>
                                <a:rPr lang="en-US" sz="1200" b="0" i="1" u="none" strike="noStrike" cap="none" smtClean="0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  <a:sym typeface="Arial"/>
                                </a:rPr>
                                <m:t>𝑟𝑒𝑓</m:t>
                              </m:r>
                            </m:sub>
                          </m:sSub>
                        </m:den>
                      </m:f>
                      <m:nary>
                        <m:naryPr>
                          <m:chr m:val="∑"/>
                          <m:ctrlPr>
                            <a:rPr lang="en-US" sz="1200" b="0" i="1" u="none" strike="noStrike" cap="none" smtClean="0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sym typeface="Arial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1200" b="0" i="1" u="none" strike="noStrike" cap="none" smtClean="0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sym typeface="Arial"/>
                            </a:rPr>
                            <m:t>𝑛</m:t>
                          </m:r>
                          <m:r>
                            <a:rPr lang="en-US" sz="1200" b="0" i="1" u="none" strike="noStrike" cap="none" smtClean="0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sym typeface="Arial"/>
                            </a:rPr>
                            <m:t>=1</m:t>
                          </m:r>
                        </m:sub>
                        <m:sup>
                          <m:r>
                            <a:rPr lang="en-US" sz="1200" b="0" i="1" u="none" strike="noStrike" cap="none" smtClean="0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sym typeface="Arial"/>
                            </a:rPr>
                            <m:t>𝑁</m:t>
                          </m:r>
                        </m:sup>
                        <m:e>
                          <m:sSubSup>
                            <m:sSubSupPr>
                              <m:ctrlPr>
                                <a:rPr lang="en-US" sz="1200" b="0" i="1" u="none" strike="noStrike" cap="none" smtClean="0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  <a:sym typeface="Arial"/>
                                </a:rPr>
                              </m:ctrlPr>
                            </m:sSubSupPr>
                            <m:e>
                              <m:r>
                                <a:rPr lang="en-US" sz="1200" b="0" i="1" u="none" strike="noStrike" cap="none" smtClean="0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  <a:sym typeface="Arial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200" b="0" i="1" u="none" strike="noStrike" cap="none" smtClean="0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  <a:sym typeface="Arial"/>
                                </a:rPr>
                                <m:t>4</m:t>
                              </m:r>
                            </m:sub>
                            <m:sup>
                              <m:r>
                                <a:rPr lang="en-US" sz="1200" b="0" i="1" u="none" strike="noStrike" cap="none" smtClean="0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  <a:sym typeface="Arial"/>
                                </a:rPr>
                                <m:t>𝑛</m:t>
                              </m:r>
                            </m:sup>
                          </m:sSubSup>
                          <m:d>
                            <m:dPr>
                              <m:ctrlPr>
                                <a:rPr lang="en-US" sz="1200" b="0" i="1" u="none" strike="noStrike" cap="none" smtClean="0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  <a:sym typeface="Arial"/>
                                </a:rPr>
                              </m:ctrlPr>
                            </m:dPr>
                            <m:e>
                              <m:r>
                                <a:rPr lang="en-US" sz="1200" b="0" i="1" u="none" strike="noStrike" cap="none" smtClean="0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  <a:sym typeface="Arial"/>
                                </a:rPr>
                                <m:t>𝑘</m:t>
                              </m:r>
                              <m:r>
                                <a:rPr lang="en-US" sz="1200" b="0" i="1" u="none" strike="noStrike" cap="none" smtClean="0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  <a:sym typeface="Arial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sz="1200" b="0" i="1" u="none" strike="noStrike" cap="none" smtClean="0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sym typeface="Arial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b="0" i="1" u="none" strike="noStrike" cap="none" smtClean="0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sym typeface="Arial"/>
                                    </a:rPr>
                                    <m:t>𝐻</m:t>
                                  </m:r>
                                </m:e>
                                <m:sub>
                                  <m:r>
                                    <a:rPr lang="en-US" sz="1200" b="0" i="1" u="none" strike="noStrike" cap="none" smtClean="0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sym typeface="Arial"/>
                                    </a:rPr>
                                    <m:t>𝑝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lang="en-US" sz="1200" b="0" i="1" u="none" strike="noStrike" cap="none" dirty="0">
                  <a:solidFill>
                    <a:schemeClr val="accent2">
                      <a:lumMod val="20000"/>
                      <a:lumOff val="80000"/>
                    </a:schemeClr>
                  </a:solidFill>
                  <a:latin typeface="Cambria Math" panose="02040503050406030204" pitchFamily="18" charset="0"/>
                  <a:sym typeface="Arial"/>
                </a:endParaRPr>
              </a:p>
            </p:txBody>
          </p:sp>
        </mc:Choice>
        <mc:Fallback>
          <p:sp>
            <p:nvSpPr>
              <p:cNvPr id="20" name="Google Shape;204;p8">
                <a:extLst>
                  <a:ext uri="{FF2B5EF4-FFF2-40B4-BE49-F238E27FC236}">
                    <a16:creationId xmlns:a16="http://schemas.microsoft.com/office/drawing/2014/main" id="{5030CD5D-46DE-9AEC-6480-F068550BBD5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780" y="1919183"/>
                <a:ext cx="2603499" cy="646501"/>
              </a:xfrm>
              <a:prstGeom prst="round2SameRect">
                <a:avLst>
                  <a:gd name="adj1" fmla="val 10146"/>
                  <a:gd name="adj2" fmla="val 8115"/>
                </a:avLst>
              </a:prstGeom>
              <a:blipFill>
                <a:blip r:embed="rId4"/>
                <a:stretch>
                  <a:fillRect/>
                </a:stretch>
              </a:blipFill>
              <a:ln w="9525" cap="flat" cmpd="sng">
                <a:solidFill>
                  <a:schemeClr val="bg1">
                    <a:lumMod val="20000"/>
                    <a:lumOff val="80000"/>
                  </a:schemeClr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" name="Google Shape;204;p8">
                <a:extLst>
                  <a:ext uri="{FF2B5EF4-FFF2-40B4-BE49-F238E27FC236}">
                    <a16:creationId xmlns:a16="http://schemas.microsoft.com/office/drawing/2014/main" id="{C0AA9A64-97D9-6275-9B0E-ED57D8AD032A}"/>
                  </a:ext>
                </a:extLst>
              </p:cNvPr>
              <p:cNvSpPr/>
              <p:nvPr/>
            </p:nvSpPr>
            <p:spPr>
              <a:xfrm>
                <a:off x="355780" y="2645210"/>
                <a:ext cx="4498107" cy="646501"/>
              </a:xfrm>
              <a:prstGeom prst="round2SameRect">
                <a:avLst>
                  <a:gd name="adj1" fmla="val 10146"/>
                  <a:gd name="adj2" fmla="val 8115"/>
                </a:avLst>
              </a:prstGeom>
              <a:noFill/>
              <a:ln w="9525" cap="flat" cmpd="sng">
                <a:solidFill>
                  <a:schemeClr val="bg1">
                    <a:lumMod val="20000"/>
                    <a:lumOff val="80000"/>
                  </a:schemeClr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lvl="0">
                  <a:buSzPts val="1400"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b="0" i="1" smtClean="0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200" b="0" i="1" smtClean="0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𝑑𝑟𝑜𝑢𝑔h𝑡</m:t>
                          </m:r>
                        </m:sub>
                      </m:sSub>
                      <m:r>
                        <a:rPr lang="en-US" sz="1200" b="0" i="1" smtClean="0">
                          <a:solidFill>
                            <a:schemeClr val="accent2">
                              <a:lumMod val="20000"/>
                              <a:lumOff val="8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200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200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1200" b="0" i="1" smtClean="0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sz="1200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⋅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e>
                            <m:sub>
                              <m:r>
                                <a:rPr lang="en-US" sz="1200" i="1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b>
                          </m:sSub>
                          <m:r>
                            <a:rPr lang="en-US" sz="1200" b="0" i="1" smtClean="0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⋅</m:t>
                          </m:r>
                          <m:d>
                            <m:dPr>
                              <m:ctrlPr>
                                <a:rPr lang="en-US" sz="1200" b="0" i="1" smtClean="0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b="0" i="1" smtClean="0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𝑆𝑇</m:t>
                              </m:r>
                              <m:r>
                                <a:rPr lang="en-US" sz="1200" b="0" i="1" smtClean="0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1200" b="0" i="1" smtClean="0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𝑊𝑃</m:t>
                              </m:r>
                            </m:e>
                          </m:d>
                        </m:den>
                      </m:f>
                      <m:nary>
                        <m:naryPr>
                          <m:chr m:val="∑"/>
                          <m:ctrlPr>
                            <a:rPr lang="en-US" sz="1200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1200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1200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1200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  <m:sup>
                          <m:r>
                            <a:rPr lang="en-US" sz="1200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200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e>
                            <m:sub>
                              <m:r>
                                <a:rPr lang="en-US" sz="1200" i="1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b>
                          </m:sSub>
                          <m:r>
                            <a:rPr lang="en-US" sz="1200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nary>
                            <m:naryPr>
                              <m:chr m:val="∑"/>
                              <m:ctrlPr>
                                <a:rPr lang="en-US" sz="1200" i="1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sz="1200" i="1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200" i="1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1200" i="1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r>
                                <a:rPr lang="en-US" sz="1200" b="0" i="1" smtClean="0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𝑠𝑚𝑎</m:t>
                              </m:r>
                              <m:sSub>
                                <m:sSubPr>
                                  <m:ctrlPr>
                                    <a:rPr lang="en-US" sz="1200" b="0" i="1" smtClean="0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b="0" i="1" smtClean="0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𝜀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sz="1200" i="1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200" b="0" i="1" smtClean="0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𝑆𝑇</m:t>
                                  </m:r>
                                  <m:r>
                                    <a:rPr lang="en-US" sz="1200" b="0" i="1" smtClean="0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Sup>
                                    <m:sSubSupPr>
                                      <m:ctrlPr>
                                        <a:rPr lang="en-US" sz="1200" b="0" i="1" smtClean="0">
                                          <a:solidFill>
                                            <a:schemeClr val="accent2">
                                              <a:lumMod val="20000"/>
                                              <a:lumOff val="8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sz="1200" b="0" i="1" smtClean="0">
                                          <a:solidFill>
                                            <a:schemeClr val="accent2">
                                              <a:lumMod val="20000"/>
                                              <a:lumOff val="8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1200" b="0" i="1" smtClean="0">
                                          <a:solidFill>
                                            <a:schemeClr val="accent2">
                                              <a:lumMod val="20000"/>
                                              <a:lumOff val="8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  <m:sup>
                                      <m:r>
                                        <a:rPr lang="en-US" sz="1200" b="0" i="1" smtClean="0">
                                          <a:solidFill>
                                            <a:schemeClr val="accent2">
                                              <a:lumMod val="20000"/>
                                              <a:lumOff val="8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p>
                                  </m:sSubSup>
                                  <m:d>
                                    <m:dPr>
                                      <m:ctrlPr>
                                        <a:rPr lang="en-US" sz="1200" b="0" i="1" smtClean="0">
                                          <a:solidFill>
                                            <a:schemeClr val="accent2">
                                              <a:lumMod val="20000"/>
                                              <a:lumOff val="8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200" i="1">
                                          <a:solidFill>
                                            <a:schemeClr val="accent2">
                                              <a:lumMod val="20000"/>
                                              <a:lumOff val="8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e>
                                  </m:d>
                                  <m:r>
                                    <a:rPr lang="en-US" sz="1200" b="0" i="1" smtClean="0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,0</m:t>
                                  </m:r>
                                </m:e>
                              </m:d>
                            </m:e>
                          </m:nary>
                        </m:e>
                      </m:nary>
                    </m:oMath>
                  </m:oMathPara>
                </a14:m>
                <a:endParaRPr lang="en-US" sz="1200" b="0" i="1" dirty="0">
                  <a:solidFill>
                    <a:schemeClr val="accent2">
                      <a:lumMod val="20000"/>
                      <a:lumOff val="80000"/>
                    </a:schemeClr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22" name="Google Shape;204;p8">
                <a:extLst>
                  <a:ext uri="{FF2B5EF4-FFF2-40B4-BE49-F238E27FC236}">
                    <a16:creationId xmlns:a16="http://schemas.microsoft.com/office/drawing/2014/main" id="{C0AA9A64-97D9-6275-9B0E-ED57D8AD032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780" y="2645210"/>
                <a:ext cx="4498107" cy="646501"/>
              </a:xfrm>
              <a:prstGeom prst="round2SameRect">
                <a:avLst>
                  <a:gd name="adj1" fmla="val 10146"/>
                  <a:gd name="adj2" fmla="val 8115"/>
                </a:avLst>
              </a:prstGeom>
              <a:blipFill>
                <a:blip r:embed="rId5"/>
                <a:stretch>
                  <a:fillRect/>
                </a:stretch>
              </a:blipFill>
              <a:ln w="9525" cap="flat" cmpd="sng">
                <a:solidFill>
                  <a:schemeClr val="bg1">
                    <a:lumMod val="20000"/>
                    <a:lumOff val="80000"/>
                  </a:schemeClr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" name="Google Shape;204;p8">
                <a:extLst>
                  <a:ext uri="{FF2B5EF4-FFF2-40B4-BE49-F238E27FC236}">
                    <a16:creationId xmlns:a16="http://schemas.microsoft.com/office/drawing/2014/main" id="{F5786B0E-BC22-DAB4-5EE0-558F84F50DF8}"/>
                  </a:ext>
                </a:extLst>
              </p:cNvPr>
              <p:cNvSpPr/>
              <p:nvPr/>
            </p:nvSpPr>
            <p:spPr>
              <a:xfrm>
                <a:off x="4916668" y="2636452"/>
                <a:ext cx="3838712" cy="655259"/>
              </a:xfrm>
              <a:prstGeom prst="round2SameRect">
                <a:avLst>
                  <a:gd name="adj1" fmla="val 10146"/>
                  <a:gd name="adj2" fmla="val 8115"/>
                </a:avLst>
              </a:prstGeom>
              <a:noFill/>
              <a:ln w="9525" cap="flat" cmpd="sng">
                <a:solidFill>
                  <a:schemeClr val="bg1">
                    <a:lumMod val="20000"/>
                    <a:lumOff val="80000"/>
                  </a:schemeClr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lvl="0">
                  <a:buSzPts val="1400"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b="0" i="1" smtClean="0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200" b="0" i="0" smtClean="0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en-US" sz="1200" b="0" i="1" smtClean="0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sub>
                      </m:sSub>
                      <m:r>
                        <a:rPr lang="en-US" sz="1200" b="0" i="1" smtClean="0">
                          <a:solidFill>
                            <a:schemeClr val="accent2">
                              <a:lumMod val="20000"/>
                              <a:lumOff val="8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200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200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1200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sz="1200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⋅</m:t>
                          </m:r>
                          <m:sSubSup>
                            <m:sSubSupPr>
                              <m:ctrlPr>
                                <a:rPr lang="en-US" sz="1200" b="0" i="1" smtClean="0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200" i="1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en-US" sz="1200" i="1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𝑚𝑎𝑥</m:t>
                              </m:r>
                            </m:sub>
                            <m:sup>
                              <m:r>
                                <a:rPr lang="en-US" sz="1200" b="0" i="1" smtClean="0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en-US" sz="1200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⋅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e>
                            <m:sub>
                              <m:r>
                                <a:rPr lang="en-US" sz="1200" i="1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b>
                          </m:sSub>
                        </m:den>
                      </m:f>
                      <m:nary>
                        <m:naryPr>
                          <m:chr m:val="∑"/>
                          <m:ctrlPr>
                            <a:rPr lang="en-US" sz="1200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1200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1200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1200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  <m:sup>
                          <m:r>
                            <a:rPr lang="en-US" sz="1200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200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e>
                            <m:sub>
                              <m:r>
                                <a:rPr lang="en-US" sz="1200" i="1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b>
                          </m:sSub>
                          <m:r>
                            <a:rPr lang="en-US" sz="1200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nary>
                            <m:naryPr>
                              <m:chr m:val="∑"/>
                              <m:ctrlPr>
                                <a:rPr lang="en-US" sz="1200" i="1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sz="1200" i="1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200" i="1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1200" i="1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n-US" sz="1200" b="0" i="1" smtClean="0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sz="1200" b="0" i="1" smtClean="0">
                                          <a:solidFill>
                                            <a:schemeClr val="accent2">
                                              <a:lumMod val="20000"/>
                                              <a:lumOff val="8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p>
                                        <m:sSupPr>
                                          <m:ctrlPr>
                                            <a:rPr lang="en-US" sz="1200" i="1">
                                              <a:solidFill>
                                                <a:schemeClr val="accent2">
                                                  <a:lumMod val="20000"/>
                                                  <a:lumOff val="80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sz="1200" i="1">
                                              <a:solidFill>
                                                <a:schemeClr val="accent2">
                                                  <a:lumMod val="20000"/>
                                                  <a:lumOff val="80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𝑢</m:t>
                                          </m:r>
                                        </m:e>
                                        <m:sup>
                                          <m:r>
                                            <a:rPr lang="en-US" sz="1200" i="1">
                                              <a:solidFill>
                                                <a:schemeClr val="accent2">
                                                  <a:lumMod val="20000"/>
                                                  <a:lumOff val="80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sup>
                                      </m:sSup>
                                      <m:d>
                                        <m:dPr>
                                          <m:ctrlPr>
                                            <a:rPr lang="en-US" sz="1200" i="1">
                                              <a:solidFill>
                                                <a:schemeClr val="accent2">
                                                  <a:lumMod val="20000"/>
                                                  <a:lumOff val="80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1200" i="1">
                                              <a:solidFill>
                                                <a:schemeClr val="accent2">
                                                  <a:lumMod val="20000"/>
                                                  <a:lumOff val="80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e>
                                      </m:d>
                                      <m:r>
                                        <a:rPr lang="en-US" sz="1200" b="0" i="1" smtClean="0">
                                          <a:solidFill>
                                            <a:schemeClr val="accent2">
                                              <a:lumMod val="20000"/>
                                              <a:lumOff val="8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p>
                                        <m:sSupPr>
                                          <m:ctrlPr>
                                            <a:rPr lang="en-US" sz="1200" b="0" i="1" smtClean="0">
                                              <a:solidFill>
                                                <a:schemeClr val="accent2">
                                                  <a:lumMod val="20000"/>
                                                  <a:lumOff val="80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sz="1200" b="0" i="1" smtClean="0">
                                              <a:solidFill>
                                                <a:schemeClr val="accent2">
                                                  <a:lumMod val="20000"/>
                                                  <a:lumOff val="80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𝑢</m:t>
                                          </m:r>
                                        </m:e>
                                        <m:sup>
                                          <m:r>
                                            <a:rPr lang="en-US" sz="1200" b="0" i="1" smtClean="0">
                                              <a:solidFill>
                                                <a:schemeClr val="accent2">
                                                  <a:lumMod val="20000"/>
                                                  <a:lumOff val="80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sup>
                                      </m:sSup>
                                      <m:d>
                                        <m:dPr>
                                          <m:ctrlPr>
                                            <a:rPr lang="en-US" sz="1200" b="0" i="1" smtClean="0">
                                              <a:solidFill>
                                                <a:schemeClr val="accent2">
                                                  <a:lumMod val="20000"/>
                                                  <a:lumOff val="80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1200" b="0" i="1" smtClean="0">
                                              <a:solidFill>
                                                <a:schemeClr val="accent2">
                                                  <a:lumMod val="20000"/>
                                                  <a:lumOff val="80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  <m:r>
                                            <a:rPr lang="en-US" sz="1200" b="0" i="1" smtClean="0">
                                              <a:solidFill>
                                                <a:schemeClr val="accent2">
                                                  <a:lumMod val="20000"/>
                                                  <a:lumOff val="80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−1</m:t>
                                          </m:r>
                                        </m:e>
                                      </m:d>
                                    </m:e>
                                  </m:d>
                                </m:e>
                                <m:sup>
                                  <m:r>
                                    <a:rPr lang="en-US" sz="1200" b="0" i="1" smtClean="0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nary>
                    </m:oMath>
                  </m:oMathPara>
                </a14:m>
                <a:endParaRPr lang="en-US" sz="1200" b="0" i="1" dirty="0">
                  <a:solidFill>
                    <a:schemeClr val="accent2">
                      <a:lumMod val="20000"/>
                      <a:lumOff val="80000"/>
                    </a:schemeClr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24" name="Google Shape;204;p8">
                <a:extLst>
                  <a:ext uri="{FF2B5EF4-FFF2-40B4-BE49-F238E27FC236}">
                    <a16:creationId xmlns:a16="http://schemas.microsoft.com/office/drawing/2014/main" id="{F5786B0E-BC22-DAB4-5EE0-558F84F50DF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16668" y="2636452"/>
                <a:ext cx="3838712" cy="655259"/>
              </a:xfrm>
              <a:prstGeom prst="round2SameRect">
                <a:avLst>
                  <a:gd name="adj1" fmla="val 10146"/>
                  <a:gd name="adj2" fmla="val 8115"/>
                </a:avLst>
              </a:prstGeom>
              <a:blipFill>
                <a:blip r:embed="rId6"/>
                <a:stretch>
                  <a:fillRect/>
                </a:stretch>
              </a:blipFill>
              <a:ln w="9525" cap="flat" cmpd="sng">
                <a:solidFill>
                  <a:schemeClr val="bg1">
                    <a:lumMod val="20000"/>
                    <a:lumOff val="80000"/>
                  </a:schemeClr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6" name="Google Shape;204;p8">
                <a:extLst>
                  <a:ext uri="{FF2B5EF4-FFF2-40B4-BE49-F238E27FC236}">
                    <a16:creationId xmlns:a16="http://schemas.microsoft.com/office/drawing/2014/main" id="{8B4100F9-D5CB-AD33-F2A5-906A199DD610}"/>
                  </a:ext>
                </a:extLst>
              </p:cNvPr>
              <p:cNvSpPr/>
              <p:nvPr/>
            </p:nvSpPr>
            <p:spPr>
              <a:xfrm>
                <a:off x="3036973" y="1910427"/>
                <a:ext cx="2791191" cy="646500"/>
              </a:xfrm>
              <a:prstGeom prst="round2SameRect">
                <a:avLst>
                  <a:gd name="adj1" fmla="val 10146"/>
                  <a:gd name="adj2" fmla="val 8115"/>
                </a:avLst>
              </a:prstGeom>
              <a:noFill/>
              <a:ln w="9525" cap="flat" cmpd="sng">
                <a:solidFill>
                  <a:schemeClr val="bg1">
                    <a:lumMod val="20000"/>
                    <a:lumOff val="80000"/>
                  </a:schemeClr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lvl="0">
                  <a:buSzPts val="1400"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b="0" i="1" u="none" strike="noStrike" cap="none" smtClean="0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1200" b="0" i="1" u="none" strike="noStrike" cap="none" smtClean="0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sym typeface="Arial"/>
                            </a:rPr>
                            <m:t>𝐽</m:t>
                          </m:r>
                        </m:e>
                        <m:sub>
                          <m:r>
                            <a:rPr lang="en-US" sz="1200" b="0" i="1" u="none" strike="noStrike" cap="none" smtClean="0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sym typeface="Arial"/>
                            </a:rPr>
                            <m:t>𝑤𝑎𝑡𝑒𝑟</m:t>
                          </m:r>
                        </m:sub>
                      </m:sSub>
                      <m:r>
                        <a:rPr lang="en-US" sz="1200" b="0" i="1" u="none" strike="noStrike" cap="none" smtClean="0">
                          <a:solidFill>
                            <a:schemeClr val="accent2">
                              <a:lumMod val="20000"/>
                              <a:lumOff val="80000"/>
                            </a:schemeClr>
                          </a:solidFill>
                          <a:latin typeface="Cambria Math" panose="02040503050406030204" pitchFamily="18" charset="0"/>
                          <a:sym typeface="Arial"/>
                        </a:rPr>
                        <m:t>=</m:t>
                      </m:r>
                      <m:f>
                        <m:fPr>
                          <m:ctrlPr>
                            <a:rPr lang="en-US" sz="1200" b="0" i="1" u="none" strike="noStrike" cap="none" smtClean="0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sym typeface="Arial"/>
                            </a:rPr>
                          </m:ctrlPr>
                        </m:fPr>
                        <m:num>
                          <m:r>
                            <a:rPr lang="en-US" sz="1200" b="0" i="1" u="none" strike="noStrike" cap="none" smtClean="0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sym typeface="Arial"/>
                            </a:rPr>
                            <m:t>1</m:t>
                          </m:r>
                        </m:num>
                        <m:den>
                          <m:r>
                            <a:rPr lang="en-US" sz="1200" b="0" i="1" u="none" strike="noStrike" cap="none" smtClean="0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sym typeface="Arial"/>
                            </a:rPr>
                            <m:t>𝑁</m:t>
                          </m:r>
                          <m:r>
                            <a:rPr lang="en-US" sz="1200" b="0" i="1" u="none" strike="noStrike" cap="none" smtClean="0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sym typeface="Arial"/>
                            </a:rPr>
                            <m:t>⋅</m:t>
                          </m:r>
                          <m:sSub>
                            <m:sSubPr>
                              <m:ctrlPr>
                                <a:rPr lang="en-US" sz="1200" b="0" i="1" u="none" strike="noStrike" cap="none" smtClean="0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1200" b="0" i="1" u="none" strike="noStrike" cap="none" smtClean="0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  <a:sym typeface="Arial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en-US" sz="1200" b="0" i="1" u="none" strike="noStrike" cap="none" smtClean="0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  <a:sym typeface="Arial"/>
                                </a:rPr>
                                <m:t>𝑚𝑎𝑥</m:t>
                              </m:r>
                            </m:sub>
                          </m:sSub>
                          <m:r>
                            <a:rPr lang="en-US" sz="1200" b="0" i="1" u="none" strike="noStrike" cap="none" smtClean="0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sym typeface="Arial"/>
                            </a:rPr>
                            <m:t>⋅</m:t>
                          </m:r>
                          <m:sSub>
                            <m:sSubPr>
                              <m:ctrlPr>
                                <a:rPr lang="en-US" sz="1200" b="0" i="1" u="none" strike="noStrike" cap="none" smtClean="0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1200" b="0" i="1" u="none" strike="noStrike" cap="none" smtClean="0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  <a:sym typeface="Arial"/>
                                </a:rPr>
                                <m:t>𝐻</m:t>
                              </m:r>
                            </m:e>
                            <m:sub>
                              <m:r>
                                <a:rPr lang="en-US" sz="1200" b="0" i="1" u="none" strike="noStrike" cap="none" smtClean="0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  <a:sym typeface="Arial"/>
                                </a:rPr>
                                <m:t>𝑝</m:t>
                              </m:r>
                            </m:sub>
                          </m:sSub>
                        </m:den>
                      </m:f>
                      <m:nary>
                        <m:naryPr>
                          <m:chr m:val="∑"/>
                          <m:ctrlPr>
                            <a:rPr lang="en-US" sz="1200" b="0" i="1" u="none" strike="noStrike" cap="none" smtClean="0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sym typeface="Arial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1200" b="0" i="1" u="none" strike="noStrike" cap="none" smtClean="0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sym typeface="Arial"/>
                            </a:rPr>
                            <m:t>𝑗</m:t>
                          </m:r>
                          <m:r>
                            <a:rPr lang="en-US" sz="1200" b="0" i="1" u="none" strike="noStrike" cap="none" smtClean="0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sym typeface="Arial"/>
                            </a:rPr>
                            <m:t>=</m:t>
                          </m:r>
                          <m:r>
                            <a:rPr lang="en-US" sz="1200" b="0" i="1" u="none" strike="noStrike" cap="none" smtClean="0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sym typeface="Arial"/>
                            </a:rPr>
                            <m:t>𝑘</m:t>
                          </m:r>
                        </m:sub>
                        <m:sup>
                          <m:r>
                            <a:rPr lang="en-US" sz="1200" b="0" i="1" u="none" strike="noStrike" cap="none" smtClean="0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sym typeface="Arial"/>
                            </a:rPr>
                            <m:t>𝑘</m:t>
                          </m:r>
                          <m:r>
                            <a:rPr lang="en-US" sz="1200" b="0" i="1" u="none" strike="noStrike" cap="none" smtClean="0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sym typeface="Arial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1200" b="0" i="1" u="none" strike="noStrike" cap="none" smtClean="0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1200" b="0" i="1" u="none" strike="noStrike" cap="none" smtClean="0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  <a:sym typeface="Arial"/>
                                </a:rPr>
                                <m:t>𝐻</m:t>
                              </m:r>
                            </m:e>
                            <m:sub>
                              <m:r>
                                <a:rPr lang="en-US" sz="1200" b="0" i="1" u="none" strike="noStrike" cap="none" smtClean="0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  <a:sym typeface="Arial"/>
                                </a:rPr>
                                <m:t>𝑝</m:t>
                              </m:r>
                            </m:sub>
                          </m:sSub>
                          <m:r>
                            <a:rPr lang="en-US" sz="1200" b="0" i="1" u="none" strike="noStrike" cap="none" smtClean="0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sym typeface="Arial"/>
                            </a:rPr>
                            <m:t>−1</m:t>
                          </m:r>
                        </m:sup>
                        <m:e>
                          <m:nary>
                            <m:naryPr>
                              <m:chr m:val="∑"/>
                              <m:ctrlPr>
                                <a:rPr lang="en-US" sz="1200" b="0" i="1" u="none" strike="noStrike" cap="none" smtClean="0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  <a:sym typeface="Arial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sz="1200" b="0" i="1" u="none" strike="noStrike" cap="none" smtClean="0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  <a:sym typeface="Arial"/>
                                </a:rPr>
                                <m:t>𝑛</m:t>
                              </m:r>
                              <m:r>
                                <a:rPr lang="en-US" sz="1200" b="0" i="1" u="none" strike="noStrike" cap="none" smtClean="0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  <a:sym typeface="Arial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1200" b="0" i="1" u="none" strike="noStrike" cap="none" smtClean="0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  <a:sym typeface="Arial"/>
                                </a:rPr>
                                <m:t>𝑁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n-US" sz="1200" b="0" i="1" u="none" strike="noStrike" cap="none" smtClean="0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sym typeface="Arial"/>
                                    </a:rPr>
                                  </m:ctrlPr>
                                </m:sSupPr>
                                <m:e>
                                  <m:r>
                                    <a:rPr lang="en-US" sz="1200" b="0" i="1" u="none" strike="noStrike" cap="none" smtClean="0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sym typeface="Arial"/>
                                    </a:rPr>
                                    <m:t>𝑢</m:t>
                                  </m:r>
                                </m:e>
                                <m:sup>
                                  <m:r>
                                    <a:rPr lang="en-US" sz="1200" b="0" i="1" u="none" strike="noStrike" cap="none" smtClean="0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sym typeface="Arial"/>
                                    </a:rPr>
                                    <m:t>𝑛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US" sz="1200" b="0" i="1" u="none" strike="noStrike" cap="none" smtClean="0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sym typeface="Arial"/>
                                    </a:rPr>
                                  </m:ctrlPr>
                                </m:dPr>
                                <m:e>
                                  <m:r>
                                    <a:rPr lang="en-US" sz="1200" b="0" i="1" u="none" strike="noStrike" cap="none" smtClean="0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sym typeface="Arial"/>
                                    </a:rPr>
                                    <m:t>𝑗</m:t>
                                  </m:r>
                                </m:e>
                              </m:d>
                            </m:e>
                          </m:nary>
                        </m:e>
                      </m:nary>
                    </m:oMath>
                  </m:oMathPara>
                </a14:m>
                <a:endParaRPr lang="en-US" sz="1200" b="0" i="1" u="none" strike="noStrike" cap="none" dirty="0">
                  <a:solidFill>
                    <a:schemeClr val="accent2">
                      <a:lumMod val="20000"/>
                      <a:lumOff val="80000"/>
                    </a:schemeClr>
                  </a:solidFill>
                  <a:latin typeface="Cambria Math" panose="02040503050406030204" pitchFamily="18" charset="0"/>
                  <a:sym typeface="Arial"/>
                </a:endParaRPr>
              </a:p>
            </p:txBody>
          </p:sp>
        </mc:Choice>
        <mc:Fallback>
          <p:sp>
            <p:nvSpPr>
              <p:cNvPr id="26" name="Google Shape;204;p8">
                <a:extLst>
                  <a:ext uri="{FF2B5EF4-FFF2-40B4-BE49-F238E27FC236}">
                    <a16:creationId xmlns:a16="http://schemas.microsoft.com/office/drawing/2014/main" id="{8B4100F9-D5CB-AD33-F2A5-906A199DD61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36973" y="1910427"/>
                <a:ext cx="2791191" cy="646500"/>
              </a:xfrm>
              <a:prstGeom prst="round2SameRect">
                <a:avLst>
                  <a:gd name="adj1" fmla="val 10146"/>
                  <a:gd name="adj2" fmla="val 8115"/>
                </a:avLst>
              </a:prstGeom>
              <a:blipFill>
                <a:blip r:embed="rId7"/>
                <a:stretch>
                  <a:fillRect/>
                </a:stretch>
              </a:blipFill>
              <a:ln w="9525" cap="flat" cmpd="sng">
                <a:solidFill>
                  <a:schemeClr val="bg1">
                    <a:lumMod val="20000"/>
                    <a:lumOff val="80000"/>
                  </a:schemeClr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F348E49A-632D-CDCF-EF80-C8D0A3FC7BC0}"/>
                  </a:ext>
                </a:extLst>
              </p:cNvPr>
              <p:cNvSpPr txBox="1"/>
              <p:nvPr/>
            </p:nvSpPr>
            <p:spPr>
              <a:xfrm>
                <a:off x="330559" y="848415"/>
                <a:ext cx="8457661" cy="94205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>
                  <a:buSzPts val="1400"/>
                </a:pPr>
                <a:r>
                  <a:rPr lang="en-US" sz="1400" b="0" i="0" u="none" strike="noStrike" cap="none" dirty="0">
                    <a:solidFill>
                      <a:schemeClr val="accent2">
                        <a:lumMod val="20000"/>
                        <a:lumOff val="80000"/>
                      </a:schemeClr>
                    </a:solidFill>
                    <a:latin typeface="Cambria Math" panose="02040503050406030204" pitchFamily="18" charset="0"/>
                    <a:ea typeface="Arial"/>
                    <a:cs typeface="Arial"/>
                    <a:sym typeface="Arial"/>
                  </a:rPr>
                  <a:t>OBJECTIVE:</a:t>
                </a:r>
              </a:p>
              <a:p>
                <a:pPr lvl="0">
                  <a:buSzPts val="1400"/>
                </a:pPr>
                <a:endParaRPr lang="en-US" sz="500" b="0" i="0" u="none" strike="noStrike" cap="none" dirty="0">
                  <a:solidFill>
                    <a:schemeClr val="accent2">
                      <a:lumMod val="20000"/>
                      <a:lumOff val="80000"/>
                    </a:schemeClr>
                  </a:solidFill>
                  <a:latin typeface="Cambria Math" panose="02040503050406030204" pitchFamily="18" charset="0"/>
                  <a:ea typeface="Arial"/>
                  <a:cs typeface="Arial"/>
                  <a:sym typeface="Arial"/>
                </a:endParaRPr>
              </a:p>
              <a:p>
                <a:pPr lvl="0">
                  <a:buSzPts val="1400"/>
                </a:pPr>
                <a:r>
                  <a:rPr lang="en-US" sz="1400" b="0" i="0" u="none" strike="noStrike" cap="none" dirty="0">
                    <a:solidFill>
                      <a:schemeClr val="accent2">
                        <a:lumMod val="20000"/>
                        <a:lumOff val="80000"/>
                      </a:schemeClr>
                    </a:solidFill>
                    <a:latin typeface="Cambria Math" panose="02040503050406030204" pitchFamily="18" charset="0"/>
                    <a:ea typeface="Arial"/>
                    <a:cs typeface="Arial"/>
                    <a:sym typeface="Arial"/>
                  </a:rPr>
                  <a:t>At each timestep k, find the control sequence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400" b="0" i="1" u="none" strike="noStrike" cap="none" smtClean="0">
                            <a:solidFill>
                              <a:schemeClr val="accent2">
                                <a:lumMod val="20000"/>
                                <a:lumOff val="80000"/>
                              </a:schemeClr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en-US" sz="1400" b="0" i="1" u="none" strike="noStrike" cap="none" smtClean="0">
                            <a:solidFill>
                              <a:schemeClr val="accent2">
                                <a:lumMod val="20000"/>
                                <a:lumOff val="80000"/>
                              </a:schemeClr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𝑈</m:t>
                        </m:r>
                      </m:e>
                      <m:sup>
                        <m:r>
                          <a:rPr lang="en-US" sz="1400" b="0" i="1" u="none" strike="noStrike" cap="none" smtClean="0">
                            <a:solidFill>
                              <a:schemeClr val="accent2">
                                <a:lumMod val="20000"/>
                                <a:lumOff val="80000"/>
                              </a:schemeClr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∗</m:t>
                        </m:r>
                      </m:sup>
                    </m:sSup>
                    <m:d>
                      <m:dPr>
                        <m:ctrlPr>
                          <a:rPr lang="en-US" sz="1400" b="0" i="1" u="none" strike="noStrike" cap="none" smtClean="0">
                            <a:solidFill>
                              <a:schemeClr val="accent2">
                                <a:lumMod val="20000"/>
                                <a:lumOff val="80000"/>
                              </a:schemeClr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1400" b="0" i="1" u="none" strike="noStrike" cap="none" smtClean="0">
                            <a:solidFill>
                              <a:schemeClr val="accent2">
                                <a:lumMod val="20000"/>
                                <a:lumOff val="80000"/>
                              </a:schemeClr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𝑘</m:t>
                        </m:r>
                        <m:r>
                          <a:rPr lang="en-US" sz="1400" b="0" i="1" u="none" strike="noStrike" cap="none" smtClean="0">
                            <a:solidFill>
                              <a:schemeClr val="accent2">
                                <a:lumMod val="20000"/>
                                <a:lumOff val="80000"/>
                              </a:schemeClr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:</m:t>
                        </m:r>
                        <m:r>
                          <a:rPr lang="en-US" sz="1400" b="0" i="1" u="none" strike="noStrike" cap="none" smtClean="0">
                            <a:solidFill>
                              <a:schemeClr val="accent2">
                                <a:lumMod val="20000"/>
                                <a:lumOff val="80000"/>
                              </a:schemeClr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𝑘</m:t>
                        </m:r>
                        <m:r>
                          <a:rPr lang="en-US" sz="1400" b="0" i="1" u="none" strike="noStrike" cap="none" smtClean="0">
                            <a:solidFill>
                              <a:schemeClr val="accent2">
                                <a:lumMod val="20000"/>
                                <a:lumOff val="80000"/>
                              </a:schemeClr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+</m:t>
                        </m:r>
                        <m:sSub>
                          <m:sSubPr>
                            <m:ctrlPr>
                              <a:rPr lang="en-US" sz="1400" b="0" i="1" u="none" strike="noStrike" cap="none" smtClean="0">
                                <a:solidFill>
                                  <a:schemeClr val="accent2">
                                    <a:lumMod val="20000"/>
                                    <a:lumOff val="80000"/>
                                  </a:schemeClr>
                                </a:solidFill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sSubPr>
                          <m:e>
                            <m:r>
                              <a:rPr lang="en-US" sz="1400" b="0" i="1" u="none" strike="noStrike" cap="none" smtClean="0">
                                <a:solidFill>
                                  <a:schemeClr val="accent2">
                                    <a:lumMod val="20000"/>
                                    <a:lumOff val="80000"/>
                                  </a:schemeClr>
                                </a:solidFill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𝐻</m:t>
                            </m:r>
                          </m:e>
                          <m:sub>
                            <m:r>
                              <a:rPr lang="en-US" sz="1400" b="0" i="1" u="none" strike="noStrike" cap="none" smtClean="0">
                                <a:solidFill>
                                  <a:schemeClr val="accent2">
                                    <a:lumMod val="20000"/>
                                    <a:lumOff val="80000"/>
                                  </a:schemeClr>
                                </a:solidFill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𝑝</m:t>
                            </m:r>
                          </m:sub>
                        </m:sSub>
                        <m:r>
                          <a:rPr lang="en-US" sz="1400" b="0" i="1" u="none" strike="noStrike" cap="none" smtClean="0">
                            <a:solidFill>
                              <a:schemeClr val="accent2">
                                <a:lumMod val="20000"/>
                                <a:lumOff val="80000"/>
                              </a:schemeClr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−1</m:t>
                        </m:r>
                      </m:e>
                    </m:d>
                  </m:oMath>
                </a14:m>
                <a:r>
                  <a:rPr lang="en-US" sz="1400" b="0" i="0" u="none" strike="noStrike" cap="none" dirty="0">
                    <a:solidFill>
                      <a:schemeClr val="accent2">
                        <a:lumMod val="20000"/>
                        <a:lumOff val="80000"/>
                      </a:schemeClr>
                    </a:solidFill>
                    <a:latin typeface="Cambria Math" panose="02040503050406030204" pitchFamily="18" charset="0"/>
                    <a:ea typeface="Arial"/>
                    <a:cs typeface="Arial"/>
                    <a:sym typeface="Arial"/>
                  </a:rPr>
                  <a:t> that minimizes the cost function:</a:t>
                </a:r>
              </a:p>
              <a:p>
                <a:pPr lvl="0">
                  <a:buSzPts val="1400"/>
                </a:pPr>
                <a:endParaRPr lang="en-US" sz="500" b="0" i="0" u="none" strike="noStrike" cap="none" dirty="0">
                  <a:solidFill>
                    <a:schemeClr val="accent2">
                      <a:lumMod val="20000"/>
                      <a:lumOff val="80000"/>
                    </a:schemeClr>
                  </a:solidFill>
                  <a:latin typeface="Cambria Math" panose="02040503050406030204" pitchFamily="18" charset="0"/>
                  <a:ea typeface="Arial"/>
                  <a:cs typeface="Arial"/>
                  <a:sym typeface="Arial"/>
                </a:endParaRPr>
              </a:p>
              <a:p>
                <a:pPr lvl="0">
                  <a:buSzPts val="1400"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>
                          <a:solidFill>
                            <a:schemeClr val="accent2">
                              <a:lumMod val="20000"/>
                              <a:lumOff val="80000"/>
                            </a:schemeClr>
                          </a:solidFill>
                          <a:latin typeface="Cambria Math" panose="02040503050406030204" pitchFamily="18" charset="0"/>
                        </a:rPr>
                        <m:t>J</m:t>
                      </m:r>
                      <m:r>
                        <a:rPr lang="en-US" sz="1400" b="0" i="1" u="none" strike="noStrike" cap="none" smtClean="0">
                          <a:solidFill>
                            <a:schemeClr val="accent2">
                              <a:lumMod val="20000"/>
                              <a:lumOff val="80000"/>
                            </a:schemeClr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=−</m:t>
                      </m:r>
                      <m:sSub>
                        <m:sSubPr>
                          <m:ctrlPr>
                            <a:rPr lang="en-US" sz="1400" b="0" i="1" u="none" strike="noStrike" cap="none" smtClean="0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1400" b="0" i="1" u="none" strike="noStrike" cap="none" smtClean="0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𝛼</m:t>
                          </m:r>
                        </m:e>
                        <m:sub>
                          <m:r>
                            <a:rPr lang="en-US" sz="1400" b="0" i="1" u="none" strike="noStrike" cap="none" smtClean="0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1</m:t>
                          </m:r>
                        </m:sub>
                      </m:sSub>
                      <m:r>
                        <a:rPr lang="en-US" sz="1400" b="0" i="1" u="none" strike="noStrike" cap="none" smtClean="0">
                          <a:solidFill>
                            <a:schemeClr val="accent2">
                              <a:lumMod val="20000"/>
                              <a:lumOff val="80000"/>
                            </a:schemeClr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⋅</m:t>
                      </m:r>
                      <m:sSub>
                        <m:sSubPr>
                          <m:ctrlPr>
                            <a:rPr lang="en-US" sz="1400" b="0" i="1" u="none" strike="noStrike" cap="none" smtClean="0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1400" b="0" i="1" u="none" strike="noStrike" cap="none" smtClean="0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𝐽</m:t>
                          </m:r>
                        </m:e>
                        <m:sub>
                          <m:r>
                            <a:rPr lang="en-US" sz="1400" b="0" i="1" u="none" strike="noStrike" cap="none" smtClean="0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𝑏𝑖𝑜𝑚𝑎𝑠𝑠</m:t>
                          </m:r>
                        </m:sub>
                      </m:sSub>
                      <m:r>
                        <a:rPr lang="en-US" sz="1400" b="0" i="1" u="none" strike="noStrike" cap="none" smtClean="0">
                          <a:solidFill>
                            <a:schemeClr val="accent2">
                              <a:lumMod val="20000"/>
                              <a:lumOff val="80000"/>
                            </a:schemeClr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sSub>
                        <m:sSubPr>
                          <m:ctrlPr>
                            <a:rPr lang="en-US" sz="1400" b="0" i="1" u="none" strike="noStrike" cap="none" smtClean="0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1400" b="0" i="1" u="none" strike="noStrike" cap="none" smtClean="0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𝛼</m:t>
                          </m:r>
                        </m:e>
                        <m:sub>
                          <m:r>
                            <a:rPr lang="en-US" sz="1400" b="0" i="1" u="none" strike="noStrike" cap="none" smtClean="0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2</m:t>
                          </m:r>
                        </m:sub>
                      </m:sSub>
                      <m:r>
                        <a:rPr lang="en-US" sz="1400" b="0" i="1" u="none" strike="noStrike" cap="none" smtClean="0">
                          <a:solidFill>
                            <a:schemeClr val="accent2">
                              <a:lumMod val="20000"/>
                              <a:lumOff val="80000"/>
                            </a:schemeClr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⋅</m:t>
                      </m:r>
                      <m:sSub>
                        <m:sSubPr>
                          <m:ctrlPr>
                            <a:rPr lang="en-US" sz="1400" b="0" i="1" u="none" strike="noStrike" cap="none" smtClean="0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1400" b="0" i="1" u="none" strike="noStrike" cap="none" smtClean="0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𝐽</m:t>
                          </m:r>
                        </m:e>
                        <m:sub>
                          <m:r>
                            <a:rPr lang="en-US" sz="1400" b="0" i="1" u="none" strike="noStrike" cap="none" smtClean="0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𝑤𝑎𝑡𝑒𝑟</m:t>
                          </m:r>
                        </m:sub>
                      </m:sSub>
                      <m:r>
                        <a:rPr lang="en-US" sz="1400" b="0" i="1" u="none" strike="noStrike" cap="none" smtClean="0">
                          <a:solidFill>
                            <a:schemeClr val="accent2">
                              <a:lumMod val="20000"/>
                              <a:lumOff val="80000"/>
                            </a:schemeClr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sSub>
                        <m:sSubPr>
                          <m:ctrlPr>
                            <a:rPr lang="en-US" sz="1400" b="0" i="1" u="none" strike="noStrike" cap="none" smtClean="0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1400" b="0" i="1" u="none" strike="noStrike" cap="none" smtClean="0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𝛼</m:t>
                          </m:r>
                        </m:e>
                        <m:sub>
                          <m:r>
                            <a:rPr lang="en-US" sz="1400" b="0" i="1" u="none" strike="noStrike" cap="none" smtClean="0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3</m:t>
                          </m:r>
                        </m:sub>
                      </m:sSub>
                      <m:r>
                        <a:rPr lang="en-US" sz="1400" b="0" i="1" u="none" strike="noStrike" cap="none" smtClean="0">
                          <a:solidFill>
                            <a:schemeClr val="accent2">
                              <a:lumMod val="20000"/>
                              <a:lumOff val="80000"/>
                            </a:schemeClr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⋅</m:t>
                      </m:r>
                      <m:sSub>
                        <m:sSubPr>
                          <m:ctrlPr>
                            <a:rPr lang="en-US" sz="1400" b="0" i="1" u="none" strike="noStrike" cap="none" smtClean="0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1400" b="0" i="1" u="none" strike="noStrike" cap="none" smtClean="0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𝐽</m:t>
                          </m:r>
                        </m:e>
                        <m:sub>
                          <m:r>
                            <a:rPr lang="en-US" sz="1400" b="0" i="1" u="none" strike="noStrike" cap="none" smtClean="0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𝑑𝑟𝑜𝑢𝑔h𝑡</m:t>
                          </m:r>
                        </m:sub>
                      </m:sSub>
                      <m:r>
                        <a:rPr lang="en-US" sz="1400" b="0" i="1" u="none" strike="noStrike" cap="none" smtClean="0">
                          <a:solidFill>
                            <a:schemeClr val="accent2">
                              <a:lumMod val="20000"/>
                              <a:lumOff val="80000"/>
                            </a:schemeClr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sSub>
                        <m:sSubPr>
                          <m:ctrlPr>
                            <a:rPr lang="en-US" sz="1400" b="0" i="1" u="none" strike="noStrike" cap="none" smtClean="0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1400" b="0" i="1" u="none" strike="noStrike" cap="none" smtClean="0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𝛼</m:t>
                          </m:r>
                        </m:e>
                        <m:sub>
                          <m:r>
                            <a:rPr lang="en-US" sz="1400" b="0" i="1" u="none" strike="noStrike" cap="none" smtClean="0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5</m:t>
                          </m:r>
                        </m:sub>
                      </m:sSub>
                      <m:r>
                        <a:rPr lang="en-US" sz="1400" b="0" i="1" u="none" strike="noStrike" cap="none" smtClean="0">
                          <a:solidFill>
                            <a:schemeClr val="accent2">
                              <a:lumMod val="20000"/>
                              <a:lumOff val="80000"/>
                            </a:schemeClr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 ⋅</m:t>
                      </m:r>
                      <m:sSub>
                        <m:sSubPr>
                          <m:ctrlPr>
                            <a:rPr lang="en-US" sz="1400" b="0" i="1" u="none" strike="noStrike" cap="none" smtClean="0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1400" b="0" i="1" u="none" strike="noStrike" cap="none" smtClean="0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𝐽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400" b="0" i="0" u="none" strike="noStrike" cap="none" smtClean="0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Δu</m:t>
                          </m:r>
                        </m:sub>
                      </m:sSub>
                      <m:r>
                        <a:rPr lang="en-US" sz="1400" b="0" i="1" u="none" strike="noStrike" cap="none" smtClean="0">
                          <a:solidFill>
                            <a:schemeClr val="accent2">
                              <a:lumMod val="20000"/>
                              <a:lumOff val="80000"/>
                            </a:schemeClr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sSub>
                        <m:sSubPr>
                          <m:ctrlPr>
                            <a:rPr lang="en-US" sz="1400" b="0" i="1" u="none" strike="noStrike" cap="none" smtClean="0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1400" b="0" i="1" u="none" strike="noStrike" cap="none" smtClean="0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𝛼</m:t>
                          </m:r>
                        </m:e>
                        <m:sub>
                          <m:r>
                            <a:rPr lang="en-US" sz="1400" b="0" i="1" u="none" strike="noStrike" cap="none" smtClean="0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6</m:t>
                          </m:r>
                        </m:sub>
                      </m:sSub>
                      <m:r>
                        <a:rPr lang="en-US" sz="1400" b="0" i="1" u="none" strike="noStrike" cap="none" smtClean="0">
                          <a:solidFill>
                            <a:schemeClr val="accent2">
                              <a:lumMod val="20000"/>
                              <a:lumOff val="80000"/>
                            </a:schemeClr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⋅</m:t>
                      </m:r>
                      <m:sSub>
                        <m:sSubPr>
                          <m:ctrlPr>
                            <a:rPr lang="en-US" sz="1400" b="0" i="1" u="none" strike="noStrike" cap="none" smtClean="0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1400" b="0" i="1" u="none" strike="noStrike" cap="none" smtClean="0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𝐽</m:t>
                          </m:r>
                        </m:e>
                        <m:sub>
                          <m:r>
                            <a:rPr lang="en-US" sz="1400" b="0" i="1" u="none" strike="noStrike" cap="none" smtClean="0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𝑜𝑣𝑒𝑟𝐹𝐶</m:t>
                          </m:r>
                        </m:sub>
                      </m:sSub>
                    </m:oMath>
                  </m:oMathPara>
                </a14:m>
                <a:endParaRPr lang="en-US" sz="1400" b="0" i="1" u="none" strike="noStrike" cap="none" dirty="0">
                  <a:solidFill>
                    <a:schemeClr val="accent2">
                      <a:lumMod val="20000"/>
                      <a:lumOff val="80000"/>
                    </a:schemeClr>
                  </a:solidFill>
                  <a:latin typeface="Cambria Math" panose="02040503050406030204" pitchFamily="18" charset="0"/>
                  <a:ea typeface="Arial"/>
                  <a:cs typeface="Arial"/>
                  <a:sym typeface="Arial"/>
                </a:endParaRPr>
              </a:p>
            </p:txBody>
          </p:sp>
        </mc:Choice>
        <mc:Fallback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F348E49A-632D-CDCF-EF80-C8D0A3FC7B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0559" y="848415"/>
                <a:ext cx="8457661" cy="942053"/>
              </a:xfrm>
              <a:prstGeom prst="rect">
                <a:avLst/>
              </a:prstGeom>
              <a:blipFill>
                <a:blip r:embed="rId8"/>
                <a:stretch>
                  <a:fillRect l="-216" t="-19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CE989FC6-8B33-ACA6-DEAA-85752764B1C7}"/>
                  </a:ext>
                </a:extLst>
              </p:cNvPr>
              <p:cNvSpPr txBox="1"/>
              <p:nvPr/>
            </p:nvSpPr>
            <p:spPr>
              <a:xfrm>
                <a:off x="330559" y="3371236"/>
                <a:ext cx="8418696" cy="156042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>
                  <a:spcBef>
                    <a:spcPts val="600"/>
                  </a:spcBef>
                  <a:buSzPts val="1400"/>
                </a:pPr>
                <a:r>
                  <a:rPr lang="en-US" b="0" i="1" u="none" strike="noStrike" cap="none" dirty="0">
                    <a:solidFill>
                      <a:schemeClr val="accent2">
                        <a:lumMod val="20000"/>
                        <a:lumOff val="80000"/>
                      </a:schemeClr>
                    </a:solidFill>
                    <a:latin typeface="Cambria Math" panose="02040503050406030204" pitchFamily="18" charset="0"/>
                    <a:sym typeface="Arial"/>
                  </a:rPr>
                  <a:t>CONSTRAINTS: </a:t>
                </a:r>
                <a:endParaRPr lang="en-US" sz="500" b="0" i="1" u="none" strike="noStrike" cap="none" dirty="0">
                  <a:solidFill>
                    <a:schemeClr val="accent2">
                      <a:lumMod val="20000"/>
                      <a:lumOff val="80000"/>
                    </a:schemeClr>
                  </a:solidFill>
                  <a:latin typeface="Cambria Math" panose="02040503050406030204" pitchFamily="18" charset="0"/>
                  <a:sym typeface="Arial"/>
                </a:endParaRPr>
              </a:p>
              <a:p>
                <a:pPr lvl="0">
                  <a:lnSpc>
                    <a:spcPct val="114000"/>
                  </a:lnSpc>
                  <a:buSzPts val="1400"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u="none" strike="noStrike" cap="none" smtClean="0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sym typeface="Arial"/>
                            </a:rPr>
                          </m:ctrlPr>
                        </m:sSupPr>
                        <m:e>
                          <m:r>
                            <a:rPr lang="en-US" b="0" i="1" u="none" strike="noStrike" cap="none" smtClean="0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sym typeface="Arial"/>
                            </a:rPr>
                            <m:t>𝑥</m:t>
                          </m:r>
                        </m:e>
                        <m:sup>
                          <m:r>
                            <a:rPr lang="en-US" b="0" i="1" u="none" strike="noStrike" cap="none" smtClean="0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sym typeface="Arial"/>
                            </a:rPr>
                            <m:t>𝑛</m:t>
                          </m:r>
                        </m:sup>
                      </m:sSup>
                      <m:d>
                        <m:dPr>
                          <m:ctrlPr>
                            <a:rPr lang="en-US" b="0" i="1" u="none" strike="noStrike" cap="none" smtClean="0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sym typeface="Arial"/>
                            </a:rPr>
                          </m:ctrlPr>
                        </m:dPr>
                        <m:e>
                          <m:r>
                            <a:rPr lang="en-US" b="0" i="1" u="none" strike="noStrike" cap="none" smtClean="0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sym typeface="Arial"/>
                            </a:rPr>
                            <m:t>𝑗</m:t>
                          </m:r>
                          <m:r>
                            <a:rPr lang="en-US" b="0" i="1" u="none" strike="noStrike" cap="none" smtClean="0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sym typeface="Arial"/>
                            </a:rPr>
                            <m:t>+1</m:t>
                          </m:r>
                        </m:e>
                      </m:d>
                      <m:r>
                        <a:rPr lang="en-US" b="0" i="1" u="none" strike="noStrike" cap="none" smtClean="0">
                          <a:solidFill>
                            <a:schemeClr val="accent2">
                              <a:lumMod val="20000"/>
                              <a:lumOff val="80000"/>
                            </a:schemeClr>
                          </a:solidFill>
                          <a:latin typeface="Cambria Math" panose="02040503050406030204" pitchFamily="18" charset="0"/>
                          <a:sym typeface="Arial"/>
                        </a:rPr>
                        <m:t>=</m:t>
                      </m:r>
                      <m:r>
                        <a:rPr lang="en-US" b="0" i="1" u="none" strike="noStrike" cap="none" smtClean="0">
                          <a:solidFill>
                            <a:schemeClr val="accent2">
                              <a:lumMod val="20000"/>
                              <a:lumOff val="80000"/>
                            </a:schemeClr>
                          </a:solidFill>
                          <a:latin typeface="Cambria Math" panose="02040503050406030204" pitchFamily="18" charset="0"/>
                          <a:sym typeface="Arial"/>
                        </a:rPr>
                        <m:t>𝑓</m:t>
                      </m:r>
                      <m:d>
                        <m:dPr>
                          <m:ctrlPr>
                            <a:rPr lang="en-US" b="0" i="1" u="none" strike="noStrike" cap="none" smtClean="0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sym typeface="Arial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b="0" i="1" u="none" strike="noStrike" cap="none" smtClean="0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  <a:sym typeface="Arial"/>
                                </a:rPr>
                              </m:ctrlPr>
                            </m:sSupPr>
                            <m:e>
                              <m:r>
                                <a:rPr lang="en-US" b="0" i="1" u="none" strike="noStrike" cap="none" smtClean="0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  <a:sym typeface="Arial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b="0" i="1" u="none" strike="noStrike" cap="none" smtClean="0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  <a:sym typeface="Arial"/>
                                </a:rPr>
                                <m:t>𝑛</m:t>
                              </m:r>
                            </m:sup>
                          </m:sSup>
                          <m:d>
                            <m:dPr>
                              <m:ctrlPr>
                                <a:rPr lang="en-US" b="0" i="1" u="none" strike="noStrike" cap="none" smtClean="0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  <a:sym typeface="Arial"/>
                                </a:rPr>
                              </m:ctrlPr>
                            </m:dPr>
                            <m:e>
                              <m:r>
                                <a:rPr lang="en-US" b="0" i="1" u="none" strike="noStrike" cap="none" smtClean="0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  <a:sym typeface="Arial"/>
                                </a:rPr>
                                <m:t>𝑗</m:t>
                              </m:r>
                            </m:e>
                          </m:d>
                          <m:r>
                            <a:rPr lang="en-US" b="0" i="1" u="none" strike="noStrike" cap="none" smtClean="0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sym typeface="Arial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b="0" i="1" u="none" strike="noStrike" cap="none" smtClean="0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  <a:sym typeface="Arial"/>
                                </a:rPr>
                              </m:ctrlPr>
                            </m:sSupPr>
                            <m:e>
                              <m:r>
                                <a:rPr lang="en-US" b="0" i="1" u="none" strike="noStrike" cap="none" smtClean="0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  <a:sym typeface="Arial"/>
                                </a:rPr>
                                <m:t>𝑢</m:t>
                              </m:r>
                            </m:e>
                            <m:sup>
                              <m:r>
                                <a:rPr lang="en-US" b="0" i="1" u="none" strike="noStrike" cap="none" smtClean="0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  <a:sym typeface="Arial"/>
                                </a:rPr>
                                <m:t>𝑛</m:t>
                              </m:r>
                            </m:sup>
                          </m:sSup>
                          <m:d>
                            <m:dPr>
                              <m:ctrlPr>
                                <a:rPr lang="en-US" b="0" i="1" u="none" strike="noStrike" cap="none" smtClean="0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  <a:sym typeface="Arial"/>
                                </a:rPr>
                              </m:ctrlPr>
                            </m:dPr>
                            <m:e>
                              <m:r>
                                <a:rPr lang="en-US" b="0" i="1" u="none" strike="noStrike" cap="none" smtClean="0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  <a:sym typeface="Arial"/>
                                </a:rPr>
                                <m:t>𝑗</m:t>
                              </m:r>
                            </m:e>
                          </m:d>
                          <m:r>
                            <a:rPr lang="en-US" b="0" i="1" u="none" strike="noStrike" cap="none" smtClean="0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sym typeface="Arial"/>
                            </a:rPr>
                            <m:t>,</m:t>
                          </m:r>
                          <m:r>
                            <a:rPr lang="en-US" b="0" i="1" u="none" strike="noStrike" cap="none" smtClean="0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sym typeface="Arial"/>
                            </a:rPr>
                            <m:t>𝑤</m:t>
                          </m:r>
                          <m:d>
                            <m:dPr>
                              <m:ctrlPr>
                                <a:rPr lang="en-US" b="0" i="1" u="none" strike="noStrike" cap="none" smtClean="0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  <a:sym typeface="Arial"/>
                                </a:rPr>
                              </m:ctrlPr>
                            </m:dPr>
                            <m:e>
                              <m:r>
                                <a:rPr lang="en-US" b="0" i="1" u="none" strike="noStrike" cap="none" smtClean="0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  <a:sym typeface="Arial"/>
                                </a:rPr>
                                <m:t>𝑗</m:t>
                              </m:r>
                            </m:e>
                          </m:d>
                          <m:r>
                            <a:rPr lang="en-US" b="0" i="1" u="none" strike="noStrike" cap="none" smtClean="0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sym typeface="Arial"/>
                            </a:rPr>
                            <m:t>;</m:t>
                          </m:r>
                          <m:r>
                            <a:rPr lang="en-US" b="0" i="1" u="none" strike="noStrike" cap="none" smtClean="0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sym typeface="Arial"/>
                            </a:rPr>
                            <m:t>𝒢</m:t>
                          </m:r>
                        </m:e>
                      </m:d>
                      <m:r>
                        <a:rPr lang="en-US" b="0" i="1" u="none" strike="noStrike" cap="none" smtClean="0">
                          <a:solidFill>
                            <a:schemeClr val="accent2">
                              <a:lumMod val="20000"/>
                              <a:lumOff val="80000"/>
                            </a:schemeClr>
                          </a:solidFill>
                          <a:latin typeface="Cambria Math" panose="02040503050406030204" pitchFamily="18" charset="0"/>
                          <a:sym typeface="Arial"/>
                        </a:rPr>
                        <m:t>, </m:t>
                      </m:r>
                      <m:r>
                        <a:rPr lang="en-US" b="0" i="1" u="none" strike="noStrike" cap="none" smtClean="0">
                          <a:solidFill>
                            <a:schemeClr val="accent2">
                              <a:lumMod val="20000"/>
                              <a:lumOff val="80000"/>
                            </a:schemeClr>
                          </a:solidFill>
                          <a:latin typeface="Cambria Math" panose="02040503050406030204" pitchFamily="18" charset="0"/>
                          <a:sym typeface="Arial"/>
                        </a:rPr>
                        <m:t>𝑛</m:t>
                      </m:r>
                      <m:r>
                        <a:rPr lang="en-US" b="0" i="1" u="none" strike="noStrike" cap="none" smtClean="0">
                          <a:solidFill>
                            <a:schemeClr val="accent2">
                              <a:lumMod val="20000"/>
                              <a:lumOff val="80000"/>
                            </a:schemeClr>
                          </a:solidFill>
                          <a:latin typeface="Cambria Math" panose="02040503050406030204" pitchFamily="18" charset="0"/>
                          <a:sym typeface="Arial"/>
                        </a:rPr>
                        <m:t>=1,…,</m:t>
                      </m:r>
                      <m:r>
                        <a:rPr lang="en-US" b="0" i="1" u="none" strike="noStrike" cap="none" smtClean="0">
                          <a:solidFill>
                            <a:schemeClr val="accent2">
                              <a:lumMod val="20000"/>
                              <a:lumOff val="80000"/>
                            </a:schemeClr>
                          </a:solidFill>
                          <a:latin typeface="Cambria Math" panose="02040503050406030204" pitchFamily="18" charset="0"/>
                          <a:sym typeface="Arial"/>
                        </a:rPr>
                        <m:t>𝑁</m:t>
                      </m:r>
                      <m:r>
                        <a:rPr lang="en-US" b="0" i="1" u="none" strike="noStrike" cap="none" smtClean="0">
                          <a:solidFill>
                            <a:schemeClr val="accent2">
                              <a:lumMod val="20000"/>
                              <a:lumOff val="80000"/>
                            </a:schemeClr>
                          </a:solidFill>
                          <a:latin typeface="Cambria Math" panose="02040503050406030204" pitchFamily="18" charset="0"/>
                          <a:sym typeface="Arial"/>
                        </a:rPr>
                        <m:t>, </m:t>
                      </m:r>
                      <m:r>
                        <a:rPr lang="en-US" b="0" i="1" u="none" strike="noStrike" cap="none" smtClean="0">
                          <a:solidFill>
                            <a:schemeClr val="accent2">
                              <a:lumMod val="20000"/>
                              <a:lumOff val="80000"/>
                            </a:schemeClr>
                          </a:solidFill>
                          <a:latin typeface="Cambria Math" panose="02040503050406030204" pitchFamily="18" charset="0"/>
                          <a:sym typeface="Arial"/>
                        </a:rPr>
                        <m:t>𝑗</m:t>
                      </m:r>
                      <m:r>
                        <a:rPr lang="en-US" b="0" i="1" u="none" strike="noStrike" cap="none" smtClean="0">
                          <a:solidFill>
                            <a:schemeClr val="accent2">
                              <a:lumMod val="20000"/>
                              <a:lumOff val="80000"/>
                            </a:schemeClr>
                          </a:solidFill>
                          <a:latin typeface="Cambria Math" panose="02040503050406030204" pitchFamily="18" charset="0"/>
                          <a:sym typeface="Arial"/>
                        </a:rPr>
                        <m:t>=</m:t>
                      </m:r>
                      <m:r>
                        <a:rPr lang="en-US" b="0" i="1" u="none" strike="noStrike" cap="none" smtClean="0">
                          <a:solidFill>
                            <a:schemeClr val="accent2">
                              <a:lumMod val="20000"/>
                              <a:lumOff val="80000"/>
                            </a:schemeClr>
                          </a:solidFill>
                          <a:latin typeface="Cambria Math" panose="02040503050406030204" pitchFamily="18" charset="0"/>
                          <a:sym typeface="Arial"/>
                        </a:rPr>
                        <m:t>𝑘</m:t>
                      </m:r>
                      <m:r>
                        <a:rPr lang="en-US" b="0" i="1" u="none" strike="noStrike" cap="none" smtClean="0">
                          <a:solidFill>
                            <a:schemeClr val="accent2">
                              <a:lumMod val="20000"/>
                              <a:lumOff val="80000"/>
                            </a:schemeClr>
                          </a:solidFill>
                          <a:latin typeface="Cambria Math" panose="02040503050406030204" pitchFamily="18" charset="0"/>
                          <a:sym typeface="Arial"/>
                        </a:rPr>
                        <m:t>,…,</m:t>
                      </m:r>
                      <m:r>
                        <a:rPr lang="en-US" b="0" i="1" u="none" strike="noStrike" cap="none" smtClean="0">
                          <a:solidFill>
                            <a:schemeClr val="accent2">
                              <a:lumMod val="20000"/>
                              <a:lumOff val="80000"/>
                            </a:schemeClr>
                          </a:solidFill>
                          <a:latin typeface="Cambria Math" panose="02040503050406030204" pitchFamily="18" charset="0"/>
                          <a:sym typeface="Arial"/>
                        </a:rPr>
                        <m:t>𝑘</m:t>
                      </m:r>
                      <m:r>
                        <a:rPr lang="en-US" b="0" i="1" u="none" strike="noStrike" cap="none" smtClean="0">
                          <a:solidFill>
                            <a:schemeClr val="accent2">
                              <a:lumMod val="20000"/>
                              <a:lumOff val="80000"/>
                            </a:schemeClr>
                          </a:solidFill>
                          <a:latin typeface="Cambria Math" panose="02040503050406030204" pitchFamily="18" charset="0"/>
                          <a:sym typeface="Arial"/>
                        </a:rPr>
                        <m:t>+</m:t>
                      </m:r>
                      <m:sSub>
                        <m:sSubPr>
                          <m:ctrlPr>
                            <a:rPr lang="en-US" b="0" i="1" u="none" strike="noStrike" cap="none" smtClean="0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b="0" i="1" u="none" strike="noStrike" cap="none" smtClean="0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sym typeface="Arial"/>
                            </a:rPr>
                            <m:t>𝐻</m:t>
                          </m:r>
                        </m:e>
                        <m:sub>
                          <m:r>
                            <a:rPr lang="en-US" b="0" i="1" u="none" strike="noStrike" cap="none" smtClean="0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sym typeface="Arial"/>
                            </a:rPr>
                            <m:t>𝑝</m:t>
                          </m:r>
                        </m:sub>
                      </m:sSub>
                      <m:r>
                        <a:rPr lang="en-US" b="0" i="1" u="none" strike="noStrike" cap="none" smtClean="0">
                          <a:solidFill>
                            <a:schemeClr val="accent2">
                              <a:lumMod val="20000"/>
                              <a:lumOff val="80000"/>
                            </a:schemeClr>
                          </a:solidFill>
                          <a:latin typeface="Cambria Math" panose="02040503050406030204" pitchFamily="18" charset="0"/>
                          <a:sym typeface="Arial"/>
                        </a:rPr>
                        <m:t>−1</m:t>
                      </m:r>
                    </m:oMath>
                  </m:oMathPara>
                </a14:m>
                <a:endParaRPr lang="en-US" b="0" i="1" u="none" strike="noStrike" cap="none" dirty="0">
                  <a:solidFill>
                    <a:schemeClr val="accent2">
                      <a:lumMod val="20000"/>
                      <a:lumOff val="80000"/>
                    </a:schemeClr>
                  </a:solidFill>
                  <a:latin typeface="Cambria Math" panose="02040503050406030204" pitchFamily="18" charset="0"/>
                  <a:sym typeface="Arial"/>
                </a:endParaRPr>
              </a:p>
              <a:p>
                <a:pPr lvl="0">
                  <a:lnSpc>
                    <a:spcPct val="114000"/>
                  </a:lnSpc>
                  <a:buSzPts val="1400"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u="none" strike="noStrike" cap="none" smtClean="0">
                          <a:solidFill>
                            <a:schemeClr val="accent2">
                              <a:lumMod val="20000"/>
                              <a:lumOff val="80000"/>
                            </a:schemeClr>
                          </a:solidFill>
                          <a:latin typeface="Cambria Math" panose="02040503050406030204" pitchFamily="18" charset="0"/>
                          <a:sym typeface="Arial"/>
                        </a:rPr>
                        <m:t>0≤</m:t>
                      </m:r>
                      <m:sSup>
                        <m:sSupPr>
                          <m:ctrlPr>
                            <a:rPr lang="en-US" b="0" i="1" u="none" strike="noStrike" cap="none" smtClean="0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sym typeface="Arial"/>
                            </a:rPr>
                          </m:ctrlPr>
                        </m:sSupPr>
                        <m:e>
                          <m:r>
                            <a:rPr lang="en-US" b="0" i="1" u="none" strike="noStrike" cap="none" smtClean="0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sym typeface="Arial"/>
                            </a:rPr>
                            <m:t>𝑢</m:t>
                          </m:r>
                        </m:e>
                        <m:sup>
                          <m:r>
                            <a:rPr lang="en-US" b="0" i="1" u="none" strike="noStrike" cap="none" smtClean="0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sym typeface="Arial"/>
                            </a:rPr>
                            <m:t>𝑛</m:t>
                          </m:r>
                        </m:sup>
                      </m:sSup>
                      <m:r>
                        <a:rPr lang="en-US" b="0" i="1" u="none" strike="noStrike" cap="none" smtClean="0">
                          <a:solidFill>
                            <a:schemeClr val="accent2">
                              <a:lumMod val="20000"/>
                              <a:lumOff val="80000"/>
                            </a:schemeClr>
                          </a:solidFill>
                          <a:latin typeface="Cambria Math" panose="02040503050406030204" pitchFamily="18" charset="0"/>
                          <a:sym typeface="Arial"/>
                        </a:rPr>
                        <m:t>≤</m:t>
                      </m:r>
                      <m:sSub>
                        <m:sSubPr>
                          <m:ctrlPr>
                            <a:rPr lang="en-US" b="0" i="1" u="none" strike="noStrike" cap="none" smtClean="0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b="0" i="1" u="none" strike="noStrike" cap="none" smtClean="0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sym typeface="Arial"/>
                            </a:rPr>
                            <m:t>𝑢</m:t>
                          </m:r>
                        </m:e>
                        <m:sub>
                          <m:r>
                            <a:rPr lang="en-US" b="0" i="1" u="none" strike="noStrike" cap="none" smtClean="0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sym typeface="Arial"/>
                            </a:rPr>
                            <m:t>𝑚𝑎𝑥</m:t>
                          </m:r>
                        </m:sub>
                      </m:sSub>
                      <m:r>
                        <a:rPr lang="en-US" b="0" i="1" u="none" strike="noStrike" cap="none" smtClean="0">
                          <a:solidFill>
                            <a:schemeClr val="accent2">
                              <a:lumMod val="20000"/>
                              <a:lumOff val="80000"/>
                            </a:schemeClr>
                          </a:solidFill>
                          <a:latin typeface="Cambria Math" panose="02040503050406030204" pitchFamily="18" charset="0"/>
                          <a:sym typeface="Arial"/>
                        </a:rPr>
                        <m:t>,  ∀</m:t>
                      </m:r>
                      <m:r>
                        <a:rPr lang="en-US" b="0" i="1" u="none" strike="noStrike" cap="none" smtClean="0">
                          <a:solidFill>
                            <a:schemeClr val="accent2">
                              <a:lumMod val="20000"/>
                              <a:lumOff val="80000"/>
                            </a:schemeClr>
                          </a:solidFill>
                          <a:latin typeface="Cambria Math" panose="02040503050406030204" pitchFamily="18" charset="0"/>
                          <a:sym typeface="Arial"/>
                        </a:rPr>
                        <m:t>𝑛</m:t>
                      </m:r>
                      <m:r>
                        <a:rPr lang="en-US" b="0" i="1" u="none" strike="noStrike" cap="none" smtClean="0">
                          <a:solidFill>
                            <a:schemeClr val="accent2">
                              <a:lumMod val="20000"/>
                              <a:lumOff val="80000"/>
                            </a:schemeClr>
                          </a:solidFill>
                          <a:latin typeface="Cambria Math" panose="02040503050406030204" pitchFamily="18" charset="0"/>
                          <a:sym typeface="Arial"/>
                        </a:rPr>
                        <m:t>,∀</m:t>
                      </m:r>
                      <m:r>
                        <a:rPr lang="en-US" b="0" i="1" u="none" strike="noStrike" cap="none" smtClean="0">
                          <a:solidFill>
                            <a:schemeClr val="accent2">
                              <a:lumMod val="20000"/>
                              <a:lumOff val="80000"/>
                            </a:schemeClr>
                          </a:solidFill>
                          <a:latin typeface="Cambria Math" panose="02040503050406030204" pitchFamily="18" charset="0"/>
                          <a:sym typeface="Arial"/>
                        </a:rPr>
                        <m:t>𝑗</m:t>
                      </m:r>
                    </m:oMath>
                  </m:oMathPara>
                </a14:m>
                <a:endParaRPr lang="en-US" b="0" i="1" u="none" strike="noStrike" cap="none" dirty="0">
                  <a:solidFill>
                    <a:schemeClr val="accent2">
                      <a:lumMod val="20000"/>
                      <a:lumOff val="80000"/>
                    </a:schemeClr>
                  </a:solidFill>
                  <a:latin typeface="Cambria Math" panose="02040503050406030204" pitchFamily="18" charset="0"/>
                  <a:sym typeface="Arial"/>
                </a:endParaRPr>
              </a:p>
              <a:p>
                <a:pPr lvl="0">
                  <a:lnSpc>
                    <a:spcPct val="114000"/>
                  </a:lnSpc>
                  <a:buSzPts val="1400"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  <m:sup>
                          <m: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nary>
                            <m:naryPr>
                              <m:chr m:val="∑"/>
                              <m:ctrlPr>
                                <a:rPr lang="en-US" i="1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i="1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i="1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i="1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n-US" b="0" i="1" smtClean="0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US" i="1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e>
                              </m:d>
                            </m:e>
                          </m:nary>
                          <m:r>
                            <a:rPr lang="en-US" b="0" i="1" smtClean="0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≤</m:t>
                          </m:r>
                          <m:r>
                            <a:rPr lang="en-US" b="0" i="1" smtClean="0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b="0" i="1" smtClean="0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⋅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𝑟𝑒𝑚𝑎𝑖𝑛𝑖𝑛𝑔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CE989FC6-8B33-ACA6-DEAA-85752764B1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0559" y="3371236"/>
                <a:ext cx="8418696" cy="1560427"/>
              </a:xfrm>
              <a:prstGeom prst="rect">
                <a:avLst/>
              </a:prstGeom>
              <a:blipFill>
                <a:blip r:embed="rId9"/>
                <a:stretch>
                  <a:fillRect l="-217" t="-11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Google Shape;178;p3">
            <a:extLst>
              <a:ext uri="{FF2B5EF4-FFF2-40B4-BE49-F238E27FC236}">
                <a16:creationId xmlns:a16="http://schemas.microsoft.com/office/drawing/2014/main" id="{9DD07C13-ECF9-A0A9-DBA7-3F92A7095F98}"/>
              </a:ext>
            </a:extLst>
          </p:cNvPr>
          <p:cNvSpPr txBox="1"/>
          <p:nvPr/>
        </p:nvSpPr>
        <p:spPr>
          <a:xfrm>
            <a:off x="8633460" y="4800600"/>
            <a:ext cx="24384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dirty="0">
                <a:solidFill>
                  <a:schemeClr val="lt2"/>
                </a:solidFill>
              </a:rPr>
              <a:t>9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4786688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4">
          <a:extLst>
            <a:ext uri="{FF2B5EF4-FFF2-40B4-BE49-F238E27FC236}">
              <a16:creationId xmlns:a16="http://schemas.microsoft.com/office/drawing/2014/main" id="{28BD0DB1-E3D1-4EFB-9182-506A0F5BAE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11">
            <a:extLst>
              <a:ext uri="{FF2B5EF4-FFF2-40B4-BE49-F238E27FC236}">
                <a16:creationId xmlns:a16="http://schemas.microsoft.com/office/drawing/2014/main" id="{7D825751-E403-231E-4243-B595AC05D8DB}"/>
              </a:ext>
            </a:extLst>
          </p:cNvPr>
          <p:cNvSpPr txBox="1"/>
          <p:nvPr/>
        </p:nvSpPr>
        <p:spPr>
          <a:xfrm>
            <a:off x="365760" y="333065"/>
            <a:ext cx="8368420" cy="52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>
              <a:buClr>
                <a:schemeClr val="lt1"/>
              </a:buClr>
              <a:buSzPts val="2667"/>
            </a:pPr>
            <a:r>
              <a:rPr lang="en-US" sz="3000" b="1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MPC Parameter Selection</a:t>
            </a:r>
          </a:p>
        </p:txBody>
      </p:sp>
      <p:sp>
        <p:nvSpPr>
          <p:cNvPr id="200" name="Rectangle: Rounded Corners 199">
            <a:extLst>
              <a:ext uri="{FF2B5EF4-FFF2-40B4-BE49-F238E27FC236}">
                <a16:creationId xmlns:a16="http://schemas.microsoft.com/office/drawing/2014/main" id="{EE146FF2-B5E0-8D5B-4AEA-60DFFA701214}"/>
              </a:ext>
            </a:extLst>
          </p:cNvPr>
          <p:cNvSpPr/>
          <p:nvPr/>
        </p:nvSpPr>
        <p:spPr>
          <a:xfrm>
            <a:off x="661983" y="1091490"/>
            <a:ext cx="3500443" cy="527400"/>
          </a:xfrm>
          <a:prstGeom prst="roundRect">
            <a:avLst>
              <a:gd name="adj" fmla="val 50000"/>
            </a:avLst>
          </a:prstGeom>
          <a:noFill/>
          <a:ln>
            <a:solidFill>
              <a:schemeClr val="bg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Weight Sensitivity Analysis</a:t>
            </a:r>
          </a:p>
        </p:txBody>
      </p:sp>
      <p:sp>
        <p:nvSpPr>
          <p:cNvPr id="202" name="Rectangle: Rounded Corners 201">
            <a:extLst>
              <a:ext uri="{FF2B5EF4-FFF2-40B4-BE49-F238E27FC236}">
                <a16:creationId xmlns:a16="http://schemas.microsoft.com/office/drawing/2014/main" id="{48EC9829-7494-D787-3C74-4D45C7E2A1F8}"/>
              </a:ext>
            </a:extLst>
          </p:cNvPr>
          <p:cNvSpPr/>
          <p:nvPr/>
        </p:nvSpPr>
        <p:spPr>
          <a:xfrm>
            <a:off x="4762502" y="4300538"/>
            <a:ext cx="3971677" cy="432011"/>
          </a:xfrm>
          <a:prstGeom prst="roundRect">
            <a:avLst>
              <a:gd name="adj" fmla="val 50000"/>
            </a:avLst>
          </a:prstGeom>
          <a:noFill/>
          <a:ln>
            <a:solidFill>
              <a:schemeClr val="bg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Reactive Controller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03A2C210-3580-8402-CBAD-FD706477404F}"/>
              </a:ext>
            </a:extLst>
          </p:cNvPr>
          <p:cNvSpPr/>
          <p:nvPr/>
        </p:nvSpPr>
        <p:spPr>
          <a:xfrm>
            <a:off x="4762502" y="1039102"/>
            <a:ext cx="3971677" cy="2770898"/>
          </a:xfrm>
          <a:prstGeom prst="roundRect">
            <a:avLst>
              <a:gd name="adj" fmla="val 9932"/>
            </a:avLst>
          </a:prstGeom>
          <a:noFill/>
          <a:ln>
            <a:solidFill>
              <a:schemeClr val="bg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Irrigation graph</a:t>
            </a:r>
          </a:p>
        </p:txBody>
      </p:sp>
      <p:sp>
        <p:nvSpPr>
          <p:cNvPr id="7" name="Google Shape;178;p3">
            <a:extLst>
              <a:ext uri="{FF2B5EF4-FFF2-40B4-BE49-F238E27FC236}">
                <a16:creationId xmlns:a16="http://schemas.microsoft.com/office/drawing/2014/main" id="{DE506832-48BF-E50F-C086-C7681D51EB5B}"/>
              </a:ext>
            </a:extLst>
          </p:cNvPr>
          <p:cNvSpPr txBox="1"/>
          <p:nvPr/>
        </p:nvSpPr>
        <p:spPr>
          <a:xfrm>
            <a:off x="8485809" y="4800600"/>
            <a:ext cx="391491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dirty="0">
                <a:solidFill>
                  <a:schemeClr val="lt2"/>
                </a:solidFill>
              </a:rPr>
              <a:t>10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785886E-E0DB-2954-89DA-0CCF8AA8F6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568829"/>
            <a:ext cx="9144000" cy="200584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6ED77BF-EBC3-C600-3BF8-A80F2F85C6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6758" y="1700091"/>
            <a:ext cx="7230484" cy="174331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59ADBEF5-192E-4D73-A08F-529326ED45F7}"/>
              </a:ext>
            </a:extLst>
          </p:cNvPr>
          <p:cNvSpPr txBox="1"/>
          <p:nvPr/>
        </p:nvSpPr>
        <p:spPr>
          <a:xfrm>
            <a:off x="1638300" y="1027004"/>
            <a:ext cx="5003800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The α6 sweep evaluates three values ({0.1,0.5,2.0}) at dry/Hp = 8 and one value (α6 = 2.0) at the horizon-inversion regime dry/Hp = 14. At Hp = 8, the FC-overshoot is small at the nominal weights (1.9 waterlog-days), and sweep values produce yield variations within 1%. The penalty has nothing to act against in this regime, confirming that α6 is a horizon-conditional lever rather than a universally beneficial one. At Hp = 14, α6 = 2.0 reduces dry/100% waterlog-days from 21.6 to 13.9 (35% reduction) and improves yield slightly. The mechanism works as designed at the horizon where the pathology is active. However, 13.9 residual waterlog-days remain approximately 7× the Hp = 8 baseline, indicating that α6 = 2.0 is insufficient, which motivates the broader joint sweep with higher α6 values.</a:t>
            </a:r>
          </a:p>
        </p:txBody>
      </p:sp>
    </p:spTree>
    <p:extLst>
      <p:ext uri="{BB962C8B-B14F-4D97-AF65-F5344CB8AC3E}">
        <p14:creationId xmlns:p14="http://schemas.microsoft.com/office/powerpoint/2010/main" val="25855618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216;p10">
            <a:extLst>
              <a:ext uri="{FF2B5EF4-FFF2-40B4-BE49-F238E27FC236}">
                <a16:creationId xmlns:a16="http://schemas.microsoft.com/office/drawing/2014/main" id="{3B5AADBC-AAD5-7DD8-9E4F-BFEA3DF977D5}"/>
              </a:ext>
            </a:extLst>
          </p:cNvPr>
          <p:cNvSpPr txBox="1">
            <a:spLocks/>
          </p:cNvSpPr>
          <p:nvPr/>
        </p:nvSpPr>
        <p:spPr>
          <a:xfrm>
            <a:off x="402743" y="324208"/>
            <a:ext cx="6824663" cy="527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sz="36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Clr>
                <a:schemeClr val="lt1"/>
              </a:buClr>
              <a:buSzPts val="2667"/>
            </a:pPr>
            <a:r>
              <a:rPr lang="en-US" sz="30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RL Controller Problem Statement 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868E763-6369-0F93-D170-8932911F4A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6543" y="2100495"/>
            <a:ext cx="4480227" cy="2452455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64D46D8-6974-80AC-6806-572AC4896AAD}"/>
                  </a:ext>
                </a:extLst>
              </p:cNvPr>
              <p:cNvSpPr txBox="1"/>
              <p:nvPr/>
            </p:nvSpPr>
            <p:spPr>
              <a:xfrm>
                <a:off x="330559" y="848415"/>
                <a:ext cx="8457661" cy="94205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>
                  <a:buSzPts val="1400"/>
                </a:pPr>
                <a:r>
                  <a:rPr lang="en-US" sz="1400" b="0" i="0" u="none" strike="noStrike" cap="none" dirty="0">
                    <a:solidFill>
                      <a:schemeClr val="accent2">
                        <a:lumMod val="20000"/>
                        <a:lumOff val="80000"/>
                      </a:schemeClr>
                    </a:solidFill>
                    <a:latin typeface="Cambria Math" panose="02040503050406030204" pitchFamily="18" charset="0"/>
                    <a:ea typeface="Arial"/>
                    <a:cs typeface="Arial"/>
                    <a:sym typeface="Arial"/>
                  </a:rPr>
                  <a:t>OBJECTIVE:</a:t>
                </a:r>
              </a:p>
              <a:p>
                <a:pPr lvl="0">
                  <a:buSzPts val="1400"/>
                </a:pPr>
                <a:endParaRPr lang="en-US" sz="500" b="0" i="0" u="none" strike="noStrike" cap="none" dirty="0">
                  <a:solidFill>
                    <a:schemeClr val="accent2">
                      <a:lumMod val="20000"/>
                      <a:lumOff val="80000"/>
                    </a:schemeClr>
                  </a:solidFill>
                  <a:latin typeface="Cambria Math" panose="02040503050406030204" pitchFamily="18" charset="0"/>
                  <a:ea typeface="Arial"/>
                  <a:cs typeface="Arial"/>
                  <a:sym typeface="Arial"/>
                </a:endParaRPr>
              </a:p>
              <a:p>
                <a:pPr lvl="0">
                  <a:buSzPts val="1400"/>
                </a:pPr>
                <a:r>
                  <a:rPr lang="en-US" sz="1400" b="0" i="0" u="none" strike="noStrike" cap="none" dirty="0">
                    <a:solidFill>
                      <a:schemeClr val="accent2">
                        <a:lumMod val="20000"/>
                        <a:lumOff val="80000"/>
                      </a:schemeClr>
                    </a:solidFill>
                    <a:latin typeface="Cambria Math" panose="02040503050406030204" pitchFamily="18" charset="0"/>
                    <a:ea typeface="Arial"/>
                    <a:cs typeface="Arial"/>
                    <a:sym typeface="Arial"/>
                  </a:rPr>
                  <a:t>At each timestep k, find the control sequence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400" b="0" i="1" u="none" strike="noStrike" cap="none" smtClean="0">
                            <a:solidFill>
                              <a:schemeClr val="accent2">
                                <a:lumMod val="20000"/>
                                <a:lumOff val="80000"/>
                              </a:schemeClr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en-US" sz="1400" b="0" i="1" u="none" strike="noStrike" cap="none" smtClean="0">
                            <a:solidFill>
                              <a:schemeClr val="accent2">
                                <a:lumMod val="20000"/>
                                <a:lumOff val="80000"/>
                              </a:schemeClr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𝑈</m:t>
                        </m:r>
                      </m:e>
                      <m:sup>
                        <m:r>
                          <a:rPr lang="en-US" sz="1400" b="0" i="1" u="none" strike="noStrike" cap="none" smtClean="0">
                            <a:solidFill>
                              <a:schemeClr val="accent2">
                                <a:lumMod val="20000"/>
                                <a:lumOff val="80000"/>
                              </a:schemeClr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∗</m:t>
                        </m:r>
                      </m:sup>
                    </m:sSup>
                    <m:d>
                      <m:dPr>
                        <m:ctrlPr>
                          <a:rPr lang="en-US" sz="1400" b="0" i="1" u="none" strike="noStrike" cap="none" smtClean="0">
                            <a:solidFill>
                              <a:schemeClr val="accent2">
                                <a:lumMod val="20000"/>
                                <a:lumOff val="80000"/>
                              </a:schemeClr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1400" b="0" i="1" u="none" strike="noStrike" cap="none" smtClean="0">
                            <a:solidFill>
                              <a:schemeClr val="accent2">
                                <a:lumMod val="20000"/>
                                <a:lumOff val="80000"/>
                              </a:schemeClr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𝑘</m:t>
                        </m:r>
                        <m:r>
                          <a:rPr lang="en-US" sz="1400" b="0" i="1" u="none" strike="noStrike" cap="none" smtClean="0">
                            <a:solidFill>
                              <a:schemeClr val="accent2">
                                <a:lumMod val="20000"/>
                                <a:lumOff val="80000"/>
                              </a:schemeClr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:</m:t>
                        </m:r>
                        <m:r>
                          <a:rPr lang="en-US" sz="1400" b="0" i="1" u="none" strike="noStrike" cap="none" smtClean="0">
                            <a:solidFill>
                              <a:schemeClr val="accent2">
                                <a:lumMod val="20000"/>
                                <a:lumOff val="80000"/>
                              </a:schemeClr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𝑘</m:t>
                        </m:r>
                        <m:r>
                          <a:rPr lang="en-US" sz="1400" b="0" i="1" u="none" strike="noStrike" cap="none" smtClean="0">
                            <a:solidFill>
                              <a:schemeClr val="accent2">
                                <a:lumMod val="20000"/>
                                <a:lumOff val="80000"/>
                              </a:schemeClr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+</m:t>
                        </m:r>
                        <m:sSub>
                          <m:sSubPr>
                            <m:ctrlPr>
                              <a:rPr lang="en-US" sz="1400" b="0" i="1" u="none" strike="noStrike" cap="none" smtClean="0">
                                <a:solidFill>
                                  <a:schemeClr val="accent2">
                                    <a:lumMod val="20000"/>
                                    <a:lumOff val="80000"/>
                                  </a:schemeClr>
                                </a:solidFill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sSubPr>
                          <m:e>
                            <m:r>
                              <a:rPr lang="en-US" sz="1400" b="0" i="1" u="none" strike="noStrike" cap="none" smtClean="0">
                                <a:solidFill>
                                  <a:schemeClr val="accent2">
                                    <a:lumMod val="20000"/>
                                    <a:lumOff val="80000"/>
                                  </a:schemeClr>
                                </a:solidFill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𝐻</m:t>
                            </m:r>
                          </m:e>
                          <m:sub>
                            <m:r>
                              <a:rPr lang="en-US" sz="1400" b="0" i="1" u="none" strike="noStrike" cap="none" smtClean="0">
                                <a:solidFill>
                                  <a:schemeClr val="accent2">
                                    <a:lumMod val="20000"/>
                                    <a:lumOff val="80000"/>
                                  </a:schemeClr>
                                </a:solidFill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𝑝</m:t>
                            </m:r>
                          </m:sub>
                        </m:sSub>
                        <m:r>
                          <a:rPr lang="en-US" sz="1400" b="0" i="1" u="none" strike="noStrike" cap="none" smtClean="0">
                            <a:solidFill>
                              <a:schemeClr val="accent2">
                                <a:lumMod val="20000"/>
                                <a:lumOff val="80000"/>
                              </a:schemeClr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−1</m:t>
                        </m:r>
                      </m:e>
                    </m:d>
                  </m:oMath>
                </a14:m>
                <a:r>
                  <a:rPr lang="en-US" sz="1400" b="0" i="0" u="none" strike="noStrike" cap="none" dirty="0">
                    <a:solidFill>
                      <a:schemeClr val="accent2">
                        <a:lumMod val="20000"/>
                        <a:lumOff val="80000"/>
                      </a:schemeClr>
                    </a:solidFill>
                    <a:latin typeface="Cambria Math" panose="02040503050406030204" pitchFamily="18" charset="0"/>
                    <a:ea typeface="Arial"/>
                    <a:cs typeface="Arial"/>
                    <a:sym typeface="Arial"/>
                  </a:rPr>
                  <a:t> that minimizes the cost function:</a:t>
                </a:r>
              </a:p>
              <a:p>
                <a:pPr lvl="0">
                  <a:buSzPts val="1400"/>
                </a:pPr>
                <a:endParaRPr lang="en-US" sz="500" b="0" i="0" u="none" strike="noStrike" cap="none" dirty="0">
                  <a:solidFill>
                    <a:schemeClr val="accent2">
                      <a:lumMod val="20000"/>
                      <a:lumOff val="80000"/>
                    </a:schemeClr>
                  </a:solidFill>
                  <a:latin typeface="Cambria Math" panose="02040503050406030204" pitchFamily="18" charset="0"/>
                  <a:ea typeface="Arial"/>
                  <a:cs typeface="Arial"/>
                  <a:sym typeface="Arial"/>
                </a:endParaRPr>
              </a:p>
              <a:p>
                <a:pPr lvl="0">
                  <a:buSzPts val="1400"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>
                          <a:solidFill>
                            <a:schemeClr val="accent2">
                              <a:lumMod val="20000"/>
                              <a:lumOff val="80000"/>
                            </a:schemeClr>
                          </a:solidFill>
                          <a:latin typeface="Cambria Math" panose="02040503050406030204" pitchFamily="18" charset="0"/>
                        </a:rPr>
                        <m:t>J</m:t>
                      </m:r>
                      <m:r>
                        <a:rPr lang="en-US" sz="1400" b="0" i="1" u="none" strike="noStrike" cap="none" smtClean="0">
                          <a:solidFill>
                            <a:schemeClr val="accent2">
                              <a:lumMod val="20000"/>
                              <a:lumOff val="80000"/>
                            </a:schemeClr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=−</m:t>
                      </m:r>
                      <m:sSub>
                        <m:sSubPr>
                          <m:ctrlPr>
                            <a:rPr lang="en-US" sz="1400" b="0" i="1" u="none" strike="noStrike" cap="none" smtClean="0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1400" b="0" i="1" u="none" strike="noStrike" cap="none" smtClean="0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𝛼</m:t>
                          </m:r>
                        </m:e>
                        <m:sub>
                          <m:r>
                            <a:rPr lang="en-US" sz="1400" b="0" i="1" u="none" strike="noStrike" cap="none" smtClean="0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1</m:t>
                          </m:r>
                        </m:sub>
                      </m:sSub>
                      <m:r>
                        <a:rPr lang="en-US" sz="1400" b="0" i="1" u="none" strike="noStrike" cap="none" smtClean="0">
                          <a:solidFill>
                            <a:schemeClr val="accent2">
                              <a:lumMod val="20000"/>
                              <a:lumOff val="80000"/>
                            </a:schemeClr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⋅</m:t>
                      </m:r>
                      <m:sSub>
                        <m:sSubPr>
                          <m:ctrlPr>
                            <a:rPr lang="en-US" sz="1400" b="0" i="1" u="none" strike="noStrike" cap="none" smtClean="0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1400" b="0" i="1" u="none" strike="noStrike" cap="none" smtClean="0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𝐽</m:t>
                          </m:r>
                        </m:e>
                        <m:sub>
                          <m:r>
                            <a:rPr lang="en-US" sz="1400" b="0" i="1" u="none" strike="noStrike" cap="none" smtClean="0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𝑏𝑖𝑜𝑚𝑎𝑠𝑠</m:t>
                          </m:r>
                        </m:sub>
                      </m:sSub>
                      <m:r>
                        <a:rPr lang="en-US" sz="1400" b="0" i="1" u="none" strike="noStrike" cap="none" smtClean="0">
                          <a:solidFill>
                            <a:schemeClr val="accent2">
                              <a:lumMod val="20000"/>
                              <a:lumOff val="80000"/>
                            </a:schemeClr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sSub>
                        <m:sSubPr>
                          <m:ctrlPr>
                            <a:rPr lang="en-US" sz="1400" b="0" i="1" u="none" strike="noStrike" cap="none" smtClean="0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1400" b="0" i="1" u="none" strike="noStrike" cap="none" smtClean="0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𝛼</m:t>
                          </m:r>
                        </m:e>
                        <m:sub>
                          <m:r>
                            <a:rPr lang="en-US" sz="1400" b="0" i="1" u="none" strike="noStrike" cap="none" smtClean="0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2</m:t>
                          </m:r>
                        </m:sub>
                      </m:sSub>
                      <m:r>
                        <a:rPr lang="en-US" sz="1400" b="0" i="1" u="none" strike="noStrike" cap="none" smtClean="0">
                          <a:solidFill>
                            <a:schemeClr val="accent2">
                              <a:lumMod val="20000"/>
                              <a:lumOff val="80000"/>
                            </a:schemeClr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⋅</m:t>
                      </m:r>
                      <m:sSub>
                        <m:sSubPr>
                          <m:ctrlPr>
                            <a:rPr lang="en-US" sz="1400" b="0" i="1" u="none" strike="noStrike" cap="none" smtClean="0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1400" b="0" i="1" u="none" strike="noStrike" cap="none" smtClean="0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𝐽</m:t>
                          </m:r>
                        </m:e>
                        <m:sub>
                          <m:r>
                            <a:rPr lang="en-US" sz="1400" b="0" i="1" u="none" strike="noStrike" cap="none" smtClean="0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𝑤𝑎𝑡𝑒𝑟</m:t>
                          </m:r>
                        </m:sub>
                      </m:sSub>
                      <m:r>
                        <a:rPr lang="en-US" sz="1400" b="0" i="1" u="none" strike="noStrike" cap="none" smtClean="0">
                          <a:solidFill>
                            <a:schemeClr val="accent2">
                              <a:lumMod val="20000"/>
                              <a:lumOff val="80000"/>
                            </a:schemeClr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sSub>
                        <m:sSubPr>
                          <m:ctrlPr>
                            <a:rPr lang="en-US" sz="1400" b="0" i="1" u="none" strike="noStrike" cap="none" smtClean="0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1400" b="0" i="1" u="none" strike="noStrike" cap="none" smtClean="0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𝛼</m:t>
                          </m:r>
                        </m:e>
                        <m:sub>
                          <m:r>
                            <a:rPr lang="en-US" sz="1400" b="0" i="1" u="none" strike="noStrike" cap="none" smtClean="0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3</m:t>
                          </m:r>
                        </m:sub>
                      </m:sSub>
                      <m:r>
                        <a:rPr lang="en-US" sz="1400" b="0" i="1" u="none" strike="noStrike" cap="none" smtClean="0">
                          <a:solidFill>
                            <a:schemeClr val="accent2">
                              <a:lumMod val="20000"/>
                              <a:lumOff val="80000"/>
                            </a:schemeClr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⋅</m:t>
                      </m:r>
                      <m:sSub>
                        <m:sSubPr>
                          <m:ctrlPr>
                            <a:rPr lang="en-US" sz="1400" b="0" i="1" u="none" strike="noStrike" cap="none" smtClean="0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1400" b="0" i="1" u="none" strike="noStrike" cap="none" smtClean="0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𝐽</m:t>
                          </m:r>
                        </m:e>
                        <m:sub>
                          <m:r>
                            <a:rPr lang="en-US" sz="1400" b="0" i="1" u="none" strike="noStrike" cap="none" smtClean="0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𝑑𝑟𝑜𝑢𝑔h𝑡</m:t>
                          </m:r>
                        </m:sub>
                      </m:sSub>
                      <m:r>
                        <a:rPr lang="en-US" sz="1400" b="0" i="1" u="none" strike="noStrike" cap="none" smtClean="0">
                          <a:solidFill>
                            <a:schemeClr val="accent2">
                              <a:lumMod val="20000"/>
                              <a:lumOff val="80000"/>
                            </a:schemeClr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sSub>
                        <m:sSubPr>
                          <m:ctrlPr>
                            <a:rPr lang="en-US" sz="1400" b="0" i="1" u="none" strike="noStrike" cap="none" smtClean="0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1400" b="0" i="1" u="none" strike="noStrike" cap="none" smtClean="0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𝛼</m:t>
                          </m:r>
                        </m:e>
                        <m:sub>
                          <m:r>
                            <a:rPr lang="en-US" sz="1400" b="0" i="1" u="none" strike="noStrike" cap="none" smtClean="0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5</m:t>
                          </m:r>
                        </m:sub>
                      </m:sSub>
                      <m:r>
                        <a:rPr lang="en-US" sz="1400" b="0" i="1" u="none" strike="noStrike" cap="none" smtClean="0">
                          <a:solidFill>
                            <a:schemeClr val="accent2">
                              <a:lumMod val="20000"/>
                              <a:lumOff val="80000"/>
                            </a:schemeClr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 ⋅</m:t>
                      </m:r>
                      <m:sSub>
                        <m:sSubPr>
                          <m:ctrlPr>
                            <a:rPr lang="en-US" sz="1400" b="0" i="1" u="none" strike="noStrike" cap="none" smtClean="0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1400" b="0" i="1" u="none" strike="noStrike" cap="none" smtClean="0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𝐽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400" b="0" i="0" u="none" strike="noStrike" cap="none" smtClean="0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Δu</m:t>
                          </m:r>
                        </m:sub>
                      </m:sSub>
                      <m:r>
                        <a:rPr lang="en-US" sz="1400" b="0" i="1" u="none" strike="noStrike" cap="none" smtClean="0">
                          <a:solidFill>
                            <a:schemeClr val="accent2">
                              <a:lumMod val="20000"/>
                              <a:lumOff val="80000"/>
                            </a:schemeClr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sSub>
                        <m:sSubPr>
                          <m:ctrlPr>
                            <a:rPr lang="en-US" sz="1400" b="0" i="1" u="none" strike="noStrike" cap="none" smtClean="0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1400" b="0" i="1" u="none" strike="noStrike" cap="none" smtClean="0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𝛼</m:t>
                          </m:r>
                        </m:e>
                        <m:sub>
                          <m:r>
                            <a:rPr lang="en-US" sz="1400" b="0" i="1" u="none" strike="noStrike" cap="none" smtClean="0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6</m:t>
                          </m:r>
                        </m:sub>
                      </m:sSub>
                      <m:r>
                        <a:rPr lang="en-US" sz="1400" b="0" i="1" u="none" strike="noStrike" cap="none" smtClean="0">
                          <a:solidFill>
                            <a:schemeClr val="accent2">
                              <a:lumMod val="20000"/>
                              <a:lumOff val="80000"/>
                            </a:schemeClr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⋅</m:t>
                      </m:r>
                      <m:sSub>
                        <m:sSubPr>
                          <m:ctrlPr>
                            <a:rPr lang="en-US" sz="1400" b="0" i="1" u="none" strike="noStrike" cap="none" smtClean="0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1400" b="0" i="1" u="none" strike="noStrike" cap="none" smtClean="0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𝐽</m:t>
                          </m:r>
                        </m:e>
                        <m:sub>
                          <m:r>
                            <a:rPr lang="en-US" sz="1400" b="0" i="1" u="none" strike="noStrike" cap="none" smtClean="0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𝑜𝑣𝑒𝑟𝐹𝐶</m:t>
                          </m:r>
                        </m:sub>
                      </m:sSub>
                    </m:oMath>
                  </m:oMathPara>
                </a14:m>
                <a:endParaRPr lang="en-US" sz="1400" b="0" i="1" u="none" strike="noStrike" cap="none" dirty="0">
                  <a:solidFill>
                    <a:schemeClr val="accent2">
                      <a:lumMod val="20000"/>
                      <a:lumOff val="80000"/>
                    </a:schemeClr>
                  </a:solidFill>
                  <a:latin typeface="Cambria Math" panose="02040503050406030204" pitchFamily="18" charset="0"/>
                  <a:ea typeface="Arial"/>
                  <a:cs typeface="Arial"/>
                  <a:sym typeface="Arial"/>
                </a:endParaRPr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64D46D8-6974-80AC-6806-572AC4896A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0559" y="848415"/>
                <a:ext cx="8457661" cy="942053"/>
              </a:xfrm>
              <a:prstGeom prst="rect">
                <a:avLst/>
              </a:prstGeom>
              <a:blipFill>
                <a:blip r:embed="rId4"/>
                <a:stretch>
                  <a:fillRect l="-216" t="-19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22044BE-444C-7271-5ECD-4E0CCFF3869E}"/>
                  </a:ext>
                </a:extLst>
              </p:cNvPr>
              <p:cNvSpPr txBox="1"/>
              <p:nvPr/>
            </p:nvSpPr>
            <p:spPr>
              <a:xfrm>
                <a:off x="4972050" y="2016832"/>
                <a:ext cx="3816170" cy="99251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>
                  <a:buSzPts val="1400"/>
                </a:pPr>
                <a:r>
                  <a:rPr lang="en-US" sz="1400" b="0" u="none" strike="noStrike" cap="none" dirty="0">
                    <a:solidFill>
                      <a:schemeClr val="accent2">
                        <a:lumMod val="20000"/>
                        <a:lumOff val="80000"/>
                      </a:schemeClr>
                    </a:solidFill>
                    <a:ea typeface="Arial"/>
                    <a:cs typeface="Arial"/>
                    <a:sym typeface="Arial"/>
                  </a:rPr>
                  <a:t>Optimize the maximum-entropy objective: </a:t>
                </a:r>
              </a:p>
              <a:p>
                <a:pPr lvl="0">
                  <a:buSzPts val="1400"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u="none" strike="noStrike" cap="none" smtClean="0">
                          <a:solidFill>
                            <a:schemeClr val="accent2">
                              <a:lumMod val="20000"/>
                              <a:lumOff val="80000"/>
                            </a:schemeClr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𝐽</m:t>
                      </m:r>
                      <m:d>
                        <m:dPr>
                          <m:ctrlPr>
                            <a:rPr lang="en-US" sz="1400" b="0" i="1" u="none" strike="noStrike" cap="none" smtClean="0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1400" b="0" i="1" u="none" strike="noStrike" cap="none" smtClean="0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𝜋</m:t>
                          </m:r>
                        </m:e>
                      </m:d>
                      <m:r>
                        <a:rPr lang="en-US" sz="1400" b="0" i="1" u="none" strike="noStrike" cap="none" smtClean="0">
                          <a:solidFill>
                            <a:schemeClr val="accent2">
                              <a:lumMod val="20000"/>
                              <a:lumOff val="80000"/>
                            </a:schemeClr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1400" b="0" i="1" u="none" strike="noStrike" cap="none" smtClean="0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1400" b="0" i="1" u="none" strike="noStrike" cap="none" smtClean="0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𝔼</m:t>
                          </m:r>
                        </m:e>
                        <m:sub>
                          <m:r>
                            <a:rPr lang="en-US" sz="1400" b="0" i="1" u="none" strike="noStrike" cap="none" smtClean="0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𝑝𝑖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sz="1400" b="0" i="1" u="none" strike="noStrike" cap="none" smtClean="0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ctrlPr>
                                <a:rPr lang="en-US" sz="1400" b="0" i="1" u="none" strike="noStrike" cap="none" smtClean="0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sz="1400" b="0" i="1" u="none" strike="noStrike" cap="none" smtClean="0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𝑘</m:t>
                              </m:r>
                              <m:r>
                                <a:rPr lang="en-US" sz="1400" b="0" i="1" u="none" strike="noStrike" cap="none" smtClean="0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=0</m:t>
                              </m:r>
                            </m:sub>
                            <m:sup>
                              <m:r>
                                <a:rPr lang="en-US" sz="1400" b="0" i="1" u="none" strike="noStrike" cap="none" smtClean="0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𝐾</m:t>
                              </m:r>
                              <m:r>
                                <a:rPr lang="en-US" sz="1400" b="0" i="1" u="none" strike="noStrike" cap="none" smtClean="0">
                                  <a:solidFill>
                                    <a:schemeClr val="accent2">
                                      <a:lumMod val="20000"/>
                                      <a:lumOff val="8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−1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n-US" sz="1400" b="0" i="1" u="none" strike="noStrike" cap="none" smtClean="0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</m:ctrlPr>
                                </m:sSupPr>
                                <m:e>
                                  <m:r>
                                    <a:rPr lang="en-US" sz="1400" b="0" i="1" u="none" strike="noStrike" cap="none" smtClean="0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𝛾</m:t>
                                  </m:r>
                                </m:e>
                                <m:sup>
                                  <m:r>
                                    <a:rPr lang="en-US" sz="1400" b="0" i="1" u="none" strike="noStrike" cap="none" smtClean="0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𝑘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US" sz="1400" b="0" i="1" u="none" strike="noStrike" cap="none" smtClean="0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400" b="0" i="1" u="none" strike="noStrike" cap="none" smtClean="0">
                                          <a:solidFill>
                                            <a:schemeClr val="accent2">
                                              <a:lumMod val="20000"/>
                                              <a:lumOff val="8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cs typeface="Arial"/>
                                          <a:sym typeface="Arial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b="0" i="1" u="none" strike="noStrike" cap="none" smtClean="0">
                                          <a:solidFill>
                                            <a:schemeClr val="accent2">
                                              <a:lumMod val="20000"/>
                                              <a:lumOff val="8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cs typeface="Arial"/>
                                          <a:sym typeface="Arial"/>
                                        </a:rPr>
                                        <m:t>𝑟</m:t>
                                      </m:r>
                                    </m:e>
                                    <m:sub>
                                      <m:r>
                                        <a:rPr lang="en-US" sz="1400" b="0" i="1" u="none" strike="noStrike" cap="none" smtClean="0">
                                          <a:solidFill>
                                            <a:schemeClr val="accent2">
                                              <a:lumMod val="20000"/>
                                              <a:lumOff val="8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cs typeface="Arial"/>
                                          <a:sym typeface="Arial"/>
                                        </a:rPr>
                                        <m:t>𝑘</m:t>
                                      </m:r>
                                    </m:sub>
                                  </m:sSub>
                                  <m:r>
                                    <a:rPr lang="en-US" sz="1400" b="0" i="1" u="none" strike="noStrike" cap="none" smtClean="0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+</m:t>
                                  </m:r>
                                  <m:sSub>
                                    <m:sSubPr>
                                      <m:ctrlPr>
                                        <a:rPr lang="en-US" sz="1400" b="0" i="1" u="none" strike="noStrike" cap="none" smtClean="0">
                                          <a:solidFill>
                                            <a:schemeClr val="accent2">
                                              <a:lumMod val="20000"/>
                                              <a:lumOff val="8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cs typeface="Arial"/>
                                          <a:sym typeface="Arial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b="0" i="1" u="none" strike="noStrike" cap="none" smtClean="0">
                                          <a:solidFill>
                                            <a:schemeClr val="accent2">
                                              <a:lumMod val="20000"/>
                                              <a:lumOff val="8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cs typeface="Arial"/>
                                          <a:sym typeface="Arial"/>
                                        </a:rPr>
                                        <m:t>𝛼</m:t>
                                      </m:r>
                                    </m:e>
                                    <m:sub>
                                      <m:r>
                                        <a:rPr lang="en-US" sz="1400" b="0" i="1" u="none" strike="noStrike" cap="none" smtClean="0">
                                          <a:solidFill>
                                            <a:schemeClr val="accent2">
                                              <a:lumMod val="20000"/>
                                              <a:lumOff val="8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cs typeface="Arial"/>
                                          <a:sym typeface="Arial"/>
                                        </a:rPr>
                                        <m:t>𝑒𝑛𝑡</m:t>
                                      </m:r>
                                    </m:sub>
                                  </m:sSub>
                                  <m:r>
                                    <a:rPr lang="en-US" sz="1400" b="0" i="1" u="none" strike="noStrike" cap="none" smtClean="0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⋅</m:t>
                                  </m:r>
                                  <m:r>
                                    <a:rPr lang="en-US" sz="1400" b="0" i="1" u="none" strike="noStrike" cap="none" smtClean="0">
                                      <a:solidFill>
                                        <a:schemeClr val="accent2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sym typeface="Arial"/>
                                    </a:rPr>
                                    <m:t>ℋ</m:t>
                                  </m:r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en-US" sz="1400" b="0" i="1" u="none" strike="noStrike" cap="none" smtClean="0">
                                          <a:solidFill>
                                            <a:schemeClr val="accent2">
                                              <a:lumMod val="20000"/>
                                              <a:lumOff val="8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sym typeface="Arial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400" b="0" i="1" u="none" strike="noStrike" cap="none" smtClean="0">
                                          <a:solidFill>
                                            <a:schemeClr val="accent2">
                                              <a:lumMod val="20000"/>
                                              <a:lumOff val="8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sym typeface="Arial"/>
                                        </a:rPr>
                                        <m:t>𝜋</m:t>
                                      </m:r>
                                      <m:d>
                                        <m:dPr>
                                          <m:ctrlPr>
                                            <a:rPr lang="en-US" sz="1400" b="0" i="1" u="none" strike="noStrike" cap="none" smtClean="0">
                                              <a:solidFill>
                                                <a:schemeClr val="accent2">
                                                  <a:lumMod val="20000"/>
                                                  <a:lumOff val="80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sym typeface="Arial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1400" b="0" i="1" u="none" strike="noStrike" cap="none" smtClean="0">
                                              <a:solidFill>
                                                <a:schemeClr val="accent2">
                                                  <a:lumMod val="20000"/>
                                                  <a:lumOff val="80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sym typeface="Arial"/>
                                            </a:rPr>
                                            <m:t>⋅|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US" sz="1400" b="0" i="1" u="none" strike="noStrike" cap="none" smtClean="0">
                                                  <a:solidFill>
                                                    <a:schemeClr val="accent2">
                                                      <a:lumMod val="20000"/>
                                                      <a:lumOff val="8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  <a:sym typeface="Arial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400" b="0" i="1" u="none" strike="noStrike" cap="none" smtClean="0">
                                                  <a:solidFill>
                                                    <a:schemeClr val="accent2">
                                                      <a:lumMod val="20000"/>
                                                      <a:lumOff val="8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  <a:sym typeface="Arial"/>
                                                </a:rPr>
                                                <m:t>𝑠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400" b="0" i="1" u="none" strike="noStrike" cap="none" smtClean="0">
                                                  <a:solidFill>
                                                    <a:schemeClr val="accent2">
                                                      <a:lumMod val="20000"/>
                                                      <a:lumOff val="8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  <a:sym typeface="Arial"/>
                                                </a:rPr>
                                                <m:t>𝑘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e>
                                  </m:d>
                                </m:e>
                              </m:d>
                            </m:e>
                          </m:nary>
                        </m:e>
                      </m:d>
                    </m:oMath>
                  </m:oMathPara>
                </a14:m>
                <a:endParaRPr lang="en-US" sz="1400" b="0" i="1" u="none" strike="noStrike" cap="none" dirty="0">
                  <a:solidFill>
                    <a:schemeClr val="accent2">
                      <a:lumMod val="20000"/>
                      <a:lumOff val="80000"/>
                    </a:schemeClr>
                  </a:solidFill>
                  <a:latin typeface="Cambria Math" panose="02040503050406030204" pitchFamily="18" charset="0"/>
                  <a:cs typeface="Arial"/>
                  <a:sym typeface="Arial"/>
                </a:endParaRPr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22044BE-444C-7271-5ECD-4E0CCFF386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72050" y="2016832"/>
                <a:ext cx="3816170" cy="992516"/>
              </a:xfrm>
              <a:prstGeom prst="rect">
                <a:avLst/>
              </a:prstGeom>
              <a:blipFill>
                <a:blip r:embed="rId5"/>
                <a:stretch>
                  <a:fillRect l="-479" t="-12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Google Shape;178;p3">
            <a:extLst>
              <a:ext uri="{FF2B5EF4-FFF2-40B4-BE49-F238E27FC236}">
                <a16:creationId xmlns:a16="http://schemas.microsoft.com/office/drawing/2014/main" id="{E7D81F93-C64B-AAB0-29A8-F1B1870DE937}"/>
              </a:ext>
            </a:extLst>
          </p:cNvPr>
          <p:cNvSpPr txBox="1"/>
          <p:nvPr/>
        </p:nvSpPr>
        <p:spPr>
          <a:xfrm>
            <a:off x="8485809" y="4800600"/>
            <a:ext cx="391491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dirty="0">
                <a:solidFill>
                  <a:schemeClr val="lt2"/>
                </a:solidFill>
              </a:rPr>
              <a:t>11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1">
          <a:extLst>
            <a:ext uri="{FF2B5EF4-FFF2-40B4-BE49-F238E27FC236}">
              <a16:creationId xmlns:a16="http://schemas.microsoft.com/office/drawing/2014/main" id="{8C2FB4D1-8BDA-9A35-59F3-C707AE6E94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12">
            <a:extLst>
              <a:ext uri="{FF2B5EF4-FFF2-40B4-BE49-F238E27FC236}">
                <a16:creationId xmlns:a16="http://schemas.microsoft.com/office/drawing/2014/main" id="{E8DF3163-B7B2-6D7E-8D15-5D74AAF720B8}"/>
              </a:ext>
            </a:extLst>
          </p:cNvPr>
          <p:cNvSpPr txBox="1"/>
          <p:nvPr/>
        </p:nvSpPr>
        <p:spPr>
          <a:xfrm>
            <a:off x="281940" y="310204"/>
            <a:ext cx="8511540" cy="52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>
              <a:buClr>
                <a:schemeClr val="lt1"/>
              </a:buClr>
              <a:buSzPts val="2667"/>
            </a:pPr>
            <a:r>
              <a:rPr lang="en-US" sz="3000" b="1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RL Controller Network Architecture </a:t>
            </a:r>
            <a:endParaRPr sz="3000" b="1" i="0" u="none" strike="noStrike" cap="none" dirty="0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" name="Google Shape;178;p3">
            <a:extLst>
              <a:ext uri="{FF2B5EF4-FFF2-40B4-BE49-F238E27FC236}">
                <a16:creationId xmlns:a16="http://schemas.microsoft.com/office/drawing/2014/main" id="{929C2E2B-8CC0-8990-3350-883BB478B470}"/>
              </a:ext>
            </a:extLst>
          </p:cNvPr>
          <p:cNvSpPr txBox="1"/>
          <p:nvPr/>
        </p:nvSpPr>
        <p:spPr>
          <a:xfrm>
            <a:off x="8485809" y="4800600"/>
            <a:ext cx="391491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dirty="0">
                <a:solidFill>
                  <a:schemeClr val="lt2"/>
                </a:solidFill>
              </a:rPr>
              <a:t>12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1013241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231">
          <a:extLst>
            <a:ext uri="{FF2B5EF4-FFF2-40B4-BE49-F238E27FC236}">
              <a16:creationId xmlns:a16="http://schemas.microsoft.com/office/drawing/2014/main" id="{C0BA1692-00C5-A2AF-6B15-A149ED3FF4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12">
            <a:extLst>
              <a:ext uri="{FF2B5EF4-FFF2-40B4-BE49-F238E27FC236}">
                <a16:creationId xmlns:a16="http://schemas.microsoft.com/office/drawing/2014/main" id="{E9929460-548C-2857-1C24-679822667FCB}"/>
              </a:ext>
            </a:extLst>
          </p:cNvPr>
          <p:cNvSpPr txBox="1"/>
          <p:nvPr/>
        </p:nvSpPr>
        <p:spPr>
          <a:xfrm>
            <a:off x="281940" y="310204"/>
            <a:ext cx="8511540" cy="52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>
              <a:buClr>
                <a:schemeClr val="lt1"/>
              </a:buClr>
              <a:buSzPts val="2667"/>
            </a:pPr>
            <a:r>
              <a:rPr lang="en-US" sz="3000" b="1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RL Controller Training Dynamics</a:t>
            </a:r>
            <a:endParaRPr sz="3000" b="1" i="0" u="none" strike="noStrike" cap="none" dirty="0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" name="Google Shape;178;p3">
            <a:extLst>
              <a:ext uri="{FF2B5EF4-FFF2-40B4-BE49-F238E27FC236}">
                <a16:creationId xmlns:a16="http://schemas.microsoft.com/office/drawing/2014/main" id="{07B69405-ABBD-7D9C-ACD3-17E5A06B8107}"/>
              </a:ext>
            </a:extLst>
          </p:cNvPr>
          <p:cNvSpPr txBox="1"/>
          <p:nvPr/>
        </p:nvSpPr>
        <p:spPr>
          <a:xfrm>
            <a:off x="8485809" y="4800600"/>
            <a:ext cx="391491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dirty="0">
                <a:solidFill>
                  <a:schemeClr val="lt2"/>
                </a:solidFill>
              </a:rPr>
              <a:t>13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8080921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3400">
        <p14:reveal/>
      </p:transition>
    </mc:Choice>
    <mc:Fallback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18"/>
          <p:cNvSpPr txBox="1">
            <a:spLocks noGrp="1"/>
          </p:cNvSpPr>
          <p:nvPr>
            <p:ph type="title"/>
          </p:nvPr>
        </p:nvSpPr>
        <p:spPr>
          <a:xfrm>
            <a:off x="352425" y="306434"/>
            <a:ext cx="6929157" cy="8737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88888"/>
              <a:buFont typeface="Arial"/>
              <a:buNone/>
            </a:pPr>
            <a:r>
              <a:rPr lang="en-US" sz="300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Primary Results: Yield and Soil Moisture</a:t>
            </a:r>
            <a:endParaRPr sz="3000" dirty="0">
              <a:solidFill>
                <a:srgbClr val="FFFFFF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5" name="Chart 0">
            <a:extLst>
              <a:ext uri="{FF2B5EF4-FFF2-40B4-BE49-F238E27FC236}">
                <a16:creationId xmlns:a16="http://schemas.microsoft.com/office/drawing/2014/main" id="{DFF86C87-807B-1466-31A9-11406460E76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98769588"/>
              </p:ext>
            </p:extLst>
          </p:nvPr>
        </p:nvGraphicFramePr>
        <p:xfrm>
          <a:off x="411480" y="1094502"/>
          <a:ext cx="4071620" cy="209008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9" name="Chart 0">
            <a:extLst>
              <a:ext uri="{FF2B5EF4-FFF2-40B4-BE49-F238E27FC236}">
                <a16:creationId xmlns:a16="http://schemas.microsoft.com/office/drawing/2014/main" id="{B2C96252-8269-9A62-3196-662F6ECBAB3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46452571"/>
              </p:ext>
            </p:extLst>
          </p:nvPr>
        </p:nvGraphicFramePr>
        <p:xfrm>
          <a:off x="4660902" y="1094501"/>
          <a:ext cx="3632198" cy="182014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11" name="Chart 0">
            <a:extLst>
              <a:ext uri="{FF2B5EF4-FFF2-40B4-BE49-F238E27FC236}">
                <a16:creationId xmlns:a16="http://schemas.microsoft.com/office/drawing/2014/main" id="{909817CE-6C0F-11BB-1772-AA62A30107A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46198816"/>
              </p:ext>
            </p:extLst>
          </p:nvPr>
        </p:nvGraphicFramePr>
        <p:xfrm>
          <a:off x="4705352" y="2980451"/>
          <a:ext cx="3587748" cy="176934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mc:AlternateContent xmlns:mc="http://schemas.openxmlformats.org/markup-compatibility/2006">
        <mc:Choice xmlns:a14="http://schemas.microsoft.com/office/drawing/2010/main" Requires="a14">
          <p:sp>
            <p:nvSpPr>
              <p:cNvPr id="13" name="Rectangle: Rounded Corners 12">
                <a:extLst>
                  <a:ext uri="{FF2B5EF4-FFF2-40B4-BE49-F238E27FC236}">
                    <a16:creationId xmlns:a16="http://schemas.microsoft.com/office/drawing/2014/main" id="{1C86CF23-6790-FCD6-637F-1B974C48CF5B}"/>
                  </a:ext>
                </a:extLst>
              </p:cNvPr>
              <p:cNvSpPr/>
              <p:nvPr/>
            </p:nvSpPr>
            <p:spPr>
              <a:xfrm>
                <a:off x="1115627" y="3360267"/>
                <a:ext cx="2663325" cy="357124"/>
              </a:xfrm>
              <a:prstGeom prst="roundRect">
                <a:avLst>
                  <a:gd name="adj" fmla="val 40258"/>
                </a:avLst>
              </a:prstGeom>
              <a:noFill/>
              <a:ln>
                <a:solidFill>
                  <a:schemeClr val="bg1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50" b="0" i="1" smtClean="0">
                          <a:solidFill>
                            <a:schemeClr val="accent2">
                              <a:lumMod val="20000"/>
                              <a:lumOff val="80000"/>
                            </a:schemeClr>
                          </a:solidFill>
                          <a:latin typeface="Cambria Math" panose="02040503050406030204" pitchFamily="18" charset="0"/>
                        </a:rPr>
                        <m:t>𝑦𝑖𝑒𝑙𝑑</m:t>
                      </m:r>
                      <m:r>
                        <a:rPr lang="en-US" sz="1250" b="0" i="1" smtClean="0">
                          <a:solidFill>
                            <a:schemeClr val="accent2">
                              <a:lumMod val="20000"/>
                              <a:lumOff val="8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250" b="0" i="1" smtClean="0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50" b="0" i="1" smtClean="0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1250" b="0" i="1" smtClean="0">
                              <a:solidFill>
                                <a:schemeClr val="accent2">
                                  <a:lumMod val="20000"/>
                                  <a:lumOff val="8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r>
                        <a:rPr lang="en-US" sz="1250" b="0" i="1" smtClean="0">
                          <a:solidFill>
                            <a:schemeClr val="accent2">
                              <a:lumMod val="20000"/>
                              <a:lumOff val="80000"/>
                            </a:schemeClr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sz="1250" b="0" i="1" smtClean="0">
                          <a:solidFill>
                            <a:schemeClr val="accent2">
                              <a:lumMod val="20000"/>
                              <a:lumOff val="80000"/>
                            </a:schemeClr>
                          </a:solidFill>
                          <a:latin typeface="Cambria Math" panose="02040503050406030204" pitchFamily="18" charset="0"/>
                        </a:rPr>
                        <m:t>𝐻𝐼</m:t>
                      </m:r>
                      <m:r>
                        <a:rPr lang="en-US" sz="1250" b="0" i="1" smtClean="0">
                          <a:solidFill>
                            <a:schemeClr val="accent2">
                              <a:lumMod val="20000"/>
                              <a:lumOff val="80000"/>
                            </a:schemeClr>
                          </a:solidFill>
                          <a:latin typeface="Cambria Math" panose="02040503050406030204" pitchFamily="18" charset="0"/>
                        </a:rPr>
                        <m:t>⋅10</m:t>
                      </m:r>
                    </m:oMath>
                  </m:oMathPara>
                </a14:m>
                <a:endParaRPr lang="en-US" sz="1250" b="0" i="1" dirty="0">
                  <a:solidFill>
                    <a:schemeClr val="accent2">
                      <a:lumMod val="20000"/>
                      <a:lumOff val="80000"/>
                    </a:schemeClr>
                  </a:solidFill>
                  <a:latin typeface="Times New Roman" panose="02020603050405020304" pitchFamily="18" charset="0"/>
                  <a:ea typeface="Tahoma" panose="020B060403050404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3" name="Rectangle: Rounded Corners 12">
                <a:extLst>
                  <a:ext uri="{FF2B5EF4-FFF2-40B4-BE49-F238E27FC236}">
                    <a16:creationId xmlns:a16="http://schemas.microsoft.com/office/drawing/2014/main" id="{1C86CF23-6790-FCD6-637F-1B974C48CF5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5627" y="3360267"/>
                <a:ext cx="2663325" cy="357124"/>
              </a:xfrm>
              <a:prstGeom prst="roundRect">
                <a:avLst>
                  <a:gd name="adj" fmla="val 40258"/>
                </a:avLst>
              </a:prstGeom>
              <a:blipFill>
                <a:blip r:embed="rId7"/>
                <a:stretch>
                  <a:fillRect/>
                </a:stretch>
              </a:blipFill>
              <a:ln>
                <a:solidFill>
                  <a:schemeClr val="bg1">
                    <a:lumMod val="20000"/>
                    <a:lumOff val="8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Google Shape;178;p3">
            <a:extLst>
              <a:ext uri="{FF2B5EF4-FFF2-40B4-BE49-F238E27FC236}">
                <a16:creationId xmlns:a16="http://schemas.microsoft.com/office/drawing/2014/main" id="{F6CDB150-D97A-B75E-0DCE-1DCF069D56E8}"/>
              </a:ext>
            </a:extLst>
          </p:cNvPr>
          <p:cNvSpPr txBox="1"/>
          <p:nvPr/>
        </p:nvSpPr>
        <p:spPr>
          <a:xfrm>
            <a:off x="8485809" y="4800600"/>
            <a:ext cx="391491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dirty="0">
                <a:solidFill>
                  <a:schemeClr val="lt2"/>
                </a:solidFill>
              </a:rPr>
              <a:t>14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6EF23783-EFE8-24BF-2718-CCBD06D0BA28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2084" t="1388" r="1250"/>
          <a:stretch>
            <a:fillRect/>
          </a:stretch>
        </p:blipFill>
        <p:spPr>
          <a:xfrm>
            <a:off x="7389470" y="-523472"/>
            <a:ext cx="4944439" cy="2774143"/>
          </a:xfrm>
          <a:prstGeom prst="roundRect">
            <a:avLst>
              <a:gd name="adj" fmla="val 5527"/>
            </a:avLst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7">
          <a:extLst>
            <a:ext uri="{FF2B5EF4-FFF2-40B4-BE49-F238E27FC236}">
              <a16:creationId xmlns:a16="http://schemas.microsoft.com/office/drawing/2014/main" id="{61835D21-34F7-8F9A-EDE6-7B0A735D28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18">
            <a:extLst>
              <a:ext uri="{FF2B5EF4-FFF2-40B4-BE49-F238E27FC236}">
                <a16:creationId xmlns:a16="http://schemas.microsoft.com/office/drawing/2014/main" id="{A929A359-7DE6-153B-0217-9D3BA267EB8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52425" y="306434"/>
            <a:ext cx="6929157" cy="8737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88888"/>
              <a:buFont typeface="Arial"/>
              <a:buNone/>
            </a:pPr>
            <a:r>
              <a:rPr lang="en-US" sz="300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Primary Results: Water Use, latency, </a:t>
            </a:r>
            <a:r>
              <a:rPr lang="en-US" sz="3000" dirty="0">
                <a:solidFill>
                  <a:srgbClr val="FFFFFF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∆u</a:t>
            </a:r>
            <a:endParaRPr sz="3000" dirty="0">
              <a:solidFill>
                <a:srgbClr val="FFFFFF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55631AA-1596-0FEC-ECCE-191BAA686D71}"/>
              </a:ext>
            </a:extLst>
          </p:cNvPr>
          <p:cNvSpPr txBox="1"/>
          <p:nvPr/>
        </p:nvSpPr>
        <p:spPr>
          <a:xfrm>
            <a:off x="2286000" y="2105161"/>
            <a:ext cx="457200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results (maybe more than one slide): yield, water used, number of drought and waterlog days, soil moisture level plots, latency, mean delta u</a:t>
            </a:r>
          </a:p>
        </p:txBody>
      </p:sp>
      <p:sp>
        <p:nvSpPr>
          <p:cNvPr id="4" name="Google Shape;178;p3">
            <a:extLst>
              <a:ext uri="{FF2B5EF4-FFF2-40B4-BE49-F238E27FC236}">
                <a16:creationId xmlns:a16="http://schemas.microsoft.com/office/drawing/2014/main" id="{1B3E1885-A3C9-9E80-5CA2-89B2BB6BE254}"/>
              </a:ext>
            </a:extLst>
          </p:cNvPr>
          <p:cNvSpPr txBox="1"/>
          <p:nvPr/>
        </p:nvSpPr>
        <p:spPr>
          <a:xfrm>
            <a:off x="8485809" y="4800600"/>
            <a:ext cx="391491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dirty="0">
                <a:solidFill>
                  <a:schemeClr val="lt2"/>
                </a:solidFill>
              </a:rPr>
              <a:t>15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0D9D98C-FBA8-C5DE-5889-17B6D8B8F1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678" y="1351352"/>
            <a:ext cx="7821637" cy="270039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FC3DA2F-C9A5-9A96-1E6F-285EBD3B6C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66900" y="2738672"/>
            <a:ext cx="9144000" cy="30988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74425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37">
          <a:extLst>
            <a:ext uri="{FF2B5EF4-FFF2-40B4-BE49-F238E27FC236}">
              <a16:creationId xmlns:a16="http://schemas.microsoft.com/office/drawing/2014/main" id="{E486BA78-BD38-BB63-7F81-FA2FEABF1F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18">
            <a:extLst>
              <a:ext uri="{FF2B5EF4-FFF2-40B4-BE49-F238E27FC236}">
                <a16:creationId xmlns:a16="http://schemas.microsoft.com/office/drawing/2014/main" id="{3C8C8698-FE62-D86D-11FF-2C7F6D0A152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306435"/>
            <a:ext cx="6824382" cy="9503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88888"/>
              <a:buFont typeface="Arial"/>
              <a:buNone/>
            </a:pPr>
            <a:r>
              <a:rPr lang="en-US" sz="3000" dirty="0">
                <a:solidFill>
                  <a:srgbClr val="FFFFFF"/>
                </a:solidFill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Robustness to Noise</a:t>
            </a:r>
            <a:endParaRPr sz="3000" dirty="0">
              <a:solidFill>
                <a:srgbClr val="FFFFFF"/>
              </a:solidFill>
              <a:latin typeface="Times New Roman" panose="02020603050405020304" pitchFamily="18" charset="0"/>
              <a:ea typeface="Tahom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3" name="Google Shape;178;p3">
            <a:extLst>
              <a:ext uri="{FF2B5EF4-FFF2-40B4-BE49-F238E27FC236}">
                <a16:creationId xmlns:a16="http://schemas.microsoft.com/office/drawing/2014/main" id="{45F9DA53-2222-CCFB-CA5E-A11A13F4E70B}"/>
              </a:ext>
            </a:extLst>
          </p:cNvPr>
          <p:cNvSpPr txBox="1"/>
          <p:nvPr/>
        </p:nvSpPr>
        <p:spPr>
          <a:xfrm>
            <a:off x="8485809" y="4800600"/>
            <a:ext cx="391491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dirty="0">
                <a:solidFill>
                  <a:schemeClr val="lt2"/>
                </a:solidFill>
              </a:rPr>
              <a:t>16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9056243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20000"/>
            <a:lumOff val="80000"/>
          </a:schemeClr>
        </a:solidFill>
        <a:effectLst/>
      </p:bgPr>
    </p:bg>
    <p:spTree>
      <p:nvGrpSpPr>
        <p:cNvPr id="1" name="Shape 237">
          <a:extLst>
            <a:ext uri="{FF2B5EF4-FFF2-40B4-BE49-F238E27FC236}">
              <a16:creationId xmlns:a16="http://schemas.microsoft.com/office/drawing/2014/main" id="{D831D6FE-3A4E-0A21-28C5-D011556E3E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18">
            <a:extLst>
              <a:ext uri="{FF2B5EF4-FFF2-40B4-BE49-F238E27FC236}">
                <a16:creationId xmlns:a16="http://schemas.microsoft.com/office/drawing/2014/main" id="{EC6D6B40-4960-4B2C-4684-2C7CF145237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306434"/>
            <a:ext cx="6824382" cy="8737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88888"/>
              <a:buFont typeface="Arial"/>
              <a:buNone/>
            </a:pPr>
            <a:r>
              <a:rPr lang="en-US" sz="300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Primary Results</a:t>
            </a:r>
            <a:endParaRPr sz="3000" dirty="0">
              <a:solidFill>
                <a:srgbClr val="FFFFFF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9" name="Google Shape;239;p18">
            <a:extLst>
              <a:ext uri="{FF2B5EF4-FFF2-40B4-BE49-F238E27FC236}">
                <a16:creationId xmlns:a16="http://schemas.microsoft.com/office/drawing/2014/main" id="{783577F9-1E24-33D1-0452-C3EFA1ECBFAD}"/>
              </a:ext>
            </a:extLst>
          </p:cNvPr>
          <p:cNvSpPr txBox="1"/>
          <p:nvPr/>
        </p:nvSpPr>
        <p:spPr>
          <a:xfrm>
            <a:off x="8496300" y="4800600"/>
            <a:ext cx="38100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  <a:endParaRPr sz="1400" b="0" i="0" u="none" strike="noStrike" cap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4A21C30-FD83-59C7-2D2F-4784C71867D9}"/>
              </a:ext>
            </a:extLst>
          </p:cNvPr>
          <p:cNvSpPr txBox="1"/>
          <p:nvPr/>
        </p:nvSpPr>
        <p:spPr>
          <a:xfrm>
            <a:off x="2286000" y="2105161"/>
            <a:ext cx="457200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results (maybe more than one slide): yield, water used, number of drought and waterlog days, soil moisture level plots, latency, mean delta u</a:t>
            </a:r>
          </a:p>
        </p:txBody>
      </p:sp>
    </p:spTree>
    <p:extLst>
      <p:ext uri="{BB962C8B-B14F-4D97-AF65-F5344CB8AC3E}">
        <p14:creationId xmlns:p14="http://schemas.microsoft.com/office/powerpoint/2010/main" val="41874393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duotone>
              <a:prstClr val="black"/>
              <a:schemeClr val="accent1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GlowEdges smoothness="1"/>
                    </a14:imgEffect>
                    <a14:imgEffect>
                      <a14:colorTemperature colorTemp="11200"/>
                    </a14:imgEffect>
                    <a14:imgEffect>
                      <a14:saturation sat="0"/>
                    </a14:imgEffect>
                  </a14:imgLayer>
                </a14:imgProps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4"/>
          <p:cNvSpPr txBox="1">
            <a:spLocks noGrp="1"/>
          </p:cNvSpPr>
          <p:nvPr>
            <p:ph type="title"/>
          </p:nvPr>
        </p:nvSpPr>
        <p:spPr>
          <a:xfrm>
            <a:off x="193412" y="268335"/>
            <a:ext cx="6824382" cy="527284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ctr" anchorCtr="0">
            <a:noAutofit/>
          </a:bodyPr>
          <a:lstStyle/>
          <a:p>
            <a:r>
              <a:rPr lang="en-US" sz="3000" dirty="0">
                <a:solidFill>
                  <a:schemeClr val="lt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Conclusion</a:t>
            </a:r>
          </a:p>
        </p:txBody>
      </p:sp>
      <p:sp>
        <p:nvSpPr>
          <p:cNvPr id="252" name="Google Shape;252;p24"/>
          <p:cNvSpPr txBox="1"/>
          <p:nvPr/>
        </p:nvSpPr>
        <p:spPr>
          <a:xfrm>
            <a:off x="8496300" y="4800601"/>
            <a:ext cx="381000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buClr>
                <a:srgbClr val="000000"/>
              </a:buClr>
              <a:buSzPts val="1400"/>
            </a:pPr>
            <a:r>
              <a:rPr lang="en-US">
                <a:solidFill>
                  <a:schemeClr val="lt2"/>
                </a:solidFill>
              </a:rPr>
              <a:t>13</a:t>
            </a:r>
            <a:endParaRPr lang="en-US" dirty="0">
              <a:solidFill>
                <a:schemeClr val="lt2"/>
              </a:solidFill>
            </a:endParaRPr>
          </a:p>
        </p:txBody>
      </p:sp>
      <p:sp>
        <p:nvSpPr>
          <p:cNvPr id="253" name="Google Shape;253;p24"/>
          <p:cNvSpPr txBox="1"/>
          <p:nvPr/>
        </p:nvSpPr>
        <p:spPr>
          <a:xfrm>
            <a:off x="316300" y="1192213"/>
            <a:ext cx="8234100" cy="321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189" indent="-355591">
              <a:lnSpc>
                <a:spcPct val="115000"/>
              </a:lnSpc>
              <a:spcBef>
                <a:spcPts val="1000"/>
              </a:spcBef>
              <a:buClr>
                <a:srgbClr val="EFEFEF"/>
              </a:buClr>
              <a:buSzPts val="2000"/>
              <a:buFont typeface="Times New Roman"/>
              <a:buChar char="➢"/>
            </a:pPr>
            <a:r>
              <a:rPr lang="en-US" sz="2000">
                <a:solidFill>
                  <a:srgbClr val="EFEFE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</a:t>
            </a:r>
          </a:p>
          <a:p>
            <a:pPr marL="457189" indent="-355591">
              <a:lnSpc>
                <a:spcPct val="115000"/>
              </a:lnSpc>
              <a:spcBef>
                <a:spcPts val="1000"/>
              </a:spcBef>
              <a:buClr>
                <a:srgbClr val="EFEFEF"/>
              </a:buClr>
              <a:buSzPts val="2000"/>
              <a:buFont typeface="Times New Roman"/>
              <a:buChar char="➢"/>
            </a:pPr>
            <a:r>
              <a:rPr lang="en-US" sz="2000">
                <a:solidFill>
                  <a:srgbClr val="EFEFE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</a:t>
            </a:r>
          </a:p>
          <a:p>
            <a:pPr marL="457189" indent="-355591">
              <a:lnSpc>
                <a:spcPct val="115000"/>
              </a:lnSpc>
              <a:spcBef>
                <a:spcPts val="1000"/>
              </a:spcBef>
              <a:buClr>
                <a:srgbClr val="EFEFEF"/>
              </a:buClr>
              <a:buSzPts val="2000"/>
              <a:buFont typeface="Times New Roman"/>
              <a:buChar char="➢"/>
            </a:pPr>
            <a:endParaRPr lang="en-US" sz="2000" dirty="0">
              <a:solidFill>
                <a:srgbClr val="EFEFE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  <a:duotone>
              <a:prstClr val="black"/>
              <a:schemeClr val="accent3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GlowEdges/>
                    </a14:imgEffect>
                  </a14:imgLayer>
                </a14:imgProps>
              </a:ext>
            </a:extLst>
          </a:blip>
          <a:stretch>
            <a:fillRect/>
          </a:stretch>
        </a:blipFill>
        <a:effectLst/>
      </p:bgPr>
    </p:bg>
    <p:spTree>
      <p:nvGrpSpPr>
        <p:cNvPr id="1" name="Shape 250">
          <a:extLst>
            <a:ext uri="{FF2B5EF4-FFF2-40B4-BE49-F238E27FC236}">
              <a16:creationId xmlns:a16="http://schemas.microsoft.com/office/drawing/2014/main" id="{FAE5591E-ECCB-76DC-D927-FEC3ED376C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4">
            <a:extLst>
              <a:ext uri="{FF2B5EF4-FFF2-40B4-BE49-F238E27FC236}">
                <a16:creationId xmlns:a16="http://schemas.microsoft.com/office/drawing/2014/main" id="{973C1FE7-2973-9C64-214F-E8255D18991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93412" y="268335"/>
            <a:ext cx="6824382" cy="5272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rPr lang="en-US" sz="3000">
                <a:solidFill>
                  <a:schemeClr val="lt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Conclusion</a:t>
            </a:r>
            <a:endParaRPr sz="3000">
              <a:solidFill>
                <a:schemeClr val="lt2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52" name="Google Shape;252;p24">
            <a:extLst>
              <a:ext uri="{FF2B5EF4-FFF2-40B4-BE49-F238E27FC236}">
                <a16:creationId xmlns:a16="http://schemas.microsoft.com/office/drawing/2014/main" id="{EC86B11F-6607-B1BD-89F6-FFC0FE69C7C3}"/>
              </a:ext>
            </a:extLst>
          </p:cNvPr>
          <p:cNvSpPr txBox="1"/>
          <p:nvPr/>
        </p:nvSpPr>
        <p:spPr>
          <a:xfrm>
            <a:off x="8496300" y="4800600"/>
            <a:ext cx="38100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  <a:endParaRPr sz="1400" b="0" i="0" u="none" strike="noStrike" cap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3" name="Google Shape;253;p24">
            <a:extLst>
              <a:ext uri="{FF2B5EF4-FFF2-40B4-BE49-F238E27FC236}">
                <a16:creationId xmlns:a16="http://schemas.microsoft.com/office/drawing/2014/main" id="{345EF6DE-F9D2-0788-8DA9-B889425B19F8}"/>
              </a:ext>
            </a:extLst>
          </p:cNvPr>
          <p:cNvSpPr txBox="1"/>
          <p:nvPr/>
        </p:nvSpPr>
        <p:spPr>
          <a:xfrm>
            <a:off x="316300" y="1192213"/>
            <a:ext cx="8234100" cy="321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-3556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EFEFEF"/>
              </a:buClr>
              <a:buSzPts val="2000"/>
              <a:buFont typeface="Times New Roman"/>
              <a:buChar char="➢"/>
            </a:pPr>
            <a:r>
              <a:rPr lang="en-US" sz="2000" dirty="0">
                <a:solidFill>
                  <a:srgbClr val="EFEFE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</a:t>
            </a:r>
            <a:endParaRPr sz="2000" b="0" i="0" u="none" strike="noStrike" cap="none" dirty="0">
              <a:solidFill>
                <a:srgbClr val="EFEFE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marR="0" lvl="0" indent="-3556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EFEFEF"/>
              </a:buClr>
              <a:buSzPts val="2000"/>
              <a:buFont typeface="Times New Roman"/>
              <a:buChar char="➢"/>
            </a:pPr>
            <a:r>
              <a:rPr lang="en-US" sz="2000" b="0" i="0" u="none" strike="noStrike" cap="none" dirty="0">
                <a:solidFill>
                  <a:srgbClr val="EFEFE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</a:t>
            </a:r>
            <a:endParaRPr sz="2000" b="0" i="0" u="none" strike="noStrike" cap="none" dirty="0">
              <a:solidFill>
                <a:srgbClr val="EFEFE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marR="0" lvl="0" indent="-3556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EFEFEF"/>
              </a:buClr>
              <a:buSzPts val="2000"/>
              <a:buFont typeface="Times New Roman"/>
              <a:buChar char="➢"/>
            </a:pPr>
            <a:endParaRPr sz="2000" b="0" i="0" u="none" strike="noStrike" cap="none" dirty="0">
              <a:solidFill>
                <a:srgbClr val="EFEFE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1656721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4"/>
          <p:cNvSpPr txBox="1">
            <a:spLocks noGrp="1"/>
          </p:cNvSpPr>
          <p:nvPr>
            <p:ph type="title"/>
          </p:nvPr>
        </p:nvSpPr>
        <p:spPr>
          <a:xfrm>
            <a:off x="193412" y="268335"/>
            <a:ext cx="6824382" cy="5272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rPr lang="en-US" sz="3000">
                <a:solidFill>
                  <a:schemeClr val="lt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Conclusion</a:t>
            </a:r>
            <a:endParaRPr sz="3000">
              <a:solidFill>
                <a:schemeClr val="lt2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52" name="Google Shape;252;p24"/>
          <p:cNvSpPr txBox="1"/>
          <p:nvPr/>
        </p:nvSpPr>
        <p:spPr>
          <a:xfrm>
            <a:off x="8496300" y="4800600"/>
            <a:ext cx="38100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  <a:endParaRPr sz="1400" b="0" i="0" u="none" strike="noStrike" cap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3" name="Google Shape;253;p24"/>
          <p:cNvSpPr txBox="1"/>
          <p:nvPr/>
        </p:nvSpPr>
        <p:spPr>
          <a:xfrm>
            <a:off x="316300" y="1192213"/>
            <a:ext cx="8234100" cy="321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-3556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EFEFEF"/>
              </a:buClr>
              <a:buSzPts val="2000"/>
              <a:buFont typeface="Times New Roman"/>
              <a:buChar char="➢"/>
            </a:pPr>
            <a:r>
              <a:rPr lang="en-US" sz="2000" dirty="0">
                <a:solidFill>
                  <a:srgbClr val="EFEFE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</a:t>
            </a:r>
            <a:endParaRPr sz="2000" b="0" i="0" u="none" strike="noStrike" cap="none" dirty="0">
              <a:solidFill>
                <a:srgbClr val="EFEFE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marR="0" lvl="0" indent="-3556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EFEFEF"/>
              </a:buClr>
              <a:buSzPts val="2000"/>
              <a:buFont typeface="Times New Roman"/>
              <a:buChar char="➢"/>
            </a:pPr>
            <a:r>
              <a:rPr lang="en-US" sz="2000" b="0" i="0" u="none" strike="noStrike" cap="none" dirty="0">
                <a:solidFill>
                  <a:srgbClr val="EFEFE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</a:t>
            </a:r>
            <a:endParaRPr sz="2000" b="0" i="0" u="none" strike="noStrike" cap="none" dirty="0">
              <a:solidFill>
                <a:srgbClr val="EFEFE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marR="0" lvl="0" indent="-3556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EFEFEF"/>
              </a:buClr>
              <a:buSzPts val="2000"/>
              <a:buFont typeface="Times New Roman"/>
              <a:buChar char="➢"/>
            </a:pPr>
            <a:endParaRPr sz="2000" b="0" i="0" u="none" strike="noStrike" cap="none" dirty="0">
              <a:solidFill>
                <a:srgbClr val="EFEFE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"/>
          <p:cNvSpPr txBox="1">
            <a:spLocks noGrp="1"/>
          </p:cNvSpPr>
          <p:nvPr>
            <p:ph type="title" idx="4294967295"/>
          </p:nvPr>
        </p:nvSpPr>
        <p:spPr>
          <a:xfrm>
            <a:off x="457200" y="1947757"/>
            <a:ext cx="8229600" cy="124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Arial"/>
              <a:buNone/>
            </a:pPr>
            <a:r>
              <a:rPr lang="en-US" sz="37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THANK YOU</a:t>
            </a:r>
            <a:br>
              <a:rPr lang="en-US" sz="37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37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FOR YOUR TIME!</a:t>
            </a:r>
            <a:endParaRPr sz="2900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59" name="Google Shape;259;p25"/>
          <p:cNvSpPr txBox="1"/>
          <p:nvPr/>
        </p:nvSpPr>
        <p:spPr>
          <a:xfrm>
            <a:off x="3087150" y="4439175"/>
            <a:ext cx="29697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taratorbati@yahoo.com</a:t>
            </a:r>
            <a:endParaRPr sz="18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25"/>
          <p:cNvSpPr txBox="1"/>
          <p:nvPr/>
        </p:nvSpPr>
        <p:spPr>
          <a:xfrm>
            <a:off x="8496300" y="4800600"/>
            <a:ext cx="38100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  <a:endParaRPr sz="1400" b="0" i="0" u="none" strike="noStrike" cap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3BC669-625A-0BA9-34D0-6ED352DE3E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E52C0F-A2DD-6F45-7C5A-BB112754CA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Approaches</a:t>
            </a:r>
          </a:p>
        </p:txBody>
      </p:sp>
    </p:spTree>
    <p:extLst>
      <p:ext uri="{BB962C8B-B14F-4D97-AF65-F5344CB8AC3E}">
        <p14:creationId xmlns:p14="http://schemas.microsoft.com/office/powerpoint/2010/main" val="22085506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ITMO">
  <a:themeElements>
    <a:clrScheme name="Grayscale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DDDDDD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3991</TotalTime>
  <Words>1199</Words>
  <Application>Microsoft Office PowerPoint</Application>
  <PresentationFormat>On-screen Show (16:9)</PresentationFormat>
  <Paragraphs>191</Paragraphs>
  <Slides>22</Slides>
  <Notes>20</Notes>
  <HiddenSlides>1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6" baseType="lpstr">
      <vt:lpstr>Arial</vt:lpstr>
      <vt:lpstr>Cambria Math</vt:lpstr>
      <vt:lpstr>Times New Roman</vt:lpstr>
      <vt:lpstr>ITMO</vt:lpstr>
      <vt:lpstr>PowerPoint Presentation</vt:lpstr>
      <vt:lpstr>Motivation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Primary Results: Yield and Soil Moisture</vt:lpstr>
      <vt:lpstr>Primary Results: Water Use, latency, ∆u</vt:lpstr>
      <vt:lpstr>Robustness to Noise</vt:lpstr>
      <vt:lpstr>Primary Results</vt:lpstr>
      <vt:lpstr>Conclusion</vt:lpstr>
      <vt:lpstr>Conclusion</vt:lpstr>
      <vt:lpstr>Conclusion</vt:lpstr>
      <vt:lpstr>THANK YOU FOR YOUR TIME!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Tara Torbati</dc:creator>
  <cp:lastModifiedBy>Tara Torbati</cp:lastModifiedBy>
  <cp:revision>10</cp:revision>
  <dcterms:modified xsi:type="dcterms:W3CDTF">2026-06-16T20:10:30Z</dcterms:modified>
</cp:coreProperties>
</file>