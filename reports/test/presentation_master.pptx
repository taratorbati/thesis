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67" r:id="rId4"/>
    <p:sldId id="258" r:id="rId5"/>
    <p:sldId id="278" r:id="rId6"/>
    <p:sldId id="279" r:id="rId7"/>
    <p:sldId id="277" r:id="rId8"/>
    <p:sldId id="280" r:id="rId9"/>
    <p:sldId id="261" r:id="rId10"/>
    <p:sldId id="264" r:id="rId11"/>
    <p:sldId id="265" r:id="rId12"/>
    <p:sldId id="276" r:id="rId13"/>
    <p:sldId id="266" r:id="rId14"/>
    <p:sldId id="275" r:id="rId15"/>
    <p:sldId id="268" r:id="rId16"/>
    <p:sldId id="269" r:id="rId17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21" roundtripDataSignature="AMtx7mibd/3r0laNjtFWsuezWThHJraGm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87A7ECD-2A97-474F-886D-0B6430B54BD1}">
  <a:tblStyle styleId="{687A7ECD-2A97-474F-886D-0B6430B54BD1}" styleName="Table_0">
    <a:wholeTbl>
      <a:tcTxStyle b="off" i="off">
        <a:font>
          <a:latin typeface="Arial"/>
          <a:ea typeface="Arial"/>
          <a:cs typeface="Arial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7EAEB"/>
          </a:solidFill>
        </a:fill>
      </a:tcStyle>
    </a:wholeTbl>
    <a:band1H>
      <a:tcTxStyle b="off" i="off"/>
      <a:tcStyle>
        <a:tcBdr/>
        <a:fill>
          <a:solidFill>
            <a:srgbClr val="CAD4D5"/>
          </a:solidFill>
        </a:fill>
      </a:tcStyle>
    </a:band1H>
    <a:band2H>
      <a:tcTxStyle b="off" i="off"/>
      <a:tcStyle>
        <a:tcBdr/>
      </a:tcStyle>
    </a:band2H>
    <a:band1V>
      <a:tcTxStyle b="off" i="off"/>
      <a:tcStyle>
        <a:tcBdr/>
        <a:fill>
          <a:solidFill>
            <a:srgbClr val="CAD4D5"/>
          </a:solidFill>
        </a:fill>
      </a:tcStyle>
    </a:band1V>
    <a:band2V>
      <a:tcTxStyle b="off" i="off"/>
      <a:tcStyle>
        <a:tcBdr/>
      </a:tcStyle>
    </a:band2V>
    <a:lastCol>
      <a:tcTxStyle b="on" i="off">
        <a:font>
          <a:latin typeface="Arial"/>
          <a:ea typeface="Arial"/>
          <a:cs typeface="Arial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Arial"/>
          <a:ea typeface="Arial"/>
          <a:cs typeface="Arial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Arial"/>
          <a:ea typeface="Arial"/>
          <a:cs typeface="Arial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 b="off" i="off"/>
      <a:tcStyle>
        <a:tcBdr/>
      </a:tcStyle>
    </a:seCell>
    <a:swCell>
      <a:tcTxStyle b="off" i="off"/>
      <a:tcStyle>
        <a:tcBdr/>
      </a:tcStyle>
    </a:swCell>
    <a:firstRow>
      <a:tcTxStyle b="on" i="off">
        <a:font>
          <a:latin typeface="Arial"/>
          <a:ea typeface="Arial"/>
          <a:cs typeface="Arial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 b="off" i="off"/>
      <a:tcStyle>
        <a:tcBdr/>
      </a:tcStyle>
    </a:neCell>
    <a:nwCell>
      <a:tcTxStyle b="off" i="off"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0013" autoAdjust="0"/>
    <p:restoredTop sz="94660"/>
  </p:normalViewPr>
  <p:slideViewPr>
    <p:cSldViewPr snapToGrid="0">
      <p:cViewPr varScale="1">
        <p:scale>
          <a:sx n="93" d="100"/>
          <a:sy n="93" d="100"/>
        </p:scale>
        <p:origin x="54" y="29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customschemas.google.com/relationships/presentationmetadata" Target="meta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58" name="Google Shape;158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66" name="Google Shape;166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42" name="Google Shape;242;p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72" name="Google Shape;172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0">
          <a:extLst>
            <a:ext uri="{FF2B5EF4-FFF2-40B4-BE49-F238E27FC236}">
              <a16:creationId xmlns:a16="http://schemas.microsoft.com/office/drawing/2014/main" id="{E09BD5FC-85FA-1EBE-406C-F1FB104C43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20:notes">
            <a:extLst>
              <a:ext uri="{FF2B5EF4-FFF2-40B4-BE49-F238E27FC236}">
                <a16:creationId xmlns:a16="http://schemas.microsoft.com/office/drawing/2014/main" id="{7C064220-242D-F61C-EFCE-7765DB193E8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42" name="Google Shape;242;p20:notes">
            <a:extLst>
              <a:ext uri="{FF2B5EF4-FFF2-40B4-BE49-F238E27FC236}">
                <a16:creationId xmlns:a16="http://schemas.microsoft.com/office/drawing/2014/main" id="{0D9B0E5A-A95D-44F6-8752-D184F90BE3A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7156699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0">
          <a:extLst>
            <a:ext uri="{FF2B5EF4-FFF2-40B4-BE49-F238E27FC236}">
              <a16:creationId xmlns:a16="http://schemas.microsoft.com/office/drawing/2014/main" id="{7A3E6FFB-6478-2069-9DB2-FAE0EF05B1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20:notes">
            <a:extLst>
              <a:ext uri="{FF2B5EF4-FFF2-40B4-BE49-F238E27FC236}">
                <a16:creationId xmlns:a16="http://schemas.microsoft.com/office/drawing/2014/main" id="{C2358D1A-1C52-4AAB-F54C-2DA46D6E226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42" name="Google Shape;242;p20:notes">
            <a:extLst>
              <a:ext uri="{FF2B5EF4-FFF2-40B4-BE49-F238E27FC236}">
                <a16:creationId xmlns:a16="http://schemas.microsoft.com/office/drawing/2014/main" id="{9DCC36A8-A8DD-2D51-209B-4B5FE38ADAE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4024928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0">
          <a:extLst>
            <a:ext uri="{FF2B5EF4-FFF2-40B4-BE49-F238E27FC236}">
              <a16:creationId xmlns:a16="http://schemas.microsoft.com/office/drawing/2014/main" id="{8C2899B3-762F-4649-2E44-B3BC4C2EFE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20:notes">
            <a:extLst>
              <a:ext uri="{FF2B5EF4-FFF2-40B4-BE49-F238E27FC236}">
                <a16:creationId xmlns:a16="http://schemas.microsoft.com/office/drawing/2014/main" id="{57E5CB9B-BA1B-4A4C-BD72-82AED7D0863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42" name="Google Shape;242;p20:notes">
            <a:extLst>
              <a:ext uri="{FF2B5EF4-FFF2-40B4-BE49-F238E27FC236}">
                <a16:creationId xmlns:a16="http://schemas.microsoft.com/office/drawing/2014/main" id="{CD881B9A-6691-7710-1D27-9F81E3BD810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9344956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00" name="Google Shape;200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23" name="Google Shape;223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30" name="Google Shape;230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8">
          <a:extLst>
            <a:ext uri="{FF2B5EF4-FFF2-40B4-BE49-F238E27FC236}">
              <a16:creationId xmlns:a16="http://schemas.microsoft.com/office/drawing/2014/main" id="{E729EDF4-6A9C-9FBC-B2C2-D2BC5BFBDA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12:notes">
            <a:extLst>
              <a:ext uri="{FF2B5EF4-FFF2-40B4-BE49-F238E27FC236}">
                <a16:creationId xmlns:a16="http://schemas.microsoft.com/office/drawing/2014/main" id="{2CA44349-B4FA-0E29-7F96-053860626F1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30" name="Google Shape;230;p12:notes">
            <a:extLst>
              <a:ext uri="{FF2B5EF4-FFF2-40B4-BE49-F238E27FC236}">
                <a16:creationId xmlns:a16="http://schemas.microsoft.com/office/drawing/2014/main" id="{E65B31E3-16EB-7C85-5578-0F76496A2BF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80822447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36" name="Google Shape;236;p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4">
          <a:extLst>
            <a:ext uri="{FF2B5EF4-FFF2-40B4-BE49-F238E27FC236}">
              <a16:creationId xmlns:a16="http://schemas.microsoft.com/office/drawing/2014/main" id="{B6971931-2525-967E-25A0-5F5B0B5734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p18:notes">
            <a:extLst>
              <a:ext uri="{FF2B5EF4-FFF2-40B4-BE49-F238E27FC236}">
                <a16:creationId xmlns:a16="http://schemas.microsoft.com/office/drawing/2014/main" id="{0F976EC5-A2D4-5952-FA1D-F3BC8135C04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36" name="Google Shape;236;p18:notes">
            <a:extLst>
              <a:ext uri="{FF2B5EF4-FFF2-40B4-BE49-F238E27FC236}">
                <a16:creationId xmlns:a16="http://schemas.microsoft.com/office/drawing/2014/main" id="{21448B85-EF26-E846-E8CE-8A6B66F73FB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7689212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2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49" name="Google Shape;249;p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256" name="Google Shape;256;p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 3 3">
  <p:cSld name="CUSTOM_4_3">
    <p:spTree>
      <p:nvGrpSpPr>
        <p:cNvPr id="1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Google Shape;11;p35"/>
          <p:cNvSpPr txBox="1">
            <a:spLocks noGrp="1"/>
          </p:cNvSpPr>
          <p:nvPr>
            <p:ph type="title"/>
          </p:nvPr>
        </p:nvSpPr>
        <p:spPr>
          <a:xfrm>
            <a:off x="457200" y="306434"/>
            <a:ext cx="8229600" cy="62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12" name="Google Shape;12;p3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2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 2">
  <p:cSld name="CUSTOM_3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6"/>
          <p:cNvSpPr txBox="1">
            <a:spLocks noGrp="1"/>
          </p:cNvSpPr>
          <p:nvPr>
            <p:ph type="title"/>
          </p:nvPr>
        </p:nvSpPr>
        <p:spPr>
          <a:xfrm>
            <a:off x="548175" y="340559"/>
            <a:ext cx="8229600" cy="62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15" name="Google Shape;15;p3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2258" y="-3"/>
            <a:ext cx="9141742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6_Пользовательский макет 1">
  <p:cSld name="6_Пользовательский макет_1">
    <p:bg>
      <p:bgPr>
        <a:solidFill>
          <a:srgbClr val="FFFFFF"/>
        </a:solidFill>
        <a:effectLst/>
      </p:bgPr>
    </p:bg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37"/>
          <p:cNvSpPr txBox="1">
            <a:spLocks noGrp="1"/>
          </p:cNvSpPr>
          <p:nvPr>
            <p:ph type="title"/>
          </p:nvPr>
        </p:nvSpPr>
        <p:spPr>
          <a:xfrm>
            <a:off x="457200" y="306435"/>
            <a:ext cx="6824400" cy="52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Arial"/>
              <a:buNone/>
              <a:defRPr sz="3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37"/>
          <p:cNvSpPr txBox="1">
            <a:spLocks noGrp="1"/>
          </p:cNvSpPr>
          <p:nvPr>
            <p:ph type="body" idx="1"/>
          </p:nvPr>
        </p:nvSpPr>
        <p:spPr>
          <a:xfrm>
            <a:off x="457199" y="1040162"/>
            <a:ext cx="8389200" cy="373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/>
            </a:lvl2pPr>
            <a:lvl3pPr marL="1371600" lvl="2" indent="-228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/>
            </a:lvl3pPr>
            <a:lvl4pPr marL="1828800" lvl="3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/>
            </a:lvl4pPr>
            <a:lvl5pPr marL="2286000" lvl="4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pic>
        <p:nvPicPr>
          <p:cNvPr id="19" name="Google Shape;19;p37"/>
          <p:cNvPicPr preferRelativeResize="0"/>
          <p:nvPr/>
        </p:nvPicPr>
        <p:blipFill rotWithShape="1">
          <a:blip r:embed="rId2">
            <a:alphaModFix amt="89000"/>
          </a:blip>
          <a:srcRect/>
          <a:stretch/>
        </p:blipFill>
        <p:spPr>
          <a:xfrm>
            <a:off x="0" y="-16759"/>
            <a:ext cx="9144000" cy="51770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 1 2 1">
  <p:cSld name="CUSTOM_2_1">
    <p:bg>
      <p:bgPr>
        <a:noFill/>
        <a:effectLst/>
      </p:bgPr>
    </p:bg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21;p38"/>
          <p:cNvPicPr preferRelativeResize="0"/>
          <p:nvPr/>
        </p:nvPicPr>
        <p:blipFill rotWithShape="1">
          <a:blip r:embed="rId2">
            <a:alphaModFix amt="78000"/>
          </a:blip>
          <a:srcRect/>
          <a:stretch/>
        </p:blipFill>
        <p:spPr>
          <a:xfrm>
            <a:off x="0" y="-5700"/>
            <a:ext cx="9143999" cy="5154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 1 2 2">
  <p:cSld name="CUSTOM_2_2">
    <p:bg>
      <p:bgPr>
        <a:solidFill>
          <a:srgbClr val="FFFFFF"/>
        </a:solidFill>
        <a:effectLst/>
      </p:bgPr>
    </p:bg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Google Shape;23;p39"/>
          <p:cNvPicPr preferRelativeResize="0"/>
          <p:nvPr/>
        </p:nvPicPr>
        <p:blipFill rotWithShape="1">
          <a:blip r:embed="rId2">
            <a:alphaModFix amt="41000"/>
          </a:blip>
          <a:srcRect/>
          <a:stretch/>
        </p:blipFill>
        <p:spPr>
          <a:xfrm>
            <a:off x="-20400" y="12"/>
            <a:ext cx="9184800" cy="514348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6_Пользовательский макет">
  <p:cSld name="6_Пользовательский макет">
    <p:bg>
      <p:bgPr>
        <a:solidFill>
          <a:srgbClr val="FFFFFF"/>
        </a:solidFill>
        <a:effectLst/>
      </p:bgPr>
    </p:bg>
    <p:spTree>
      <p:nvGrpSpPr>
        <p:cNvPr id="1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41"/>
          <p:cNvSpPr txBox="1">
            <a:spLocks noGrp="1"/>
          </p:cNvSpPr>
          <p:nvPr>
            <p:ph type="title"/>
          </p:nvPr>
        </p:nvSpPr>
        <p:spPr>
          <a:xfrm>
            <a:off x="457200" y="306435"/>
            <a:ext cx="6824382" cy="5272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Arial"/>
              <a:buNone/>
              <a:defRPr sz="3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1"/>
          <p:cNvSpPr txBox="1">
            <a:spLocks noGrp="1"/>
          </p:cNvSpPr>
          <p:nvPr>
            <p:ph type="body" idx="1"/>
          </p:nvPr>
        </p:nvSpPr>
        <p:spPr>
          <a:xfrm>
            <a:off x="457199" y="1040162"/>
            <a:ext cx="8389257" cy="37350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/>
            </a:lvl2pPr>
            <a:lvl3pPr marL="1371600" lvl="2" indent="-228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/>
            </a:lvl3pPr>
            <a:lvl4pPr marL="1828800" lvl="3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/>
            </a:lvl4pPr>
            <a:lvl5pPr marL="2286000" lvl="4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pic>
        <p:nvPicPr>
          <p:cNvPr id="27" name="Google Shape;27;p41"/>
          <p:cNvPicPr preferRelativeResize="0"/>
          <p:nvPr/>
        </p:nvPicPr>
        <p:blipFill rotWithShape="1">
          <a:blip r:embed="rId2">
            <a:alphaModFix amt="66000"/>
          </a:blip>
          <a:srcRect/>
          <a:stretch/>
        </p:blipFill>
        <p:spPr>
          <a:xfrm>
            <a:off x="0" y="-16772"/>
            <a:ext cx="9144000" cy="51770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kfql">
  <p:cSld name="Ckfql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42"/>
          <p:cNvSpPr txBox="1">
            <a:spLocks noGrp="1"/>
          </p:cNvSpPr>
          <p:nvPr>
            <p:ph type="title"/>
          </p:nvPr>
        </p:nvSpPr>
        <p:spPr>
          <a:xfrm>
            <a:off x="457200" y="306435"/>
            <a:ext cx="6824382" cy="5272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  <a:defRPr sz="32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_page 1">
  <p:cSld name="8_Пользовательский макет_1">
    <p:bg>
      <p:bgPr>
        <a:noFill/>
        <a:effectLst/>
      </p:bgPr>
    </p:bg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" name="Google Shape;31;p44"/>
          <p:cNvGrpSpPr/>
          <p:nvPr/>
        </p:nvGrpSpPr>
        <p:grpSpPr>
          <a:xfrm>
            <a:off x="0" y="0"/>
            <a:ext cx="9144000" cy="5143705"/>
            <a:chOff x="0" y="0"/>
            <a:chExt cx="9144000" cy="4180175"/>
          </a:xfrm>
        </p:grpSpPr>
        <p:pic>
          <p:nvPicPr>
            <p:cNvPr id="32" name="Google Shape;32;p44"/>
            <p:cNvPicPr preferRelativeResize="0"/>
            <p:nvPr/>
          </p:nvPicPr>
          <p:blipFill rotWithShape="1">
            <a:blip r:embed="rId2">
              <a:alphaModFix/>
            </a:blip>
            <a:srcRect l="49367"/>
            <a:stretch/>
          </p:blipFill>
          <p:spPr>
            <a:xfrm>
              <a:off x="4514100" y="0"/>
              <a:ext cx="4629900" cy="22860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3" name="Google Shape;33;p44"/>
            <p:cNvPicPr preferRelativeResize="0"/>
            <p:nvPr/>
          </p:nvPicPr>
          <p:blipFill rotWithShape="1">
            <a:blip r:embed="rId2">
              <a:alphaModFix/>
            </a:blip>
            <a:srcRect l="49859"/>
            <a:stretch/>
          </p:blipFill>
          <p:spPr>
            <a:xfrm rot="10800000" flipH="1">
              <a:off x="4559225" y="1894175"/>
              <a:ext cx="4584775" cy="22860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4" name="Google Shape;34;p44"/>
            <p:cNvPicPr preferRelativeResize="0"/>
            <p:nvPr/>
          </p:nvPicPr>
          <p:blipFill rotWithShape="1">
            <a:blip r:embed="rId2">
              <a:alphaModFix/>
            </a:blip>
            <a:srcRect l="50000"/>
            <a:stretch/>
          </p:blipFill>
          <p:spPr>
            <a:xfrm flipH="1">
              <a:off x="0" y="0"/>
              <a:ext cx="4572000" cy="22860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5" name="Google Shape;35;p44"/>
            <p:cNvPicPr preferRelativeResize="0"/>
            <p:nvPr/>
          </p:nvPicPr>
          <p:blipFill rotWithShape="1">
            <a:blip r:embed="rId2">
              <a:alphaModFix/>
            </a:blip>
            <a:srcRect l="50017"/>
            <a:stretch/>
          </p:blipFill>
          <p:spPr>
            <a:xfrm rot="10800000">
              <a:off x="0" y="1894175"/>
              <a:ext cx="4570500" cy="2286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Custom Layout">
  <p:cSld name="3_Custom Layout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40"/>
          <p:cNvSpPr txBox="1">
            <a:spLocks noGrp="1"/>
          </p:cNvSpPr>
          <p:nvPr>
            <p:ph type="title"/>
          </p:nvPr>
        </p:nvSpPr>
        <p:spPr>
          <a:xfrm>
            <a:off x="457200" y="306435"/>
            <a:ext cx="6824382" cy="5272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Arial"/>
              <a:buNone/>
              <a:defRPr sz="3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 2 1">
  <p:cSld name="CUSTOM_3_1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43"/>
          <p:cNvSpPr txBox="1">
            <a:spLocks noGrp="1"/>
          </p:cNvSpPr>
          <p:nvPr>
            <p:ph type="title"/>
          </p:nvPr>
        </p:nvSpPr>
        <p:spPr>
          <a:xfrm>
            <a:off x="548175" y="340559"/>
            <a:ext cx="8229600" cy="62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40" name="Google Shape;40;p4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2258" y="-3"/>
            <a:ext cx="9141742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_Пользовательский макет">
  <p:cSld name="5_Пользовательский макет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45"/>
          <p:cNvSpPr>
            <a:spLocks noGrp="1"/>
          </p:cNvSpPr>
          <p:nvPr>
            <p:ph type="pic" idx="2"/>
          </p:nvPr>
        </p:nvSpPr>
        <p:spPr>
          <a:xfrm>
            <a:off x="457200" y="936852"/>
            <a:ext cx="4608513" cy="3842155"/>
          </a:xfrm>
          <a:prstGeom prst="roundRect">
            <a:avLst>
              <a:gd name="adj" fmla="val 7617"/>
            </a:avLst>
          </a:prstGeom>
          <a:noFill/>
          <a:ln>
            <a:noFill/>
          </a:ln>
        </p:spPr>
      </p:sp>
      <p:sp>
        <p:nvSpPr>
          <p:cNvPr id="43" name="Google Shape;43;p45"/>
          <p:cNvSpPr txBox="1">
            <a:spLocks noGrp="1"/>
          </p:cNvSpPr>
          <p:nvPr>
            <p:ph type="title"/>
          </p:nvPr>
        </p:nvSpPr>
        <p:spPr>
          <a:xfrm>
            <a:off x="457200" y="306435"/>
            <a:ext cx="6824382" cy="5272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Arial"/>
              <a:buNone/>
              <a:defRPr sz="3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med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Custom Layout">
  <p:cSld name="1_Custom Layout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46"/>
          <p:cNvSpPr txBox="1">
            <a:spLocks noGrp="1"/>
          </p:cNvSpPr>
          <p:nvPr>
            <p:ph type="title"/>
          </p:nvPr>
        </p:nvSpPr>
        <p:spPr>
          <a:xfrm>
            <a:off x="457200" y="306435"/>
            <a:ext cx="6824382" cy="5272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Arial"/>
              <a:buNone/>
              <a:defRPr sz="3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med">
        <p:fade/>
      </p:transition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kfql 1">
  <p:cSld name="Ckfql_1">
    <p:bg>
      <p:bgPr>
        <a:solidFill>
          <a:schemeClr val="accent1"/>
        </a:solidFill>
        <a:effectLst/>
      </p:bgPr>
    </p:bg>
    <p:spTree>
      <p:nvGrpSpPr>
        <p:cNvPr id="1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" name="Google Shape;47;p47"/>
          <p:cNvPicPr preferRelativeResize="0"/>
          <p:nvPr/>
        </p:nvPicPr>
        <p:blipFill rotWithShape="1">
          <a:blip r:embed="rId2">
            <a:alphaModFix amt="65000"/>
          </a:blip>
          <a:srcRect l="1096" t="1613"/>
          <a:stretch/>
        </p:blipFill>
        <p:spPr>
          <a:xfrm>
            <a:off x="-45725" y="-11425"/>
            <a:ext cx="9235439" cy="516636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med">
        <p:fade/>
      </p:transition>
    </mc:Fallback>
  </mc:AlternateConten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_Custom Layout">
  <p:cSld name="5_Custom Layout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48"/>
          <p:cNvSpPr>
            <a:spLocks noGrp="1"/>
          </p:cNvSpPr>
          <p:nvPr>
            <p:ph type="pic" idx="2"/>
          </p:nvPr>
        </p:nvSpPr>
        <p:spPr>
          <a:xfrm>
            <a:off x="457200" y="936852"/>
            <a:ext cx="4608513" cy="3842155"/>
          </a:xfrm>
          <a:prstGeom prst="roundRect">
            <a:avLst>
              <a:gd name="adj" fmla="val 7784"/>
            </a:avLst>
          </a:prstGeom>
          <a:noFill/>
          <a:ln>
            <a:noFill/>
          </a:ln>
        </p:spPr>
      </p:sp>
      <p:sp>
        <p:nvSpPr>
          <p:cNvPr id="50" name="Google Shape;50;p48"/>
          <p:cNvSpPr txBox="1">
            <a:spLocks noGrp="1"/>
          </p:cNvSpPr>
          <p:nvPr>
            <p:ph type="title"/>
          </p:nvPr>
        </p:nvSpPr>
        <p:spPr>
          <a:xfrm>
            <a:off x="457200" y="306435"/>
            <a:ext cx="6291943" cy="5272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  <a:defRPr sz="32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med">
        <p:fade/>
      </p:transition>
    </mc:Fallback>
  </mc:AlternateConten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_Custom Layout">
  <p:cSld name="4_Custom Layout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49"/>
          <p:cNvSpPr txBox="1">
            <a:spLocks noGrp="1"/>
          </p:cNvSpPr>
          <p:nvPr>
            <p:ph type="body" idx="1"/>
          </p:nvPr>
        </p:nvSpPr>
        <p:spPr>
          <a:xfrm>
            <a:off x="457201" y="2933902"/>
            <a:ext cx="2589213" cy="2690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 b="1" i="0"/>
            </a:lvl1pPr>
            <a:lvl2pPr marL="914400" lvl="1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3" name="Google Shape;53;p49"/>
          <p:cNvSpPr txBox="1">
            <a:spLocks noGrp="1"/>
          </p:cNvSpPr>
          <p:nvPr>
            <p:ph type="body" idx="2"/>
          </p:nvPr>
        </p:nvSpPr>
        <p:spPr>
          <a:xfrm>
            <a:off x="3209454" y="2933902"/>
            <a:ext cx="2589213" cy="2690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 b="1" i="0"/>
            </a:lvl1pPr>
            <a:lvl2pPr marL="914400" lvl="1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4" name="Google Shape;54;p49"/>
          <p:cNvSpPr txBox="1">
            <a:spLocks noGrp="1"/>
          </p:cNvSpPr>
          <p:nvPr>
            <p:ph type="body" idx="3"/>
          </p:nvPr>
        </p:nvSpPr>
        <p:spPr>
          <a:xfrm>
            <a:off x="5969804" y="2933902"/>
            <a:ext cx="2589213" cy="2690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 b="1" i="0"/>
            </a:lvl1pPr>
            <a:lvl2pPr marL="914400" lvl="1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5" name="Google Shape;55;p49"/>
          <p:cNvSpPr txBox="1">
            <a:spLocks noGrp="1"/>
          </p:cNvSpPr>
          <p:nvPr>
            <p:ph type="body" idx="4"/>
          </p:nvPr>
        </p:nvSpPr>
        <p:spPr>
          <a:xfrm>
            <a:off x="457200" y="3287828"/>
            <a:ext cx="2588883" cy="13955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marL="914400" lvl="1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2pPr>
            <a:lvl3pPr marL="1371600" lvl="2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3pPr>
            <a:lvl4pPr marL="1828800" lvl="3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4pPr>
            <a:lvl5pPr marL="2286000" lvl="4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56" name="Google Shape;56;p49"/>
          <p:cNvSpPr txBox="1">
            <a:spLocks noGrp="1"/>
          </p:cNvSpPr>
          <p:nvPr>
            <p:ph type="body" idx="5"/>
          </p:nvPr>
        </p:nvSpPr>
        <p:spPr>
          <a:xfrm>
            <a:off x="3207251" y="3299578"/>
            <a:ext cx="2591416" cy="13955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marL="914400" lvl="1" indent="-3048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2pPr>
            <a:lvl3pPr marL="1371600" lvl="2" indent="-3048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3pPr>
            <a:lvl4pPr marL="1828800" lvl="3" indent="-3048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4pPr>
            <a:lvl5pPr marL="2286000" lvl="4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57" name="Google Shape;57;p49"/>
          <p:cNvSpPr txBox="1">
            <a:spLocks noGrp="1"/>
          </p:cNvSpPr>
          <p:nvPr>
            <p:ph type="title"/>
          </p:nvPr>
        </p:nvSpPr>
        <p:spPr>
          <a:xfrm>
            <a:off x="457200" y="306435"/>
            <a:ext cx="6291943" cy="5272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  <a:defRPr sz="32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8" name="Google Shape;58;p49"/>
          <p:cNvSpPr txBox="1">
            <a:spLocks noGrp="1"/>
          </p:cNvSpPr>
          <p:nvPr>
            <p:ph type="body" idx="6"/>
          </p:nvPr>
        </p:nvSpPr>
        <p:spPr>
          <a:xfrm>
            <a:off x="5967600" y="3299578"/>
            <a:ext cx="2591416" cy="13955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marL="914400" lvl="1" indent="-3048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2pPr>
            <a:lvl3pPr marL="1371600" lvl="2" indent="-3048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3pPr>
            <a:lvl4pPr marL="1828800" lvl="3" indent="-3048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4pPr>
            <a:lvl5pPr marL="2286000" lvl="4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59" name="Google Shape;59;p49"/>
          <p:cNvSpPr>
            <a:spLocks noGrp="1"/>
          </p:cNvSpPr>
          <p:nvPr>
            <p:ph type="pic" idx="7"/>
          </p:nvPr>
        </p:nvSpPr>
        <p:spPr>
          <a:xfrm>
            <a:off x="469081" y="944463"/>
            <a:ext cx="2577001" cy="1883023"/>
          </a:xfrm>
          <a:prstGeom prst="roundRect">
            <a:avLst>
              <a:gd name="adj" fmla="val 11537"/>
            </a:avLst>
          </a:prstGeom>
          <a:noFill/>
          <a:ln>
            <a:noFill/>
          </a:ln>
        </p:spPr>
      </p:sp>
      <p:sp>
        <p:nvSpPr>
          <p:cNvPr id="60" name="Google Shape;60;p49"/>
          <p:cNvSpPr>
            <a:spLocks noGrp="1"/>
          </p:cNvSpPr>
          <p:nvPr>
            <p:ph type="pic" idx="8"/>
          </p:nvPr>
        </p:nvSpPr>
        <p:spPr>
          <a:xfrm>
            <a:off x="3221666" y="944462"/>
            <a:ext cx="2577001" cy="1883023"/>
          </a:xfrm>
          <a:prstGeom prst="roundRect">
            <a:avLst>
              <a:gd name="adj" fmla="val 12905"/>
            </a:avLst>
          </a:prstGeom>
          <a:noFill/>
          <a:ln>
            <a:noFill/>
          </a:ln>
        </p:spPr>
      </p:sp>
      <p:sp>
        <p:nvSpPr>
          <p:cNvPr id="61" name="Google Shape;61;p49"/>
          <p:cNvSpPr>
            <a:spLocks noGrp="1"/>
          </p:cNvSpPr>
          <p:nvPr>
            <p:ph type="pic" idx="9"/>
          </p:nvPr>
        </p:nvSpPr>
        <p:spPr>
          <a:xfrm>
            <a:off x="5980690" y="944463"/>
            <a:ext cx="2577001" cy="1883023"/>
          </a:xfrm>
          <a:prstGeom prst="roundRect">
            <a:avLst>
              <a:gd name="adj" fmla="val 10512"/>
            </a:avLst>
          </a:prstGeom>
          <a:noFill/>
          <a:ln>
            <a:noFill/>
          </a:ln>
        </p:spPr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med"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8_Custom Layout">
  <p:cSld name="8_Custom Layout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50"/>
          <p:cNvSpPr txBox="1">
            <a:spLocks noGrp="1"/>
          </p:cNvSpPr>
          <p:nvPr>
            <p:ph type="title"/>
          </p:nvPr>
        </p:nvSpPr>
        <p:spPr>
          <a:xfrm>
            <a:off x="457200" y="306435"/>
            <a:ext cx="6291943" cy="5272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  <a:defRPr sz="32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50"/>
          <p:cNvSpPr txBox="1">
            <a:spLocks noGrp="1"/>
          </p:cNvSpPr>
          <p:nvPr>
            <p:ph type="body" idx="1"/>
          </p:nvPr>
        </p:nvSpPr>
        <p:spPr>
          <a:xfrm>
            <a:off x="457201" y="963397"/>
            <a:ext cx="2532744" cy="18830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 i="0"/>
            </a:lvl1pPr>
            <a:lvl2pPr marL="914400" lvl="1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3pPr>
            <a:lvl4pPr marL="1828800" lvl="3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4pPr>
            <a:lvl5pPr marL="2286000" lvl="4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5" name="Google Shape;65;p50"/>
          <p:cNvSpPr>
            <a:spLocks noGrp="1"/>
          </p:cNvSpPr>
          <p:nvPr>
            <p:ph type="pic" idx="2"/>
          </p:nvPr>
        </p:nvSpPr>
        <p:spPr>
          <a:xfrm>
            <a:off x="3095171" y="963397"/>
            <a:ext cx="2532744" cy="1883023"/>
          </a:xfrm>
          <a:prstGeom prst="roundRect">
            <a:avLst>
              <a:gd name="adj" fmla="val 11537"/>
            </a:avLst>
          </a:prstGeom>
          <a:noFill/>
          <a:ln>
            <a:noFill/>
          </a:ln>
        </p:spPr>
      </p:sp>
      <p:sp>
        <p:nvSpPr>
          <p:cNvPr id="66" name="Google Shape;66;p50"/>
          <p:cNvSpPr>
            <a:spLocks noGrp="1"/>
          </p:cNvSpPr>
          <p:nvPr>
            <p:ph type="pic" idx="3"/>
          </p:nvPr>
        </p:nvSpPr>
        <p:spPr>
          <a:xfrm>
            <a:off x="5733141" y="966928"/>
            <a:ext cx="2532744" cy="1883023"/>
          </a:xfrm>
          <a:prstGeom prst="roundRect">
            <a:avLst>
              <a:gd name="adj" fmla="val 11196"/>
            </a:avLst>
          </a:prstGeom>
          <a:noFill/>
          <a:ln>
            <a:noFill/>
          </a:ln>
        </p:spPr>
      </p:sp>
      <p:sp>
        <p:nvSpPr>
          <p:cNvPr id="67" name="Google Shape;67;p50"/>
          <p:cNvSpPr>
            <a:spLocks noGrp="1"/>
          </p:cNvSpPr>
          <p:nvPr>
            <p:ph type="pic" idx="4"/>
          </p:nvPr>
        </p:nvSpPr>
        <p:spPr>
          <a:xfrm>
            <a:off x="5733141" y="2954042"/>
            <a:ext cx="2532744" cy="1883023"/>
          </a:xfrm>
          <a:prstGeom prst="roundRect">
            <a:avLst>
              <a:gd name="adj" fmla="val 8802"/>
            </a:avLst>
          </a:prstGeom>
          <a:noFill/>
          <a:ln>
            <a:noFill/>
          </a:ln>
        </p:spPr>
      </p:sp>
      <p:sp>
        <p:nvSpPr>
          <p:cNvPr id="68" name="Google Shape;68;p50"/>
          <p:cNvSpPr>
            <a:spLocks noGrp="1"/>
          </p:cNvSpPr>
          <p:nvPr>
            <p:ph type="pic" idx="5"/>
          </p:nvPr>
        </p:nvSpPr>
        <p:spPr>
          <a:xfrm>
            <a:off x="3095171" y="2960314"/>
            <a:ext cx="2532744" cy="1883023"/>
          </a:xfrm>
          <a:prstGeom prst="roundRect">
            <a:avLst>
              <a:gd name="adj" fmla="val 8459"/>
            </a:avLst>
          </a:prstGeom>
          <a:noFill/>
          <a:ln>
            <a:noFill/>
          </a:ln>
        </p:spPr>
      </p:sp>
      <p:sp>
        <p:nvSpPr>
          <p:cNvPr id="69" name="Google Shape;69;p50"/>
          <p:cNvSpPr>
            <a:spLocks noGrp="1"/>
          </p:cNvSpPr>
          <p:nvPr>
            <p:ph type="pic" idx="6"/>
          </p:nvPr>
        </p:nvSpPr>
        <p:spPr>
          <a:xfrm>
            <a:off x="457200" y="2960314"/>
            <a:ext cx="2532744" cy="1883023"/>
          </a:xfrm>
          <a:prstGeom prst="roundRect">
            <a:avLst>
              <a:gd name="adj" fmla="val 10169"/>
            </a:avLst>
          </a:prstGeom>
          <a:noFill/>
          <a:ln>
            <a:noFill/>
          </a:ln>
        </p:spPr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med">
        <p:fade/>
      </p:transition>
    </mc:Fallback>
  </mc:AlternateConten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0_Custom Layout">
  <p:cSld name="10_Custom Layout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51"/>
          <p:cNvSpPr txBox="1">
            <a:spLocks noGrp="1"/>
          </p:cNvSpPr>
          <p:nvPr>
            <p:ph type="body" idx="1"/>
          </p:nvPr>
        </p:nvSpPr>
        <p:spPr>
          <a:xfrm>
            <a:off x="457201" y="2367645"/>
            <a:ext cx="2589213" cy="2690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 b="1" i="0"/>
            </a:lvl1pPr>
            <a:lvl2pPr marL="914400" lvl="1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2" name="Google Shape;72;p51"/>
          <p:cNvSpPr txBox="1">
            <a:spLocks noGrp="1"/>
          </p:cNvSpPr>
          <p:nvPr>
            <p:ph type="body" idx="2"/>
          </p:nvPr>
        </p:nvSpPr>
        <p:spPr>
          <a:xfrm>
            <a:off x="3275819" y="2367645"/>
            <a:ext cx="2589213" cy="2690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 b="1" i="0"/>
            </a:lvl1pPr>
            <a:lvl2pPr marL="914400" lvl="1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3" name="Google Shape;73;p51"/>
          <p:cNvSpPr txBox="1">
            <a:spLocks noGrp="1"/>
          </p:cNvSpPr>
          <p:nvPr>
            <p:ph type="body" idx="3"/>
          </p:nvPr>
        </p:nvSpPr>
        <p:spPr>
          <a:xfrm>
            <a:off x="6085706" y="2367645"/>
            <a:ext cx="2589213" cy="2690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 b="1" i="0"/>
            </a:lvl1pPr>
            <a:lvl2pPr marL="914400" lvl="1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4" name="Google Shape;74;p51"/>
          <p:cNvSpPr txBox="1">
            <a:spLocks noGrp="1"/>
          </p:cNvSpPr>
          <p:nvPr>
            <p:ph type="title"/>
          </p:nvPr>
        </p:nvSpPr>
        <p:spPr>
          <a:xfrm>
            <a:off x="457200" y="306435"/>
            <a:ext cx="6291943" cy="5272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  <a:defRPr sz="32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5" name="Google Shape;75;p51"/>
          <p:cNvSpPr>
            <a:spLocks noGrp="1"/>
          </p:cNvSpPr>
          <p:nvPr>
            <p:ph type="pic" idx="4"/>
          </p:nvPr>
        </p:nvSpPr>
        <p:spPr>
          <a:xfrm>
            <a:off x="454050" y="952607"/>
            <a:ext cx="2589213" cy="1304294"/>
          </a:xfrm>
          <a:prstGeom prst="roundRect">
            <a:avLst>
              <a:gd name="adj" fmla="val 9261"/>
            </a:avLst>
          </a:prstGeom>
          <a:noFill/>
          <a:ln>
            <a:noFill/>
          </a:ln>
        </p:spPr>
      </p:sp>
      <p:sp>
        <p:nvSpPr>
          <p:cNvPr id="76" name="Google Shape;76;p51"/>
          <p:cNvSpPr>
            <a:spLocks noGrp="1"/>
          </p:cNvSpPr>
          <p:nvPr>
            <p:ph type="pic" idx="5"/>
          </p:nvPr>
        </p:nvSpPr>
        <p:spPr>
          <a:xfrm>
            <a:off x="3275818" y="952607"/>
            <a:ext cx="2589213" cy="1304294"/>
          </a:xfrm>
          <a:prstGeom prst="roundRect">
            <a:avLst>
              <a:gd name="adj" fmla="val 11730"/>
            </a:avLst>
          </a:prstGeom>
          <a:noFill/>
          <a:ln>
            <a:noFill/>
          </a:ln>
        </p:spPr>
      </p:sp>
      <p:sp>
        <p:nvSpPr>
          <p:cNvPr id="77" name="Google Shape;77;p51"/>
          <p:cNvSpPr>
            <a:spLocks noGrp="1"/>
          </p:cNvSpPr>
          <p:nvPr>
            <p:ph type="pic" idx="6"/>
          </p:nvPr>
        </p:nvSpPr>
        <p:spPr>
          <a:xfrm>
            <a:off x="6089789" y="952607"/>
            <a:ext cx="2589213" cy="1304294"/>
          </a:xfrm>
          <a:prstGeom prst="roundRect">
            <a:avLst>
              <a:gd name="adj" fmla="val 10249"/>
            </a:avLst>
          </a:prstGeom>
          <a:noFill/>
          <a:ln>
            <a:noFill/>
          </a:ln>
        </p:spPr>
      </p:sp>
      <p:sp>
        <p:nvSpPr>
          <p:cNvPr id="78" name="Google Shape;78;p51"/>
          <p:cNvSpPr txBox="1">
            <a:spLocks noGrp="1"/>
          </p:cNvSpPr>
          <p:nvPr>
            <p:ph type="body" idx="7"/>
          </p:nvPr>
        </p:nvSpPr>
        <p:spPr>
          <a:xfrm>
            <a:off x="460352" y="4281396"/>
            <a:ext cx="2589213" cy="2690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 b="1" i="0"/>
            </a:lvl1pPr>
            <a:lvl2pPr marL="914400" lvl="1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9" name="Google Shape;79;p51"/>
          <p:cNvSpPr txBox="1">
            <a:spLocks noGrp="1"/>
          </p:cNvSpPr>
          <p:nvPr>
            <p:ph type="body" idx="8"/>
          </p:nvPr>
        </p:nvSpPr>
        <p:spPr>
          <a:xfrm>
            <a:off x="3278970" y="4281396"/>
            <a:ext cx="2589213" cy="2690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 b="1" i="0"/>
            </a:lvl1pPr>
            <a:lvl2pPr marL="914400" lvl="1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0" name="Google Shape;80;p51"/>
          <p:cNvSpPr txBox="1">
            <a:spLocks noGrp="1"/>
          </p:cNvSpPr>
          <p:nvPr>
            <p:ph type="body" idx="9"/>
          </p:nvPr>
        </p:nvSpPr>
        <p:spPr>
          <a:xfrm>
            <a:off x="6088857" y="4281396"/>
            <a:ext cx="2589213" cy="2690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 b="1" i="0"/>
            </a:lvl1pPr>
            <a:lvl2pPr marL="914400" lvl="1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1" name="Google Shape;81;p51"/>
          <p:cNvSpPr>
            <a:spLocks noGrp="1"/>
          </p:cNvSpPr>
          <p:nvPr>
            <p:ph type="pic" idx="13"/>
          </p:nvPr>
        </p:nvSpPr>
        <p:spPr>
          <a:xfrm>
            <a:off x="457201" y="2866358"/>
            <a:ext cx="2589213" cy="1304294"/>
          </a:xfrm>
          <a:prstGeom prst="roundRect">
            <a:avLst>
              <a:gd name="adj" fmla="val 12224"/>
            </a:avLst>
          </a:prstGeom>
          <a:noFill/>
          <a:ln>
            <a:noFill/>
          </a:ln>
        </p:spPr>
      </p:sp>
      <p:sp>
        <p:nvSpPr>
          <p:cNvPr id="82" name="Google Shape;82;p51"/>
          <p:cNvSpPr>
            <a:spLocks noGrp="1"/>
          </p:cNvSpPr>
          <p:nvPr>
            <p:ph type="pic" idx="14"/>
          </p:nvPr>
        </p:nvSpPr>
        <p:spPr>
          <a:xfrm>
            <a:off x="3278969" y="2866358"/>
            <a:ext cx="2589213" cy="1304294"/>
          </a:xfrm>
          <a:prstGeom prst="roundRect">
            <a:avLst>
              <a:gd name="adj" fmla="val 11236"/>
            </a:avLst>
          </a:prstGeom>
          <a:noFill/>
          <a:ln>
            <a:noFill/>
          </a:ln>
        </p:spPr>
      </p:sp>
      <p:sp>
        <p:nvSpPr>
          <p:cNvPr id="83" name="Google Shape;83;p51"/>
          <p:cNvSpPr>
            <a:spLocks noGrp="1"/>
          </p:cNvSpPr>
          <p:nvPr>
            <p:ph type="pic" idx="15"/>
          </p:nvPr>
        </p:nvSpPr>
        <p:spPr>
          <a:xfrm>
            <a:off x="6092940" y="2866358"/>
            <a:ext cx="2589213" cy="1304294"/>
          </a:xfrm>
          <a:prstGeom prst="roundRect">
            <a:avLst>
              <a:gd name="adj" fmla="val 9755"/>
            </a:avLst>
          </a:prstGeom>
          <a:noFill/>
          <a:ln>
            <a:noFill/>
          </a:ln>
        </p:spPr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med">
        <p:fade/>
      </p:transition>
    </mc:Fallback>
  </mc:AlternateConten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Финал">
  <p:cSld name="Финал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52"/>
          <p:cNvSpPr txBox="1">
            <a:spLocks noGrp="1"/>
          </p:cNvSpPr>
          <p:nvPr>
            <p:ph type="title"/>
          </p:nvPr>
        </p:nvSpPr>
        <p:spPr>
          <a:xfrm>
            <a:off x="457200" y="306435"/>
            <a:ext cx="6824382" cy="5272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Arial"/>
              <a:buNone/>
              <a:defRPr sz="3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med">
        <p:fade/>
      </p:transition>
    </mc:Fallback>
  </mc:AlternateConten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Пользовательский макет">
  <p:cSld name="Пользовательский макет">
    <p:bg>
      <p:bgPr>
        <a:solidFill>
          <a:srgbClr val="FFFFFF"/>
        </a:solidFill>
        <a:effectLst/>
      </p:bgPr>
    </p:bg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53"/>
          <p:cNvSpPr txBox="1">
            <a:spLocks noGrp="1"/>
          </p:cNvSpPr>
          <p:nvPr>
            <p:ph type="body" idx="1"/>
          </p:nvPr>
        </p:nvSpPr>
        <p:spPr>
          <a:xfrm>
            <a:off x="507999" y="1792286"/>
            <a:ext cx="3635830" cy="1573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8" name="Google Shape;88;p53"/>
          <p:cNvSpPr txBox="1">
            <a:spLocks noGrp="1"/>
          </p:cNvSpPr>
          <p:nvPr>
            <p:ph type="body" idx="2"/>
          </p:nvPr>
        </p:nvSpPr>
        <p:spPr>
          <a:xfrm>
            <a:off x="507999" y="1182459"/>
            <a:ext cx="2960913" cy="5950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u="sng">
                <a:latin typeface="Arial"/>
                <a:ea typeface="Arial"/>
                <a:cs typeface="Arial"/>
                <a:sym typeface="Arial"/>
              </a:defRPr>
            </a:lvl1pPr>
            <a:lvl2pPr marL="914400" lvl="1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9" name="Google Shape;89;p53"/>
          <p:cNvSpPr txBox="1">
            <a:spLocks noGrp="1"/>
          </p:cNvSpPr>
          <p:nvPr>
            <p:ph type="body" idx="3"/>
          </p:nvPr>
        </p:nvSpPr>
        <p:spPr>
          <a:xfrm>
            <a:off x="5000171" y="3011486"/>
            <a:ext cx="3635830" cy="1573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90" name="Google Shape;90;p53"/>
          <p:cNvSpPr txBox="1">
            <a:spLocks noGrp="1"/>
          </p:cNvSpPr>
          <p:nvPr>
            <p:ph type="body" idx="4"/>
          </p:nvPr>
        </p:nvSpPr>
        <p:spPr>
          <a:xfrm>
            <a:off x="5000171" y="2401659"/>
            <a:ext cx="2960913" cy="5950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u="sng">
                <a:latin typeface="Arial"/>
                <a:ea typeface="Arial"/>
                <a:cs typeface="Arial"/>
                <a:sym typeface="Arial"/>
              </a:defRPr>
            </a:lvl1pPr>
            <a:lvl2pPr marL="914400" lvl="1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91" name="Google Shape;91;p53"/>
          <p:cNvSpPr txBox="1">
            <a:spLocks noGrp="1"/>
          </p:cNvSpPr>
          <p:nvPr>
            <p:ph type="title"/>
          </p:nvPr>
        </p:nvSpPr>
        <p:spPr>
          <a:xfrm>
            <a:off x="457200" y="306435"/>
            <a:ext cx="6824382" cy="5272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  <a:defRPr sz="32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med">
        <p:fade/>
      </p:transition>
    </mc:Fallback>
  </mc:AlternateConten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 2 1 2">
  <p:cSld name="CUSTOM_3_1_2"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54"/>
          <p:cNvSpPr txBox="1">
            <a:spLocks noGrp="1"/>
          </p:cNvSpPr>
          <p:nvPr>
            <p:ph type="title"/>
          </p:nvPr>
        </p:nvSpPr>
        <p:spPr>
          <a:xfrm>
            <a:off x="548175" y="340559"/>
            <a:ext cx="8229600" cy="62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94" name="Google Shape;94;p54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2258" y="-3"/>
            <a:ext cx="9141742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med">
        <p:fade/>
      </p:transition>
    </mc:Fallback>
  </mc:AlternateConten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 2 1 2 1">
  <p:cSld name="CUSTOM_3_1_2_1"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55"/>
          <p:cNvSpPr txBox="1">
            <a:spLocks noGrp="1"/>
          </p:cNvSpPr>
          <p:nvPr>
            <p:ph type="title"/>
          </p:nvPr>
        </p:nvSpPr>
        <p:spPr>
          <a:xfrm>
            <a:off x="548175" y="340559"/>
            <a:ext cx="8229600" cy="62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97" name="Google Shape;97;p5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2258" y="-3"/>
            <a:ext cx="9141742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med">
        <p:fade/>
      </p:transition>
    </mc:Fallback>
  </mc:AlternateConten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 2 1 2 1 1">
  <p:cSld name="CUSTOM_3_1_2_1_1"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56"/>
          <p:cNvSpPr txBox="1">
            <a:spLocks noGrp="1"/>
          </p:cNvSpPr>
          <p:nvPr>
            <p:ph type="title"/>
          </p:nvPr>
        </p:nvSpPr>
        <p:spPr>
          <a:xfrm>
            <a:off x="548175" y="340559"/>
            <a:ext cx="8229600" cy="62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100" name="Google Shape;100;p5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2258" y="-3"/>
            <a:ext cx="9141742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med">
        <p:fade/>
      </p:transition>
    </mc:Fallback>
  </mc:AlternateConten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 2 1 1">
  <p:cSld name="CUSTOM_3_1_1"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57"/>
          <p:cNvSpPr txBox="1">
            <a:spLocks noGrp="1"/>
          </p:cNvSpPr>
          <p:nvPr>
            <p:ph type="title"/>
          </p:nvPr>
        </p:nvSpPr>
        <p:spPr>
          <a:xfrm>
            <a:off x="548175" y="340559"/>
            <a:ext cx="8229600" cy="62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103" name="Google Shape;103;p57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33" y="-3"/>
            <a:ext cx="9141742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med">
        <p:fade/>
      </p:transition>
    </mc:Fallback>
  </mc:AlternateConten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 1">
  <p:cSld name="CUSTOM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58"/>
          <p:cNvSpPr txBox="1">
            <a:spLocks noGrp="1"/>
          </p:cNvSpPr>
          <p:nvPr>
            <p:ph type="title"/>
          </p:nvPr>
        </p:nvSpPr>
        <p:spPr>
          <a:xfrm>
            <a:off x="457200" y="238384"/>
            <a:ext cx="8229600" cy="62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None/>
              <a:defRPr>
                <a:solidFill>
                  <a:srgbClr val="000000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med">
        <p:fade/>
      </p:transition>
    </mc:Fallback>
  </mc:AlternateConten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 1 2">
  <p:cSld name="CUSTOM_2">
    <p:bg>
      <p:bgPr>
        <a:solidFill>
          <a:srgbClr val="FFFFFF"/>
        </a:solidFill>
        <a:effectLst/>
      </p:bgPr>
    </p:bg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7" name="Google Shape;107;p59"/>
          <p:cNvPicPr preferRelativeResize="0"/>
          <p:nvPr/>
        </p:nvPicPr>
        <p:blipFill rotWithShape="1">
          <a:blip r:embed="rId2">
            <a:alphaModFix amt="65000"/>
          </a:blip>
          <a:srcRect/>
          <a:stretch/>
        </p:blipFill>
        <p:spPr>
          <a:xfrm>
            <a:off x="-20400" y="13"/>
            <a:ext cx="9184800" cy="514348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med">
        <p:fade/>
      </p:transition>
    </mc:Fallback>
  </mc:AlternateConten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 1 2 2 1">
  <p:cSld name="CUSTOM_2_2_1">
    <p:bg>
      <p:bgPr>
        <a:solidFill>
          <a:srgbClr val="FFFFFF"/>
        </a:solidFill>
        <a:effectLst/>
      </p:bgPr>
    </p:bg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9" name="Google Shape;109;p60"/>
          <p:cNvPicPr preferRelativeResize="0"/>
          <p:nvPr/>
        </p:nvPicPr>
        <p:blipFill rotWithShape="1">
          <a:blip r:embed="rId2">
            <a:alphaModFix amt="20000"/>
          </a:blip>
          <a:srcRect/>
          <a:stretch/>
        </p:blipFill>
        <p:spPr>
          <a:xfrm>
            <a:off x="-20400" y="12"/>
            <a:ext cx="9184800" cy="514348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med">
        <p:fade/>
      </p:transition>
    </mc:Fallback>
  </mc:AlternateConten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 1 1">
  <p:cSld name="CUSTOM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61"/>
          <p:cNvSpPr txBox="1">
            <a:spLocks noGrp="1"/>
          </p:cNvSpPr>
          <p:nvPr>
            <p:ph type="title"/>
          </p:nvPr>
        </p:nvSpPr>
        <p:spPr>
          <a:xfrm>
            <a:off x="457200" y="238384"/>
            <a:ext cx="8229600" cy="62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None/>
              <a:defRPr>
                <a:solidFill>
                  <a:srgbClr val="FFFFFF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med">
        <p:fade/>
      </p:transition>
    </mc:Fallback>
  </mc:AlternateConten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6_Пользовательский макет 1 1">
  <p:cSld name="6_Пользовательский макет_1_1">
    <p:bg>
      <p:bgPr>
        <a:solidFill>
          <a:srgbClr val="FFFFFF"/>
        </a:solidFill>
        <a:effectLst/>
      </p:bgPr>
    </p:bg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62"/>
          <p:cNvSpPr txBox="1">
            <a:spLocks noGrp="1"/>
          </p:cNvSpPr>
          <p:nvPr>
            <p:ph type="title"/>
          </p:nvPr>
        </p:nvSpPr>
        <p:spPr>
          <a:xfrm>
            <a:off x="457200" y="306435"/>
            <a:ext cx="6824400" cy="52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Arial"/>
              <a:buNone/>
              <a:defRPr sz="3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4" name="Google Shape;114;p62"/>
          <p:cNvSpPr txBox="1">
            <a:spLocks noGrp="1"/>
          </p:cNvSpPr>
          <p:nvPr>
            <p:ph type="body" idx="1"/>
          </p:nvPr>
        </p:nvSpPr>
        <p:spPr>
          <a:xfrm>
            <a:off x="457199" y="1040162"/>
            <a:ext cx="8389200" cy="373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/>
            </a:lvl2pPr>
            <a:lvl3pPr marL="1371600" lvl="2" indent="-228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/>
            </a:lvl3pPr>
            <a:lvl4pPr marL="1828800" lvl="3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/>
            </a:lvl4pPr>
            <a:lvl5pPr marL="2286000" lvl="4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pic>
        <p:nvPicPr>
          <p:cNvPr id="115" name="Google Shape;115;p62"/>
          <p:cNvPicPr preferRelativeResize="0"/>
          <p:nvPr/>
        </p:nvPicPr>
        <p:blipFill rotWithShape="1">
          <a:blip r:embed="rId2">
            <a:alphaModFix amt="86000"/>
          </a:blip>
          <a:srcRect/>
          <a:stretch/>
        </p:blipFill>
        <p:spPr>
          <a:xfrm>
            <a:off x="0" y="-16759"/>
            <a:ext cx="9144000" cy="51770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med">
        <p:fade/>
      </p:transition>
    </mc:Fallback>
  </mc:AlternateConten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Пользовательский макет">
  <p:cSld name="3_Пользовательский макет">
    <p:bg>
      <p:bgPr>
        <a:solidFill>
          <a:srgbClr val="FFFFFF"/>
        </a:solidFill>
        <a:effectLst/>
      </p:bgPr>
    </p:bg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63"/>
          <p:cNvSpPr txBox="1">
            <a:spLocks noGrp="1"/>
          </p:cNvSpPr>
          <p:nvPr>
            <p:ph type="title"/>
          </p:nvPr>
        </p:nvSpPr>
        <p:spPr>
          <a:xfrm>
            <a:off x="457200" y="306435"/>
            <a:ext cx="6824382" cy="5272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Arial"/>
              <a:buNone/>
              <a:defRPr sz="3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8" name="Google Shape;118;p63"/>
          <p:cNvSpPr>
            <a:spLocks noGrp="1"/>
          </p:cNvSpPr>
          <p:nvPr>
            <p:ph type="pic" idx="2"/>
          </p:nvPr>
        </p:nvSpPr>
        <p:spPr>
          <a:xfrm>
            <a:off x="457200" y="936852"/>
            <a:ext cx="4608513" cy="3842155"/>
          </a:xfrm>
          <a:prstGeom prst="roundRect">
            <a:avLst>
              <a:gd name="adj" fmla="val 7952"/>
            </a:avLst>
          </a:prstGeom>
          <a:noFill/>
          <a:ln>
            <a:noFill/>
          </a:ln>
        </p:spPr>
      </p:sp>
      <p:sp>
        <p:nvSpPr>
          <p:cNvPr id="119" name="Google Shape;119;p63"/>
          <p:cNvSpPr txBox="1">
            <a:spLocks noGrp="1"/>
          </p:cNvSpPr>
          <p:nvPr>
            <p:ph type="body" idx="1"/>
          </p:nvPr>
        </p:nvSpPr>
        <p:spPr>
          <a:xfrm>
            <a:off x="5508171" y="1153886"/>
            <a:ext cx="2532743" cy="34253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3pPr>
            <a:lvl4pPr marL="1828800" lvl="3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4pPr>
            <a:lvl5pPr marL="2286000" lvl="4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med">
        <p:fade/>
      </p:transition>
    </mc:Fallback>
  </mc:AlternateConten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_page">
  <p:cSld name="8_Пользовательский макет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med">
        <p:fade/>
      </p:transition>
    </mc:Fallback>
  </mc:AlternateConten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_page 2">
  <p:cSld name="8_Пользовательский макет_2">
    <p:spTree>
      <p:nvGrpSpPr>
        <p:cNvPr id="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2" name="Google Shape;122;p65"/>
          <p:cNvGrpSpPr/>
          <p:nvPr/>
        </p:nvGrpSpPr>
        <p:grpSpPr>
          <a:xfrm>
            <a:off x="0" y="0"/>
            <a:ext cx="9144002" cy="5143381"/>
            <a:chOff x="0" y="0"/>
            <a:chExt cx="9144002" cy="4973775"/>
          </a:xfrm>
        </p:grpSpPr>
        <p:pic>
          <p:nvPicPr>
            <p:cNvPr id="123" name="Google Shape;123;p65"/>
            <p:cNvPicPr preferRelativeResize="0"/>
            <p:nvPr/>
          </p:nvPicPr>
          <p:blipFill rotWithShape="1">
            <a:blip r:embed="rId2">
              <a:alphaModFix/>
            </a:blip>
            <a:srcRect/>
            <a:stretch/>
          </p:blipFill>
          <p:spPr>
            <a:xfrm>
              <a:off x="0" y="0"/>
              <a:ext cx="9144002" cy="360285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24" name="Google Shape;124;p65"/>
            <p:cNvPicPr preferRelativeResize="0"/>
            <p:nvPr/>
          </p:nvPicPr>
          <p:blipFill rotWithShape="1">
            <a:blip r:embed="rId2">
              <a:alphaModFix/>
            </a:blip>
            <a:srcRect b="30790"/>
            <a:stretch/>
          </p:blipFill>
          <p:spPr>
            <a:xfrm rot="10800000" flipH="1">
              <a:off x="0" y="2480350"/>
              <a:ext cx="9144002" cy="2493425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med">
        <p:fade/>
      </p:transition>
    </mc:Fallback>
  </mc:AlternateConten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_page 2 1">
  <p:cSld name="8_Пользовательский макет_2_1"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6" name="Google Shape;126;p66"/>
          <p:cNvGrpSpPr/>
          <p:nvPr/>
        </p:nvGrpSpPr>
        <p:grpSpPr>
          <a:xfrm>
            <a:off x="0" y="0"/>
            <a:ext cx="9144002" cy="5143381"/>
            <a:chOff x="0" y="0"/>
            <a:chExt cx="9144002" cy="4973775"/>
          </a:xfrm>
        </p:grpSpPr>
        <p:pic>
          <p:nvPicPr>
            <p:cNvPr id="127" name="Google Shape;127;p66"/>
            <p:cNvPicPr preferRelativeResize="0"/>
            <p:nvPr/>
          </p:nvPicPr>
          <p:blipFill rotWithShape="1">
            <a:blip r:embed="rId2">
              <a:alphaModFix/>
            </a:blip>
            <a:srcRect/>
            <a:stretch/>
          </p:blipFill>
          <p:spPr>
            <a:xfrm>
              <a:off x="0" y="0"/>
              <a:ext cx="9144002" cy="360285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28" name="Google Shape;128;p66"/>
            <p:cNvPicPr preferRelativeResize="0"/>
            <p:nvPr/>
          </p:nvPicPr>
          <p:blipFill rotWithShape="1">
            <a:blip r:embed="rId2">
              <a:alphaModFix/>
            </a:blip>
            <a:srcRect b="30790"/>
            <a:stretch/>
          </p:blipFill>
          <p:spPr>
            <a:xfrm rot="10800000" flipH="1">
              <a:off x="0" y="2480350"/>
              <a:ext cx="9144002" cy="2493425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med">
        <p:fade/>
      </p:transition>
    </mc:Fallback>
  </mc:AlternateContent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 3">
  <p:cSld name="CUSTOM_4"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7"/>
          <p:cNvSpPr txBox="1">
            <a:spLocks noGrp="1"/>
          </p:cNvSpPr>
          <p:nvPr>
            <p:ph type="title"/>
          </p:nvPr>
        </p:nvSpPr>
        <p:spPr>
          <a:xfrm>
            <a:off x="457200" y="306434"/>
            <a:ext cx="8229600" cy="62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131" name="Google Shape;131;p67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2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med">
        <p:fade/>
      </p:transition>
    </mc:Fallback>
  </mc:AlternateContent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 3 2">
  <p:cSld name="CUSTOM_4_2"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68"/>
          <p:cNvSpPr txBox="1">
            <a:spLocks noGrp="1"/>
          </p:cNvSpPr>
          <p:nvPr>
            <p:ph type="title"/>
          </p:nvPr>
        </p:nvSpPr>
        <p:spPr>
          <a:xfrm>
            <a:off x="457200" y="306434"/>
            <a:ext cx="8229600" cy="62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134" name="Google Shape;134;p68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2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med">
        <p:fade/>
      </p:transition>
    </mc:Fallback>
  </mc:AlternateContent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 3 1">
  <p:cSld name="CUSTOM_4_1"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69"/>
          <p:cNvSpPr txBox="1">
            <a:spLocks noGrp="1"/>
          </p:cNvSpPr>
          <p:nvPr>
            <p:ph type="title"/>
          </p:nvPr>
        </p:nvSpPr>
        <p:spPr>
          <a:xfrm>
            <a:off x="457200" y="306434"/>
            <a:ext cx="8229600" cy="62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137" name="Google Shape;137;p69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2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med">
        <p:fade/>
      </p:transition>
    </mc:Fallback>
  </mc:AlternateConten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 3 1 1">
  <p:cSld name="CUSTOM_4_1_1"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70"/>
          <p:cNvSpPr txBox="1">
            <a:spLocks noGrp="1"/>
          </p:cNvSpPr>
          <p:nvPr>
            <p:ph type="title"/>
          </p:nvPr>
        </p:nvSpPr>
        <p:spPr>
          <a:xfrm>
            <a:off x="457200" y="306434"/>
            <a:ext cx="8229600" cy="62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140" name="Google Shape;140;p70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2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med">
        <p:fade/>
      </p:transition>
    </mc:Fallback>
  </mc:AlternateConten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6_Custom Layout">
  <p:cSld name="6_Custom Layout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71"/>
          <p:cNvSpPr txBox="1">
            <a:spLocks noGrp="1"/>
          </p:cNvSpPr>
          <p:nvPr>
            <p:ph type="title"/>
          </p:nvPr>
        </p:nvSpPr>
        <p:spPr>
          <a:xfrm>
            <a:off x="457200" y="306435"/>
            <a:ext cx="6291943" cy="5272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  <a:defRPr sz="32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3" name="Google Shape;143;p71"/>
          <p:cNvSpPr txBox="1">
            <a:spLocks noGrp="1"/>
          </p:cNvSpPr>
          <p:nvPr>
            <p:ph type="body" idx="1"/>
          </p:nvPr>
        </p:nvSpPr>
        <p:spPr>
          <a:xfrm>
            <a:off x="3102428" y="943208"/>
            <a:ext cx="5526315" cy="38755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3pPr>
            <a:lvl4pPr marL="1828800" lvl="3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4pPr>
            <a:lvl5pPr marL="2286000" lvl="4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44" name="Google Shape;144;p71"/>
          <p:cNvSpPr>
            <a:spLocks noGrp="1"/>
          </p:cNvSpPr>
          <p:nvPr>
            <p:ph type="pic" idx="2"/>
          </p:nvPr>
        </p:nvSpPr>
        <p:spPr>
          <a:xfrm>
            <a:off x="457200" y="943208"/>
            <a:ext cx="2532744" cy="1883023"/>
          </a:xfrm>
          <a:prstGeom prst="roundRect">
            <a:avLst>
              <a:gd name="adj" fmla="val 11537"/>
            </a:avLst>
          </a:prstGeom>
          <a:noFill/>
          <a:ln>
            <a:noFill/>
          </a:ln>
        </p:spPr>
      </p:sp>
      <p:sp>
        <p:nvSpPr>
          <p:cNvPr id="145" name="Google Shape;145;p71"/>
          <p:cNvSpPr>
            <a:spLocks noGrp="1"/>
          </p:cNvSpPr>
          <p:nvPr>
            <p:ph type="pic" idx="3"/>
          </p:nvPr>
        </p:nvSpPr>
        <p:spPr>
          <a:xfrm>
            <a:off x="457200" y="2935720"/>
            <a:ext cx="2532744" cy="1883023"/>
          </a:xfrm>
          <a:prstGeom prst="roundRect">
            <a:avLst>
              <a:gd name="adj" fmla="val 11537"/>
            </a:avLst>
          </a:prstGeom>
          <a:noFill/>
          <a:ln>
            <a:noFill/>
          </a:ln>
        </p:spPr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med">
        <p:fade/>
      </p:transition>
    </mc:Fallback>
  </mc:AlternateContent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9-blank">
  <p:cSld name="9_Пользовательский макет">
    <p:bg>
      <p:bgPr>
        <a:solidFill>
          <a:srgbClr val="FFFFFF"/>
        </a:solidFill>
        <a:effectLst/>
      </p:bgPr>
    </p:bg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med">
        <p:fade/>
      </p:transition>
    </mc:Fallback>
  </mc:AlternateContent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9-blank 1 1">
  <p:cSld name="9_Пользовательский макет_1_1">
    <p:bg>
      <p:bgPr>
        <a:solidFill>
          <a:srgbClr val="FFFFFF"/>
        </a:solidFill>
        <a:effectLst/>
      </p:bgPr>
    </p:bg>
    <p:spTree>
      <p:nvGrpSpPr>
        <p:cNvPr id="1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7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1" cy="51435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med">
        <p:fade/>
      </p:transition>
    </mc:Fallback>
  </mc:AlternateContent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7_Custom Layout">
  <p:cSld name="7_Custom Layout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74"/>
          <p:cNvSpPr txBox="1">
            <a:spLocks noGrp="1"/>
          </p:cNvSpPr>
          <p:nvPr>
            <p:ph type="title"/>
          </p:nvPr>
        </p:nvSpPr>
        <p:spPr>
          <a:xfrm>
            <a:off x="457200" y="306435"/>
            <a:ext cx="6291943" cy="5272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  <a:defRPr sz="32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1" name="Google Shape;151;p74"/>
          <p:cNvSpPr txBox="1">
            <a:spLocks noGrp="1"/>
          </p:cNvSpPr>
          <p:nvPr>
            <p:ph type="body" idx="1"/>
          </p:nvPr>
        </p:nvSpPr>
        <p:spPr>
          <a:xfrm>
            <a:off x="5733143" y="949330"/>
            <a:ext cx="2895600" cy="38957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/>
            </a:lvl1pPr>
            <a:lvl2pPr marL="914400" lvl="1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3pPr>
            <a:lvl4pPr marL="1828800" lvl="3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4pPr>
            <a:lvl5pPr marL="2286000" lvl="4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52" name="Google Shape;152;p74"/>
          <p:cNvSpPr>
            <a:spLocks noGrp="1"/>
          </p:cNvSpPr>
          <p:nvPr>
            <p:ph type="pic" idx="2"/>
          </p:nvPr>
        </p:nvSpPr>
        <p:spPr>
          <a:xfrm>
            <a:off x="457200" y="949329"/>
            <a:ext cx="2532744" cy="1883023"/>
          </a:xfrm>
          <a:prstGeom prst="roundRect">
            <a:avLst>
              <a:gd name="adj" fmla="val 11537"/>
            </a:avLst>
          </a:prstGeom>
          <a:noFill/>
          <a:ln>
            <a:noFill/>
          </a:ln>
        </p:spPr>
      </p:sp>
      <p:sp>
        <p:nvSpPr>
          <p:cNvPr id="153" name="Google Shape;153;p74"/>
          <p:cNvSpPr>
            <a:spLocks noGrp="1"/>
          </p:cNvSpPr>
          <p:nvPr>
            <p:ph type="pic" idx="3"/>
          </p:nvPr>
        </p:nvSpPr>
        <p:spPr>
          <a:xfrm>
            <a:off x="3095171" y="949328"/>
            <a:ext cx="2532744" cy="1883023"/>
          </a:xfrm>
          <a:prstGeom prst="roundRect">
            <a:avLst>
              <a:gd name="adj" fmla="val 11879"/>
            </a:avLst>
          </a:prstGeom>
          <a:noFill/>
          <a:ln>
            <a:noFill/>
          </a:ln>
        </p:spPr>
      </p:sp>
      <p:sp>
        <p:nvSpPr>
          <p:cNvPr id="154" name="Google Shape;154;p74"/>
          <p:cNvSpPr>
            <a:spLocks noGrp="1"/>
          </p:cNvSpPr>
          <p:nvPr>
            <p:ph type="pic" idx="4"/>
          </p:nvPr>
        </p:nvSpPr>
        <p:spPr>
          <a:xfrm>
            <a:off x="3095171" y="2962031"/>
            <a:ext cx="2532744" cy="1883023"/>
          </a:xfrm>
          <a:prstGeom prst="roundRect">
            <a:avLst>
              <a:gd name="adj" fmla="val 11537"/>
            </a:avLst>
          </a:prstGeom>
          <a:noFill/>
          <a:ln>
            <a:noFill/>
          </a:ln>
        </p:spPr>
      </p:sp>
      <p:sp>
        <p:nvSpPr>
          <p:cNvPr id="155" name="Google Shape;155;p74"/>
          <p:cNvSpPr>
            <a:spLocks noGrp="1"/>
          </p:cNvSpPr>
          <p:nvPr>
            <p:ph type="pic" idx="5"/>
          </p:nvPr>
        </p:nvSpPr>
        <p:spPr>
          <a:xfrm>
            <a:off x="457199" y="2962031"/>
            <a:ext cx="2532744" cy="1883023"/>
          </a:xfrm>
          <a:prstGeom prst="roundRect">
            <a:avLst>
              <a:gd name="adj" fmla="val 11537"/>
            </a:avLst>
          </a:prstGeom>
          <a:noFill/>
          <a:ln>
            <a:noFill/>
          </a:ln>
        </p:spPr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41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34"/>
          <p:cNvSpPr txBox="1">
            <a:spLocks noGrp="1"/>
          </p:cNvSpPr>
          <p:nvPr>
            <p:ph type="title"/>
          </p:nvPr>
        </p:nvSpPr>
        <p:spPr>
          <a:xfrm>
            <a:off x="457200" y="306434"/>
            <a:ext cx="8229600" cy="6204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None/>
              <a:defRPr sz="36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p34"/>
          <p:cNvSpPr txBox="1">
            <a:spLocks noGrp="1"/>
          </p:cNvSpPr>
          <p:nvPr>
            <p:ph type="body" idx="1"/>
          </p:nvPr>
        </p:nvSpPr>
        <p:spPr>
          <a:xfrm>
            <a:off x="457200" y="1121912"/>
            <a:ext cx="8229600" cy="2899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30200" algn="l" rtl="0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30200" algn="l" rtl="0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p34"/>
          <p:cNvSpPr txBox="1"/>
          <p:nvPr/>
        </p:nvSpPr>
        <p:spPr>
          <a:xfrm>
            <a:off x="-865051" y="4134125"/>
            <a:ext cx="184731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" name="Google Shape;9;p34"/>
          <p:cNvSpPr txBox="1"/>
          <p:nvPr/>
        </p:nvSpPr>
        <p:spPr>
          <a:xfrm>
            <a:off x="-865051" y="4134125"/>
            <a:ext cx="184731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  <p:sldLayoutId id="2147483672" r:id="rId24"/>
    <p:sldLayoutId id="2147483673" r:id="rId25"/>
    <p:sldLayoutId id="2147483674" r:id="rId26"/>
    <p:sldLayoutId id="2147483675" r:id="rId27"/>
    <p:sldLayoutId id="2147483676" r:id="rId28"/>
    <p:sldLayoutId id="2147483677" r:id="rId29"/>
    <p:sldLayoutId id="2147483678" r:id="rId30"/>
    <p:sldLayoutId id="2147483679" r:id="rId31"/>
    <p:sldLayoutId id="2147483680" r:id="rId32"/>
    <p:sldLayoutId id="2147483681" r:id="rId33"/>
    <p:sldLayoutId id="2147483682" r:id="rId34"/>
    <p:sldLayoutId id="2147483683" r:id="rId35"/>
    <p:sldLayoutId id="2147483684" r:id="rId36"/>
    <p:sldLayoutId id="2147483685" r:id="rId37"/>
    <p:sldLayoutId id="2147483686" r:id="rId38"/>
    <p:sldLayoutId id="2147483687" r:id="rId39"/>
    <p:sldLayoutId id="2147483688" r:id="rId40"/>
  </p:sldLayoutIdLst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med">
        <p:fade/>
      </p:transition>
    </mc:Fallback>
  </mc:AlternateConten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2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7.png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9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jp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 descr="Premium Photo | Optimizing water usage in agricultural practices ...">
            <a:extLst>
              <a:ext uri="{FF2B5EF4-FFF2-40B4-BE49-F238E27FC236}">
                <a16:creationId xmlns:a16="http://schemas.microsoft.com/office/drawing/2014/main" id="{D31E0685-B386-26A4-7261-2DBCA902AFF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49344" y="128241"/>
            <a:ext cx="5157332" cy="511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1" name="Google Shape;161;p1"/>
          <p:cNvSpPr txBox="1">
            <a:spLocks noGrp="1"/>
          </p:cNvSpPr>
          <p:nvPr>
            <p:ph type="title"/>
          </p:nvPr>
        </p:nvSpPr>
        <p:spPr>
          <a:xfrm>
            <a:off x="228880" y="1540718"/>
            <a:ext cx="4156500" cy="2062500"/>
          </a:xfrm>
          <a:prstGeom prst="rect">
            <a:avLst/>
          </a:prstGeom>
          <a:noFill/>
          <a:ln>
            <a:noFill/>
          </a:ln>
          <a:effectLst>
            <a:outerShdw algn="bl" rotWithShape="0">
              <a:srgbClr val="000000">
                <a:alpha val="57254"/>
              </a:srgbClr>
            </a:outerShdw>
          </a:effectLst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-US" sz="3200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Modern Control Methods in Agricultural Irrigation</a:t>
            </a:r>
            <a:endParaRPr sz="3200" dirty="0">
              <a:solidFill>
                <a:srgbClr val="FFFFF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62" name="Google Shape;162;p1"/>
          <p:cNvSpPr txBox="1">
            <a:spLocks noGrp="1"/>
          </p:cNvSpPr>
          <p:nvPr>
            <p:ph type="subTitle" idx="4294967295"/>
          </p:nvPr>
        </p:nvSpPr>
        <p:spPr>
          <a:xfrm>
            <a:off x="60961" y="3931920"/>
            <a:ext cx="4492200" cy="12115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10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358"/>
              <a:buFont typeface="Arial"/>
              <a:buNone/>
            </a:pPr>
            <a:r>
              <a:rPr lang="en-US" sz="1400" b="1" i="0" u="none" strike="noStrike" cap="none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Student: Tara Torbati, gr. R4237c</a:t>
            </a:r>
            <a:endParaRPr sz="1400" b="1" i="0" u="none" strike="noStrike" cap="none">
              <a:solidFill>
                <a:srgbClr val="FFFFF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marR="0" lvl="0" indent="0" algn="ctr" rtl="0">
              <a:lnSpc>
                <a:spcPct val="10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358"/>
              <a:buFont typeface="Arial"/>
              <a:buNone/>
            </a:pPr>
            <a:r>
              <a:rPr lang="en-US" sz="1400" b="1" i="0" u="none" strike="noStrike" cap="none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Supervisor: Alexey A. Peregudin</a:t>
            </a:r>
            <a:endParaRPr sz="20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358"/>
              <a:buFont typeface="Arial"/>
              <a:buNone/>
            </a:pPr>
            <a:endParaRPr sz="1400" b="1" i="0" u="none" strike="noStrike" cap="none">
              <a:solidFill>
                <a:srgbClr val="FFFFF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marR="0" lvl="0" indent="0" algn="ctr" rtl="0">
              <a:lnSpc>
                <a:spcPct val="10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358"/>
              <a:buFont typeface="Arial"/>
              <a:buNone/>
            </a:pPr>
            <a:r>
              <a:rPr lang="en-US" sz="1400" b="1" i="0" u="none" strike="noStrike" cap="none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Saint Petersburg 202</a:t>
            </a:r>
            <a:r>
              <a:rPr lang="en-US" sz="1400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6</a:t>
            </a:r>
            <a:endParaRPr sz="1400" b="1" i="0" u="none" strike="noStrike" cap="none">
              <a:solidFill>
                <a:srgbClr val="FFFFF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63" name="Google Shape;163;p1"/>
          <p:cNvSpPr txBox="1"/>
          <p:nvPr/>
        </p:nvSpPr>
        <p:spPr>
          <a:xfrm>
            <a:off x="868050" y="283925"/>
            <a:ext cx="3000000" cy="4924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-US" sz="2000" b="1" i="0" u="none" strike="noStrike" cap="none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ITMO University</a:t>
            </a:r>
            <a:endParaRPr sz="2000" b="0" i="0" u="none" strike="noStrike" cap="none" dirty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" name="AutoShape 2" descr="Premium Photo | Optimizing water usage in agricultural practices ...">
            <a:extLst>
              <a:ext uri="{FF2B5EF4-FFF2-40B4-BE49-F238E27FC236}">
                <a16:creationId xmlns:a16="http://schemas.microsoft.com/office/drawing/2014/main" id="{1E233641-9179-232F-EA22-207B83D6D31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241935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"/>
          <p:cNvSpPr txBox="1">
            <a:spLocks noGrp="1"/>
          </p:cNvSpPr>
          <p:nvPr>
            <p:ph type="title"/>
          </p:nvPr>
        </p:nvSpPr>
        <p:spPr>
          <a:xfrm>
            <a:off x="548175" y="340559"/>
            <a:ext cx="8229600" cy="62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-US" sz="3000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Motivation</a:t>
            </a:r>
            <a:endParaRPr sz="3000" dirty="0">
              <a:solidFill>
                <a:srgbClr val="FFFFF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69" name="Google Shape;169;p2"/>
          <p:cNvSpPr txBox="1"/>
          <p:nvPr/>
        </p:nvSpPr>
        <p:spPr>
          <a:xfrm>
            <a:off x="8633460" y="4808220"/>
            <a:ext cx="243840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 sz="1400" b="0" i="0" u="none" strike="noStrike" cap="non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F97A5"/>
        </a:solidFill>
        <a:effectLst/>
      </p:bgPr>
    </p:bg>
    <p:spTree>
      <p:nvGrpSpPr>
        <p:cNvPr id="1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0"/>
          <p:cNvSpPr txBox="1"/>
          <p:nvPr/>
        </p:nvSpPr>
        <p:spPr>
          <a:xfrm>
            <a:off x="8496300" y="4800600"/>
            <a:ext cx="381000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  <a:endParaRPr sz="1400" b="0" i="0" u="none" strike="noStrike" cap="non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" name="Google Shape;187;p5">
            <a:extLst>
              <a:ext uri="{FF2B5EF4-FFF2-40B4-BE49-F238E27FC236}">
                <a16:creationId xmlns:a16="http://schemas.microsoft.com/office/drawing/2014/main" id="{035C446D-DA3A-8A38-1C19-51FEE544EF21}"/>
              </a:ext>
            </a:extLst>
          </p:cNvPr>
          <p:cNvSpPr txBox="1"/>
          <p:nvPr/>
        </p:nvSpPr>
        <p:spPr>
          <a:xfrm>
            <a:off x="241796" y="289742"/>
            <a:ext cx="8605024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lang="en-US" sz="3000" b="1" i="0" u="none" strike="noStrike" cap="none" dirty="0">
                <a:solidFill>
                  <a:schemeClr val="lt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Existing literature</a:t>
            </a:r>
            <a:endParaRPr sz="3000" b="1" i="0" u="none" strike="noStrike" cap="none" dirty="0">
              <a:solidFill>
                <a:schemeClr val="lt2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" name="Google Shape;189;p5">
            <a:extLst>
              <a:ext uri="{FF2B5EF4-FFF2-40B4-BE49-F238E27FC236}">
                <a16:creationId xmlns:a16="http://schemas.microsoft.com/office/drawing/2014/main" id="{3E237FF1-F12D-2A62-AD59-4985B32F8B2A}"/>
              </a:ext>
            </a:extLst>
          </p:cNvPr>
          <p:cNvSpPr/>
          <p:nvPr/>
        </p:nvSpPr>
        <p:spPr>
          <a:xfrm>
            <a:off x="3242975" y="954575"/>
            <a:ext cx="5052000" cy="164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6100" tIns="48025" rIns="96100" bIns="48025" anchor="t" anchorCtr="0">
            <a:noAutofit/>
          </a:bodyPr>
          <a:lstStyle/>
          <a:p>
            <a:pPr marL="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71"/>
              <a:buFont typeface="Arial"/>
              <a:buNone/>
            </a:pPr>
            <a:r>
              <a:rPr lang="en-US" sz="1892">
                <a:solidFill>
                  <a:schemeClr val="lt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Baseline:</a:t>
            </a:r>
            <a:br>
              <a:rPr lang="en-US" sz="1471">
                <a:solidFill>
                  <a:schemeClr val="lt2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br>
              <a:rPr lang="en-US" sz="1471">
                <a:solidFill>
                  <a:schemeClr val="lt2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en-US" sz="1471">
                <a:solidFill>
                  <a:schemeClr val="lt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J. López-Jiménez, N. Quijano, L. Dewasme, and A. Vande Wouwer, “Agent-based model predictive control of soil-crop irrigation with topographical information,” Control Engineering Practice, vol. 150, p. 106012, 2024. </a:t>
            </a:r>
            <a:endParaRPr sz="1471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" name="Google Shape;190;p5">
            <a:extLst>
              <a:ext uri="{FF2B5EF4-FFF2-40B4-BE49-F238E27FC236}">
                <a16:creationId xmlns:a16="http://schemas.microsoft.com/office/drawing/2014/main" id="{832D9074-C3CA-1C7D-E0F4-790778081557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t="891" b="5309"/>
          <a:stretch/>
        </p:blipFill>
        <p:spPr>
          <a:xfrm>
            <a:off x="372275" y="954575"/>
            <a:ext cx="2625616" cy="3976301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Google Shape;191;p5">
            <a:extLst>
              <a:ext uri="{FF2B5EF4-FFF2-40B4-BE49-F238E27FC236}">
                <a16:creationId xmlns:a16="http://schemas.microsoft.com/office/drawing/2014/main" id="{5644A871-2789-7952-4A70-D410E20B216F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289694" y="2708752"/>
            <a:ext cx="5051956" cy="22221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3"/>
          <p:cNvSpPr/>
          <p:nvPr/>
        </p:nvSpPr>
        <p:spPr>
          <a:xfrm>
            <a:off x="368100" y="280625"/>
            <a:ext cx="6870900" cy="649500"/>
          </a:xfrm>
          <a:prstGeom prst="roundRect">
            <a:avLst>
              <a:gd name="adj" fmla="val 16667"/>
            </a:avLst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lang="en-US" sz="3000" b="1" i="0" u="none" strike="noStrike" cap="none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Research Goals and Tasks</a:t>
            </a:r>
            <a:endParaRPr sz="1800" b="0" i="0" u="none" strike="noStrike" cap="none">
              <a:solidFill>
                <a:srgbClr val="FFFFF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75" name="Google Shape;175;p3"/>
          <p:cNvSpPr txBox="1"/>
          <p:nvPr/>
        </p:nvSpPr>
        <p:spPr>
          <a:xfrm>
            <a:off x="364200" y="1159563"/>
            <a:ext cx="8415600" cy="67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1600" b="0" i="0" u="none" strike="noStrike" cap="none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The aim was to study the applications of</a:t>
            </a:r>
            <a:r>
              <a:rPr lang="en-US" sz="1600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Modern Control Methods</a:t>
            </a:r>
            <a:r>
              <a:rPr lang="en-US" sz="1600" b="0" i="0" u="none" strike="noStrike" cap="none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in </a:t>
            </a:r>
            <a:r>
              <a:rPr lang="en-US" sz="1600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Agricultural Irrigation of a field in Talish mountains, Gilan province Iran</a:t>
            </a:r>
            <a:endParaRPr sz="1600" b="0" i="0" u="none" strike="noStrike" cap="none" dirty="0">
              <a:solidFill>
                <a:srgbClr val="FFFFF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76" name="Google Shape;176;p3"/>
          <p:cNvSpPr txBox="1"/>
          <p:nvPr/>
        </p:nvSpPr>
        <p:spPr>
          <a:xfrm>
            <a:off x="897500" y="2170950"/>
            <a:ext cx="6761100" cy="24006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</a:pPr>
            <a:r>
              <a:rPr lang="en-US" sz="1800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Field and data selection and preprocessing </a:t>
            </a:r>
            <a:endParaRPr sz="1800" dirty="0">
              <a:solidFill>
                <a:srgbClr val="FFFFF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</a:pPr>
            <a:endParaRPr sz="1800" dirty="0">
              <a:solidFill>
                <a:srgbClr val="FFFFF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0" i="0" u="none" strike="noStrike" cap="none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Mathematical Modeling of </a:t>
            </a:r>
            <a:r>
              <a:rPr lang="en-US" sz="1800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the agricultural system</a:t>
            </a:r>
            <a:endParaRPr sz="1800" b="0" i="0" u="none" strike="noStrike" cap="none" dirty="0">
              <a:solidFill>
                <a:srgbClr val="FFFFF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0" i="0" u="none" strike="noStrike" cap="none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Controller Design and Simulation (MPC vs RL)</a:t>
            </a:r>
            <a:endParaRPr sz="1800" dirty="0">
              <a:solidFill>
                <a:srgbClr val="FFFFF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</a:pPr>
            <a:r>
              <a:rPr lang="en-US" sz="1800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Performance Analysis and Comparison of Results</a:t>
            </a:r>
            <a:endParaRPr sz="1800" b="0" i="0" u="none" strike="noStrike" cap="none" dirty="0">
              <a:solidFill>
                <a:srgbClr val="FFFFF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77" name="Google Shape;177;p3"/>
          <p:cNvSpPr/>
          <p:nvPr/>
        </p:nvSpPr>
        <p:spPr>
          <a:xfrm rot="5400000">
            <a:off x="407575" y="4270800"/>
            <a:ext cx="552300" cy="301800"/>
          </a:xfrm>
          <a:prstGeom prst="bentUpArrow">
            <a:avLst>
              <a:gd name="adj1" fmla="val 25000"/>
              <a:gd name="adj2" fmla="val 25000"/>
              <a:gd name="adj3" fmla="val 25000"/>
            </a:avLst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3"/>
          <p:cNvSpPr txBox="1"/>
          <p:nvPr/>
        </p:nvSpPr>
        <p:spPr>
          <a:xfrm>
            <a:off x="8633460" y="4800600"/>
            <a:ext cx="243840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3"/>
          <p:cNvSpPr/>
          <p:nvPr/>
        </p:nvSpPr>
        <p:spPr>
          <a:xfrm rot="5400000">
            <a:off x="407575" y="3718500"/>
            <a:ext cx="552300" cy="301800"/>
          </a:xfrm>
          <a:prstGeom prst="bentUpArrow">
            <a:avLst>
              <a:gd name="adj1" fmla="val 25000"/>
              <a:gd name="adj2" fmla="val 25000"/>
              <a:gd name="adj3" fmla="val 25000"/>
            </a:avLst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3"/>
          <p:cNvSpPr/>
          <p:nvPr/>
        </p:nvSpPr>
        <p:spPr>
          <a:xfrm rot="5400000">
            <a:off x="407575" y="3166200"/>
            <a:ext cx="552300" cy="301800"/>
          </a:xfrm>
          <a:prstGeom prst="bentUpArrow">
            <a:avLst>
              <a:gd name="adj1" fmla="val 25000"/>
              <a:gd name="adj2" fmla="val 25000"/>
              <a:gd name="adj3" fmla="val 25000"/>
            </a:avLst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3"/>
          <p:cNvSpPr/>
          <p:nvPr/>
        </p:nvSpPr>
        <p:spPr>
          <a:xfrm rot="5400000">
            <a:off x="407575" y="2613900"/>
            <a:ext cx="552300" cy="301800"/>
          </a:xfrm>
          <a:prstGeom prst="bentUpArrow">
            <a:avLst>
              <a:gd name="adj1" fmla="val 25000"/>
              <a:gd name="adj2" fmla="val 25000"/>
              <a:gd name="adj3" fmla="val 25000"/>
            </a:avLst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2" name="Google Shape;182;p3"/>
          <p:cNvSpPr/>
          <p:nvPr/>
        </p:nvSpPr>
        <p:spPr>
          <a:xfrm rot="5400000">
            <a:off x="407575" y="2061600"/>
            <a:ext cx="552300" cy="301800"/>
          </a:xfrm>
          <a:prstGeom prst="bentUpArrow">
            <a:avLst>
              <a:gd name="adj1" fmla="val 25000"/>
              <a:gd name="adj2" fmla="val 25000"/>
              <a:gd name="adj3" fmla="val 25000"/>
            </a:avLst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F97A5"/>
        </a:solidFill>
        <a:effectLst/>
      </p:bgPr>
    </p:bg>
    <p:spTree>
      <p:nvGrpSpPr>
        <p:cNvPr id="1" name="Shape 243">
          <a:extLst>
            <a:ext uri="{FF2B5EF4-FFF2-40B4-BE49-F238E27FC236}">
              <a16:creationId xmlns:a16="http://schemas.microsoft.com/office/drawing/2014/main" id="{2855E7F7-DEAD-16D0-267F-35722055E5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197;g3e1b453938d_0_4">
            <a:extLst>
              <a:ext uri="{FF2B5EF4-FFF2-40B4-BE49-F238E27FC236}">
                <a16:creationId xmlns:a16="http://schemas.microsoft.com/office/drawing/2014/main" id="{257C5FE8-5953-5584-6341-73533EF227ED}"/>
              </a:ext>
            </a:extLst>
          </p:cNvPr>
          <p:cNvSpPr txBox="1"/>
          <p:nvPr/>
        </p:nvSpPr>
        <p:spPr>
          <a:xfrm>
            <a:off x="199939" y="289750"/>
            <a:ext cx="7094631" cy="5539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lang="en-US" sz="3000" b="1" dirty="0">
                <a:solidFill>
                  <a:schemeClr val="lt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Field Description and Data Preprocessing</a:t>
            </a:r>
            <a:endParaRPr sz="3000" b="1" i="0" u="none" strike="noStrike" cap="none" dirty="0">
              <a:solidFill>
                <a:schemeClr val="lt2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327D0DF6-5DB0-9196-31C4-99EE91E9F46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6234" t="11476" r="5962"/>
          <a:stretch>
            <a:fillRect/>
          </a:stretch>
        </p:blipFill>
        <p:spPr>
          <a:xfrm>
            <a:off x="6647503" y="2990850"/>
            <a:ext cx="2055255" cy="1278198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E57BC8FC-5499-6FEE-6FE2-64F9D712E4AD}"/>
              </a:ext>
            </a:extLst>
          </p:cNvPr>
          <p:cNvSpPr txBox="1"/>
          <p:nvPr/>
        </p:nvSpPr>
        <p:spPr>
          <a:xfrm>
            <a:off x="4572000" y="1049767"/>
            <a:ext cx="2849570" cy="498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000" b="1" dirty="0">
                <a:solidFill>
                  <a:schemeClr val="bg1">
                    <a:lumMod val="60000"/>
                    <a:lumOff val="4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Elevation Map: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8E121D1-C92A-3E72-3E4B-1A9019A48CE2}"/>
              </a:ext>
            </a:extLst>
          </p:cNvPr>
          <p:cNvSpPr/>
          <p:nvPr/>
        </p:nvSpPr>
        <p:spPr>
          <a:xfrm>
            <a:off x="199939" y="1089522"/>
            <a:ext cx="4130761" cy="3863477"/>
          </a:xfrm>
          <a:prstGeom prst="rect">
            <a:avLst/>
          </a:prstGeom>
          <a:noFill/>
          <a:ln>
            <a:solidFill>
              <a:schemeClr val="bg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lnSpc>
                <a:spcPct val="150000"/>
              </a:lnSpc>
            </a:pPr>
            <a:r>
              <a:rPr lang="en-US" sz="2000" b="1" dirty="0">
                <a:solidFill>
                  <a:schemeClr val="bg1">
                    <a:lumMod val="60000"/>
                    <a:lumOff val="4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Climate Data:</a:t>
            </a:r>
            <a:endParaRPr lang="en-US" sz="1000" b="1" dirty="0">
              <a:solidFill>
                <a:schemeClr val="bg1">
                  <a:lumMod val="60000"/>
                  <a:lumOff val="4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</a:pPr>
            <a:r>
              <a:rPr lang="en-US" dirty="0">
                <a:solidFill>
                  <a:schemeClr val="bg1">
                    <a:lumMod val="60000"/>
                    <a:lumOff val="4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 mean, maximum, and minimum air temperatures at 2m [◦C]</a:t>
            </a:r>
          </a:p>
          <a:p>
            <a:pPr>
              <a:lnSpc>
                <a:spcPct val="150000"/>
              </a:lnSpc>
            </a:pPr>
            <a:r>
              <a:rPr lang="en-US" dirty="0">
                <a:solidFill>
                  <a:schemeClr val="bg1">
                    <a:lumMod val="60000"/>
                    <a:lumOff val="4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 corrected daily precipitation [mm/day]</a:t>
            </a:r>
          </a:p>
          <a:p>
            <a:pPr>
              <a:lnSpc>
                <a:spcPct val="150000"/>
              </a:lnSpc>
            </a:pPr>
            <a:r>
              <a:rPr lang="en-US" dirty="0">
                <a:solidFill>
                  <a:schemeClr val="bg1">
                    <a:lumMod val="60000"/>
                    <a:lumOff val="4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 relative humidity [%]</a:t>
            </a:r>
          </a:p>
          <a:p>
            <a:pPr>
              <a:lnSpc>
                <a:spcPct val="150000"/>
              </a:lnSpc>
            </a:pPr>
            <a:r>
              <a:rPr lang="en-US" dirty="0">
                <a:solidFill>
                  <a:schemeClr val="bg1">
                    <a:lumMod val="60000"/>
                    <a:lumOff val="4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 surface shortwave downward irradiance [MJ/m2/day]</a:t>
            </a:r>
          </a:p>
          <a:p>
            <a:pPr>
              <a:lnSpc>
                <a:spcPct val="150000"/>
              </a:lnSpc>
            </a:pPr>
            <a:r>
              <a:rPr lang="en-US" dirty="0">
                <a:solidFill>
                  <a:schemeClr val="bg1">
                    <a:lumMod val="60000"/>
                    <a:lumOff val="4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 wind speed at 2m [m/s], and</a:t>
            </a:r>
          </a:p>
          <a:p>
            <a:pPr>
              <a:lnSpc>
                <a:spcPct val="150000"/>
              </a:lnSpc>
            </a:pPr>
            <a:r>
              <a:rPr lang="en-US" dirty="0">
                <a:solidFill>
                  <a:schemeClr val="bg1">
                    <a:lumMod val="60000"/>
                    <a:lumOff val="4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 surface pressure [kPa]</a:t>
            </a:r>
          </a:p>
          <a:p>
            <a:pPr>
              <a:lnSpc>
                <a:spcPct val="150000"/>
              </a:lnSpc>
            </a:pPr>
            <a:r>
              <a:rPr lang="en-US" dirty="0">
                <a:solidFill>
                  <a:schemeClr val="bg1">
                    <a:lumMod val="60000"/>
                    <a:lumOff val="4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 reference evaporation ET0 [mm/day]</a:t>
            </a:r>
          </a:p>
          <a:p>
            <a:pPr>
              <a:lnSpc>
                <a:spcPct val="150000"/>
              </a:lnSpc>
            </a:pPr>
            <a:endParaRPr lang="en-US" sz="900" dirty="0">
              <a:solidFill>
                <a:schemeClr val="bg1">
                  <a:lumMod val="60000"/>
                  <a:lumOff val="4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1300" dirty="0">
                <a:solidFill>
                  <a:schemeClr val="bg1">
                    <a:lumMod val="60000"/>
                    <a:lumOff val="4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First were 6 obtained from the NASA POWER reanalysis and ET0 was calculated using Penman-Monteith equation</a:t>
            </a:r>
          </a:p>
          <a:p>
            <a:pPr algn="ctr">
              <a:lnSpc>
                <a:spcPct val="150000"/>
              </a:lnSpc>
            </a:pPr>
            <a:endParaRPr lang="en-US" dirty="0">
              <a:solidFill>
                <a:schemeClr val="bg1">
                  <a:lumMod val="60000"/>
                  <a:lumOff val="4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49685FE-2484-0CFE-DFF6-AD15BDA38F54}"/>
              </a:ext>
            </a:extLst>
          </p:cNvPr>
          <p:cNvSpPr txBox="1"/>
          <p:nvPr/>
        </p:nvSpPr>
        <p:spPr>
          <a:xfrm>
            <a:off x="4572000" y="4330892"/>
            <a:ext cx="4165728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300" dirty="0">
                <a:solidFill>
                  <a:schemeClr val="bg1">
                    <a:lumMod val="60000"/>
                    <a:lumOff val="4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obtained from the USGS </a:t>
            </a:r>
            <a:r>
              <a:rPr lang="en-US" sz="1300" dirty="0" err="1">
                <a:solidFill>
                  <a:schemeClr val="bg1">
                    <a:lumMod val="60000"/>
                    <a:lumOff val="4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ShuttleRadar</a:t>
            </a:r>
            <a:r>
              <a:rPr lang="en-US" sz="1300" dirty="0">
                <a:solidFill>
                  <a:schemeClr val="bg1">
                    <a:lumMod val="60000"/>
                    <a:lumOff val="4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Topography Mission (SRTM) 30-meter dataset.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3957114-8AE1-A2E3-E98D-1EA197F9A51D}"/>
              </a:ext>
            </a:extLst>
          </p:cNvPr>
          <p:cNvSpPr/>
          <p:nvPr/>
        </p:nvSpPr>
        <p:spPr>
          <a:xfrm>
            <a:off x="4454439" y="1089521"/>
            <a:ext cx="4383265" cy="3863479"/>
          </a:xfrm>
          <a:prstGeom prst="rect">
            <a:avLst/>
          </a:prstGeom>
          <a:noFill/>
          <a:ln>
            <a:solidFill>
              <a:schemeClr val="bg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lnSpc>
                <a:spcPct val="150000"/>
              </a:lnSpc>
            </a:pPr>
            <a:endParaRPr lang="en-US" dirty="0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E4CE4A51-FAD9-4BC3-CBE3-2E3993A4FC6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1563" t="1" r="28778" b="694"/>
          <a:stretch>
            <a:fillRect/>
          </a:stretch>
        </p:blipFill>
        <p:spPr>
          <a:xfrm>
            <a:off x="6636443" y="1588184"/>
            <a:ext cx="2055255" cy="13348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45362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F97A5"/>
        </a:solidFill>
        <a:effectLst/>
      </p:bgPr>
    </p:bg>
    <p:spTree>
      <p:nvGrpSpPr>
        <p:cNvPr id="1" name="Shape 243">
          <a:extLst>
            <a:ext uri="{FF2B5EF4-FFF2-40B4-BE49-F238E27FC236}">
              <a16:creationId xmlns:a16="http://schemas.microsoft.com/office/drawing/2014/main" id="{BC5345B7-F060-DD03-63BE-1661F3D35B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0">
            <a:extLst>
              <a:ext uri="{FF2B5EF4-FFF2-40B4-BE49-F238E27FC236}">
                <a16:creationId xmlns:a16="http://schemas.microsoft.com/office/drawing/2014/main" id="{D46F283D-3211-CEDE-7631-A9D29539059B}"/>
              </a:ext>
            </a:extLst>
          </p:cNvPr>
          <p:cNvSpPr txBox="1"/>
          <p:nvPr/>
        </p:nvSpPr>
        <p:spPr>
          <a:xfrm>
            <a:off x="8496300" y="4800600"/>
            <a:ext cx="381000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  <a:endParaRPr sz="1400" b="0" i="0" u="none" strike="noStrike" cap="non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" name="Google Shape;197;g3e1b453938d_0_4">
            <a:extLst>
              <a:ext uri="{FF2B5EF4-FFF2-40B4-BE49-F238E27FC236}">
                <a16:creationId xmlns:a16="http://schemas.microsoft.com/office/drawing/2014/main" id="{33B30354-BD70-2111-196F-DD6A5F556EC2}"/>
              </a:ext>
            </a:extLst>
          </p:cNvPr>
          <p:cNvSpPr txBox="1"/>
          <p:nvPr/>
        </p:nvSpPr>
        <p:spPr>
          <a:xfrm>
            <a:off x="241800" y="289750"/>
            <a:ext cx="5489400" cy="5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lang="en-US" sz="3000" b="1" dirty="0">
                <a:solidFill>
                  <a:schemeClr val="lt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System Modeling and Dynamics</a:t>
            </a:r>
            <a:endParaRPr sz="3000" b="1" i="0" u="none" strike="noStrike" cap="none" dirty="0">
              <a:solidFill>
                <a:schemeClr val="lt2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Rectangle: Rounded Corners 2">
                <a:extLst>
                  <a:ext uri="{FF2B5EF4-FFF2-40B4-BE49-F238E27FC236}">
                    <a16:creationId xmlns:a16="http://schemas.microsoft.com/office/drawing/2014/main" id="{0D77ED16-6EF3-9AB7-5B44-084A966FCD5C}"/>
                  </a:ext>
                </a:extLst>
              </p:cNvPr>
              <p:cNvSpPr/>
              <p:nvPr/>
            </p:nvSpPr>
            <p:spPr>
              <a:xfrm>
                <a:off x="241799" y="979946"/>
                <a:ext cx="2663325" cy="1253667"/>
              </a:xfrm>
              <a:prstGeom prst="roundRect">
                <a:avLst>
                  <a:gd name="adj" fmla="val 7199"/>
                </a:avLst>
              </a:prstGeom>
              <a:noFill/>
              <a:ln>
                <a:solidFill>
                  <a:schemeClr val="bg1">
                    <a:lumMod val="20000"/>
                    <a:lumOff val="8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solidFill>
                                <a:schemeClr val="bg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smtClean="0">
                              <a:solidFill>
                                <a:schemeClr val="bg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i="1" smtClean="0">
                              <a:solidFill>
                                <a:schemeClr val="bg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i="1" smtClean="0">
                          <a:solidFill>
                            <a:schemeClr val="bg1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m:rPr>
                          <m:sty m:val="p"/>
                        </m:rPr>
                        <a:rPr lang="en-US" smtClean="0">
                          <a:solidFill>
                            <a:schemeClr val="bg1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r</m:t>
                      </m:r>
                      <m:r>
                        <m:rPr>
                          <m:nor/>
                        </m:rPr>
                        <a:rPr lang="en-US" dirty="0">
                          <a:solidFill>
                            <a:schemeClr val="bg1">
                              <a:lumMod val="60000"/>
                              <a:lumOff val="40000"/>
                            </a:schemeClr>
                          </a:solidFill>
                          <a:latin typeface="Times New Roman" panose="02020603050405020304" pitchFamily="18" charset="0"/>
                          <a:ea typeface="Tahoma" panose="020B0604030504040204" pitchFamily="34" charset="0"/>
                          <a:cs typeface="Times New Roman" panose="02020603050405020304" pitchFamily="18" charset="0"/>
                        </a:rPr>
                        <m:t>oot</m:t>
                      </m:r>
                      <m:r>
                        <m:rPr>
                          <m:nor/>
                        </m:rPr>
                        <a:rPr lang="en-US" dirty="0">
                          <a:solidFill>
                            <a:schemeClr val="bg1">
                              <a:lumMod val="60000"/>
                              <a:lumOff val="40000"/>
                            </a:schemeClr>
                          </a:solidFill>
                          <a:latin typeface="Times New Roman" panose="02020603050405020304" pitchFamily="18" charset="0"/>
                          <a:ea typeface="Tahoma" panose="020B0604030504040204" pitchFamily="34" charset="0"/>
                          <a:cs typeface="Times New Roman" panose="020206030504050203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dirty="0">
                          <a:solidFill>
                            <a:schemeClr val="bg1">
                              <a:lumMod val="60000"/>
                              <a:lumOff val="40000"/>
                            </a:schemeClr>
                          </a:solidFill>
                          <a:latin typeface="Times New Roman" panose="02020603050405020304" pitchFamily="18" charset="0"/>
                          <a:ea typeface="Tahoma" panose="020B0604030504040204" pitchFamily="34" charset="0"/>
                          <a:cs typeface="Times New Roman" panose="02020603050405020304" pitchFamily="18" charset="0"/>
                        </a:rPr>
                        <m:t>moisture</m:t>
                      </m:r>
                      <m:r>
                        <m:rPr>
                          <m:nor/>
                        </m:rPr>
                        <a:rPr lang="en-US" dirty="0">
                          <a:solidFill>
                            <a:schemeClr val="bg1">
                              <a:lumMod val="60000"/>
                              <a:lumOff val="40000"/>
                            </a:schemeClr>
                          </a:solidFill>
                          <a:latin typeface="Times New Roman" panose="02020603050405020304" pitchFamily="18" charset="0"/>
                          <a:ea typeface="Tahoma" panose="020B0604030504040204" pitchFamily="34" charset="0"/>
                          <a:cs typeface="Times New Roman" panose="02020603050405020304" pitchFamily="18" charset="0"/>
                        </a:rPr>
                        <m:t> (</m:t>
                      </m:r>
                      <m:r>
                        <m:rPr>
                          <m:nor/>
                        </m:rPr>
                        <a:rPr lang="en-US" dirty="0">
                          <a:solidFill>
                            <a:schemeClr val="bg1">
                              <a:lumMod val="60000"/>
                              <a:lumOff val="40000"/>
                            </a:schemeClr>
                          </a:solidFill>
                          <a:latin typeface="Times New Roman" panose="02020603050405020304" pitchFamily="18" charset="0"/>
                          <a:ea typeface="Tahoma" panose="020B0604030504040204" pitchFamily="34" charset="0"/>
                          <a:cs typeface="Times New Roman" panose="02020603050405020304" pitchFamily="18" charset="0"/>
                        </a:rPr>
                        <m:t>mm</m:t>
                      </m:r>
                      <m:r>
                        <m:rPr>
                          <m:nor/>
                        </m:rPr>
                        <a:rPr lang="en-US" dirty="0">
                          <a:solidFill>
                            <a:schemeClr val="bg1">
                              <a:lumMod val="60000"/>
                              <a:lumOff val="40000"/>
                            </a:schemeClr>
                          </a:solidFill>
                          <a:latin typeface="Times New Roman" panose="02020603050405020304" pitchFamily="18" charset="0"/>
                          <a:ea typeface="Tahoma" panose="020B0604030504040204" pitchFamily="34" charset="0"/>
                          <a:cs typeface="Times New Roman" panose="02020603050405020304" pitchFamily="18" charset="0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chemeClr val="bg1">
                      <a:lumMod val="60000"/>
                      <a:lumOff val="40000"/>
                    </a:schemeClr>
                  </a:solidFill>
                  <a:latin typeface="Times New Roman" panose="02020603050405020304" pitchFamily="18" charset="0"/>
                  <a:ea typeface="Tahoma" panose="020B0604030504040204" pitchFamily="34" charset="0"/>
                  <a:cs typeface="Times New Roman" panose="020206030504050203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solidFill>
                                <a:schemeClr val="bg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smtClean="0">
                              <a:solidFill>
                                <a:schemeClr val="bg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i="1" smtClean="0">
                              <a:solidFill>
                                <a:schemeClr val="bg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i="1" smtClean="0">
                          <a:solidFill>
                            <a:schemeClr val="bg1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m:rPr>
                          <m:sty m:val="p"/>
                        </m:rPr>
                        <a:rPr lang="en-US" smtClean="0">
                          <a:solidFill>
                            <a:schemeClr val="bg1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t</m:t>
                      </m:r>
                      <m:r>
                        <m:rPr>
                          <m:nor/>
                        </m:rPr>
                        <a:rPr lang="en-US" dirty="0">
                          <a:solidFill>
                            <a:schemeClr val="bg1">
                              <a:lumMod val="60000"/>
                              <a:lumOff val="40000"/>
                            </a:schemeClr>
                          </a:solidFill>
                          <a:latin typeface="Times New Roman" panose="02020603050405020304" pitchFamily="18" charset="0"/>
                          <a:ea typeface="Tahoma" panose="020B0604030504040204" pitchFamily="34" charset="0"/>
                          <a:cs typeface="Times New Roman" panose="02020603050405020304" pitchFamily="18" charset="0"/>
                        </a:rPr>
                        <m:t>hermal</m:t>
                      </m:r>
                      <m:r>
                        <m:rPr>
                          <m:nor/>
                        </m:rPr>
                        <a:rPr lang="en-US" dirty="0">
                          <a:solidFill>
                            <a:schemeClr val="bg1">
                              <a:lumMod val="60000"/>
                              <a:lumOff val="40000"/>
                            </a:schemeClr>
                          </a:solidFill>
                          <a:latin typeface="Times New Roman" panose="02020603050405020304" pitchFamily="18" charset="0"/>
                          <a:ea typeface="Tahoma" panose="020B0604030504040204" pitchFamily="34" charset="0"/>
                          <a:cs typeface="Times New Roman" panose="020206030504050203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dirty="0">
                          <a:solidFill>
                            <a:schemeClr val="bg1">
                              <a:lumMod val="60000"/>
                              <a:lumOff val="40000"/>
                            </a:schemeClr>
                          </a:solidFill>
                          <a:latin typeface="Times New Roman" panose="02020603050405020304" pitchFamily="18" charset="0"/>
                          <a:ea typeface="Tahoma" panose="020B0604030504040204" pitchFamily="34" charset="0"/>
                          <a:cs typeface="Times New Roman" panose="02020603050405020304" pitchFamily="18" charset="0"/>
                        </a:rPr>
                        <m:t>time</m:t>
                      </m:r>
                      <m:r>
                        <m:rPr>
                          <m:nor/>
                        </m:rPr>
                        <a:rPr lang="en-US" dirty="0">
                          <a:solidFill>
                            <a:schemeClr val="bg1">
                              <a:lumMod val="60000"/>
                              <a:lumOff val="40000"/>
                            </a:schemeClr>
                          </a:solidFill>
                          <a:latin typeface="Times New Roman" panose="02020603050405020304" pitchFamily="18" charset="0"/>
                          <a:ea typeface="Tahoma" panose="020B0604030504040204" pitchFamily="34" charset="0"/>
                          <a:cs typeface="Times New Roman" panose="02020603050405020304" pitchFamily="18" charset="0"/>
                        </a:rPr>
                        <m:t> (</m:t>
                      </m:r>
                      <m:r>
                        <m:rPr>
                          <m:nor/>
                        </m:rPr>
                        <a:rPr lang="en-US" dirty="0">
                          <a:solidFill>
                            <a:schemeClr val="bg1">
                              <a:lumMod val="60000"/>
                              <a:lumOff val="40000"/>
                            </a:schemeClr>
                          </a:solidFill>
                          <a:latin typeface="Times New Roman" panose="02020603050405020304" pitchFamily="18" charset="0"/>
                          <a:ea typeface="Tahoma" panose="020B0604030504040204" pitchFamily="34" charset="0"/>
                          <a:cs typeface="Times New Roman" panose="02020603050405020304" pitchFamily="18" charset="0"/>
                        </a:rPr>
                        <m:t>GDD</m:t>
                      </m:r>
                      <m:r>
                        <m:rPr>
                          <m:nor/>
                        </m:rPr>
                        <a:rPr lang="en-US" dirty="0">
                          <a:solidFill>
                            <a:schemeClr val="bg1">
                              <a:lumMod val="60000"/>
                              <a:lumOff val="40000"/>
                            </a:schemeClr>
                          </a:solidFill>
                          <a:latin typeface="Times New Roman" panose="02020603050405020304" pitchFamily="18" charset="0"/>
                          <a:ea typeface="Tahoma" panose="020B0604030504040204" pitchFamily="34" charset="0"/>
                          <a:cs typeface="Times New Roman" panose="02020603050405020304" pitchFamily="18" charset="0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chemeClr val="bg1">
                      <a:lumMod val="60000"/>
                      <a:lumOff val="40000"/>
                    </a:schemeClr>
                  </a:solidFill>
                  <a:latin typeface="Times New Roman" panose="02020603050405020304" pitchFamily="18" charset="0"/>
                  <a:ea typeface="Tahoma" panose="020B0604030504040204" pitchFamily="34" charset="0"/>
                  <a:cs typeface="Times New Roman" panose="020206030504050203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solidFill>
                                <a:schemeClr val="bg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smtClean="0">
                              <a:solidFill>
                                <a:schemeClr val="bg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i="1" smtClean="0">
                              <a:solidFill>
                                <a:schemeClr val="bg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US" i="1" smtClean="0">
                          <a:solidFill>
                            <a:schemeClr val="bg1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m:rPr>
                          <m:nor/>
                        </m:rPr>
                        <a:rPr lang="en-US" dirty="0">
                          <a:solidFill>
                            <a:schemeClr val="bg1">
                              <a:lumMod val="60000"/>
                              <a:lumOff val="40000"/>
                            </a:schemeClr>
                          </a:solidFill>
                          <a:latin typeface="Times New Roman" panose="02020603050405020304" pitchFamily="18" charset="0"/>
                          <a:ea typeface="Tahoma" panose="020B0604030504040204" pitchFamily="34" charset="0"/>
                          <a:cs typeface="Times New Roman" panose="020206030504050203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dirty="0">
                          <a:solidFill>
                            <a:schemeClr val="bg1">
                              <a:lumMod val="60000"/>
                              <a:lumOff val="40000"/>
                            </a:schemeClr>
                          </a:solidFill>
                          <a:latin typeface="Times New Roman" panose="02020603050405020304" pitchFamily="18" charset="0"/>
                          <a:ea typeface="Tahoma" panose="020B0604030504040204" pitchFamily="34" charset="0"/>
                          <a:cs typeface="Times New Roman" panose="02020603050405020304" pitchFamily="18" charset="0"/>
                        </a:rPr>
                        <m:t>maturation</m:t>
                      </m:r>
                      <m:r>
                        <m:rPr>
                          <m:nor/>
                        </m:rPr>
                        <a:rPr lang="en-US" dirty="0">
                          <a:solidFill>
                            <a:schemeClr val="bg1">
                              <a:lumMod val="60000"/>
                              <a:lumOff val="40000"/>
                            </a:schemeClr>
                          </a:solidFill>
                          <a:latin typeface="Times New Roman" panose="02020603050405020304" pitchFamily="18" charset="0"/>
                          <a:ea typeface="Tahoma" panose="020B0604030504040204" pitchFamily="34" charset="0"/>
                          <a:cs typeface="Times New Roman" panose="020206030504050203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dirty="0">
                          <a:solidFill>
                            <a:schemeClr val="bg1">
                              <a:lumMod val="60000"/>
                              <a:lumOff val="40000"/>
                            </a:schemeClr>
                          </a:solidFill>
                          <a:latin typeface="Times New Roman" panose="02020603050405020304" pitchFamily="18" charset="0"/>
                          <a:ea typeface="Tahoma" panose="020B0604030504040204" pitchFamily="34" charset="0"/>
                          <a:cs typeface="Times New Roman" panose="02020603050405020304" pitchFamily="18" charset="0"/>
                        </a:rPr>
                        <m:t>stress</m:t>
                      </m:r>
                      <m:r>
                        <m:rPr>
                          <m:nor/>
                        </m:rPr>
                        <a:rPr lang="en-US" dirty="0">
                          <a:solidFill>
                            <a:schemeClr val="bg1">
                              <a:lumMod val="60000"/>
                              <a:lumOff val="40000"/>
                            </a:schemeClr>
                          </a:solidFill>
                          <a:latin typeface="Times New Roman" panose="02020603050405020304" pitchFamily="18" charset="0"/>
                          <a:ea typeface="Tahoma" panose="020B0604030504040204" pitchFamily="34" charset="0"/>
                          <a:cs typeface="Times New Roman" panose="02020603050405020304" pitchFamily="18" charset="0"/>
                        </a:rPr>
                        <m:t> </m:t>
                      </m:r>
                    </m:oMath>
                  </m:oMathPara>
                </a14:m>
                <a:endParaRPr lang="en-US" dirty="0">
                  <a:solidFill>
                    <a:schemeClr val="bg1">
                      <a:lumMod val="60000"/>
                      <a:lumOff val="40000"/>
                    </a:schemeClr>
                  </a:solidFill>
                  <a:latin typeface="Times New Roman" panose="02020603050405020304" pitchFamily="18" charset="0"/>
                  <a:ea typeface="Tahoma" panose="020B0604030504040204" pitchFamily="34" charset="0"/>
                  <a:cs typeface="Times New Roman" panose="020206030504050203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solidFill>
                                <a:schemeClr val="bg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smtClean="0">
                              <a:solidFill>
                                <a:schemeClr val="bg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i="1" smtClean="0">
                              <a:solidFill>
                                <a:schemeClr val="bg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  <m:r>
                        <a:rPr lang="en-US" i="1" smtClean="0">
                          <a:solidFill>
                            <a:schemeClr val="bg1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m:rPr>
                          <m:nor/>
                        </m:rPr>
                        <a:rPr lang="en-US" dirty="0">
                          <a:solidFill>
                            <a:schemeClr val="bg1">
                              <a:lumMod val="60000"/>
                              <a:lumOff val="40000"/>
                            </a:schemeClr>
                          </a:solidFill>
                          <a:latin typeface="Times New Roman" panose="02020603050405020304" pitchFamily="18" charset="0"/>
                          <a:ea typeface="Tahoma" panose="020B0604030504040204" pitchFamily="34" charset="0"/>
                          <a:cs typeface="Times New Roman" panose="020206030504050203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dirty="0">
                          <a:solidFill>
                            <a:schemeClr val="bg1">
                              <a:lumMod val="60000"/>
                              <a:lumOff val="40000"/>
                            </a:schemeClr>
                          </a:solidFill>
                          <a:latin typeface="Times New Roman" panose="02020603050405020304" pitchFamily="18" charset="0"/>
                          <a:ea typeface="Tahoma" panose="020B0604030504040204" pitchFamily="34" charset="0"/>
                          <a:cs typeface="Times New Roman" panose="02020603050405020304" pitchFamily="18" charset="0"/>
                        </a:rPr>
                        <m:t>biomass</m:t>
                      </m:r>
                      <m:r>
                        <m:rPr>
                          <m:nor/>
                        </m:rPr>
                        <a:rPr lang="en-US" dirty="0">
                          <a:solidFill>
                            <a:schemeClr val="bg1">
                              <a:lumMod val="60000"/>
                              <a:lumOff val="40000"/>
                            </a:schemeClr>
                          </a:solidFill>
                          <a:latin typeface="Times New Roman" panose="02020603050405020304" pitchFamily="18" charset="0"/>
                          <a:ea typeface="Tahoma" panose="020B0604030504040204" pitchFamily="34" charset="0"/>
                          <a:cs typeface="Times New Roman" panose="02020603050405020304" pitchFamily="18" charset="0"/>
                        </a:rPr>
                        <m:t> (</m:t>
                      </m:r>
                      <m:r>
                        <m:rPr>
                          <m:sty m:val="p"/>
                        </m:rPr>
                        <a:rPr lang="en-US" smtClean="0">
                          <a:solidFill>
                            <a:schemeClr val="bg1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g</m:t>
                      </m:r>
                      <m:r>
                        <m:rPr>
                          <m:lit/>
                        </m:rPr>
                        <a:rPr lang="en-US" smtClean="0">
                          <a:solidFill>
                            <a:schemeClr val="bg1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/</m:t>
                      </m:r>
                      <m:sSup>
                        <m:sSupPr>
                          <m:ctrlPr>
                            <a:rPr lang="en-US" i="1">
                              <a:solidFill>
                                <a:schemeClr val="bg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 smtClean="0">
                              <a:solidFill>
                                <a:schemeClr val="bg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p>
                          <m:r>
                            <a:rPr lang="en-US" i="1" smtClean="0">
                              <a:solidFill>
                                <a:schemeClr val="bg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m:rPr>
                          <m:nor/>
                        </m:rPr>
                        <a:rPr lang="en-US" dirty="0">
                          <a:solidFill>
                            <a:schemeClr val="bg1">
                              <a:lumMod val="60000"/>
                              <a:lumOff val="40000"/>
                            </a:schemeClr>
                          </a:solidFill>
                          <a:latin typeface="Times New Roman" panose="02020603050405020304" pitchFamily="18" charset="0"/>
                          <a:ea typeface="Tahoma" panose="020B0604030504040204" pitchFamily="34" charset="0"/>
                          <a:cs typeface="Times New Roman" panose="02020603050405020304" pitchFamily="18" charset="0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chemeClr val="bg1">
                      <a:lumMod val="60000"/>
                      <a:lumOff val="40000"/>
                    </a:schemeClr>
                  </a:solidFill>
                  <a:latin typeface="Times New Roman" panose="02020603050405020304" pitchFamily="18" charset="0"/>
                  <a:ea typeface="Tahoma" panose="020B0604030504040204" pitchFamily="34" charset="0"/>
                  <a:cs typeface="Times New Roman" panose="020206030504050203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solidFill>
                                <a:schemeClr val="bg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smtClean="0">
                              <a:solidFill>
                                <a:schemeClr val="bg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i="1" smtClean="0">
                              <a:solidFill>
                                <a:schemeClr val="bg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  <m:r>
                        <a:rPr lang="en-US" i="1" smtClean="0">
                          <a:solidFill>
                            <a:schemeClr val="bg1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m:rPr>
                          <m:nor/>
                        </m:rPr>
                        <a:rPr lang="en-US" dirty="0">
                          <a:solidFill>
                            <a:schemeClr val="bg1">
                              <a:lumMod val="60000"/>
                              <a:lumOff val="40000"/>
                            </a:schemeClr>
                          </a:solidFill>
                          <a:latin typeface="Times New Roman" panose="02020603050405020304" pitchFamily="18" charset="0"/>
                          <a:ea typeface="Tahoma" panose="020B0604030504040204" pitchFamily="34" charset="0"/>
                          <a:cs typeface="Times New Roman" panose="020206030504050203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dirty="0">
                          <a:solidFill>
                            <a:schemeClr val="bg1">
                              <a:lumMod val="60000"/>
                              <a:lumOff val="40000"/>
                            </a:schemeClr>
                          </a:solidFill>
                          <a:latin typeface="Times New Roman" panose="02020603050405020304" pitchFamily="18" charset="0"/>
                          <a:ea typeface="Tahoma" panose="020B0604030504040204" pitchFamily="34" charset="0"/>
                          <a:cs typeface="Times New Roman" panose="02020603050405020304" pitchFamily="18" charset="0"/>
                        </a:rPr>
                        <m:t>surface</m:t>
                      </m:r>
                      <m:r>
                        <m:rPr>
                          <m:nor/>
                        </m:rPr>
                        <a:rPr lang="en-US" dirty="0">
                          <a:solidFill>
                            <a:schemeClr val="bg1">
                              <a:lumMod val="60000"/>
                              <a:lumOff val="40000"/>
                            </a:schemeClr>
                          </a:solidFill>
                          <a:latin typeface="Times New Roman" panose="02020603050405020304" pitchFamily="18" charset="0"/>
                          <a:ea typeface="Tahoma" panose="020B0604030504040204" pitchFamily="34" charset="0"/>
                          <a:cs typeface="Times New Roman" panose="020206030504050203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dirty="0">
                          <a:solidFill>
                            <a:schemeClr val="bg1">
                              <a:lumMod val="60000"/>
                              <a:lumOff val="40000"/>
                            </a:schemeClr>
                          </a:solidFill>
                          <a:latin typeface="Times New Roman" panose="02020603050405020304" pitchFamily="18" charset="0"/>
                          <a:ea typeface="Tahoma" panose="020B0604030504040204" pitchFamily="34" charset="0"/>
                          <a:cs typeface="Times New Roman" panose="02020603050405020304" pitchFamily="18" charset="0"/>
                        </a:rPr>
                        <m:t>ponding</m:t>
                      </m:r>
                      <m:r>
                        <m:rPr>
                          <m:nor/>
                        </m:rPr>
                        <a:rPr lang="en-US" dirty="0">
                          <a:solidFill>
                            <a:schemeClr val="bg1">
                              <a:lumMod val="60000"/>
                              <a:lumOff val="40000"/>
                            </a:schemeClr>
                          </a:solidFill>
                          <a:latin typeface="Times New Roman" panose="02020603050405020304" pitchFamily="18" charset="0"/>
                          <a:ea typeface="Tahoma" panose="020B0604030504040204" pitchFamily="34" charset="0"/>
                          <a:cs typeface="Times New Roman" panose="02020603050405020304" pitchFamily="18" charset="0"/>
                        </a:rPr>
                        <m:t> (</m:t>
                      </m:r>
                      <m:r>
                        <m:rPr>
                          <m:nor/>
                        </m:rPr>
                        <a:rPr lang="en-US" dirty="0">
                          <a:solidFill>
                            <a:schemeClr val="bg1">
                              <a:lumMod val="60000"/>
                              <a:lumOff val="40000"/>
                            </a:schemeClr>
                          </a:solidFill>
                          <a:latin typeface="Times New Roman" panose="02020603050405020304" pitchFamily="18" charset="0"/>
                          <a:ea typeface="Tahoma" panose="020B0604030504040204" pitchFamily="34" charset="0"/>
                          <a:cs typeface="Times New Roman" panose="02020603050405020304" pitchFamily="18" charset="0"/>
                        </a:rPr>
                        <m:t>mm</m:t>
                      </m:r>
                      <m:r>
                        <m:rPr>
                          <m:nor/>
                        </m:rPr>
                        <a:rPr lang="en-US" dirty="0">
                          <a:solidFill>
                            <a:schemeClr val="bg1">
                              <a:lumMod val="60000"/>
                              <a:lumOff val="40000"/>
                            </a:schemeClr>
                          </a:solidFill>
                          <a:latin typeface="Times New Roman" panose="02020603050405020304" pitchFamily="18" charset="0"/>
                          <a:ea typeface="Tahoma" panose="020B0604030504040204" pitchFamily="34" charset="0"/>
                          <a:cs typeface="Times New Roman" panose="02020603050405020304" pitchFamily="18" charset="0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chemeClr val="bg1">
                      <a:lumMod val="60000"/>
                      <a:lumOff val="40000"/>
                    </a:schemeClr>
                  </a:solidFill>
                  <a:latin typeface="Times New Roman" panose="02020603050405020304" pitchFamily="18" charset="0"/>
                  <a:ea typeface="Tahoma" panose="020B0604030504040204" pitchFamily="34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" name="Rectangle: Rounded Corners 2">
                <a:extLst>
                  <a:ext uri="{FF2B5EF4-FFF2-40B4-BE49-F238E27FC236}">
                    <a16:creationId xmlns:a16="http://schemas.microsoft.com/office/drawing/2014/main" id="{0D77ED16-6EF3-9AB7-5B44-084A966FCD5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1799" y="979946"/>
                <a:ext cx="2663325" cy="1253667"/>
              </a:xfrm>
              <a:prstGeom prst="roundRect">
                <a:avLst>
                  <a:gd name="adj" fmla="val 7199"/>
                </a:avLst>
              </a:prstGeom>
              <a:blipFill>
                <a:blip r:embed="rId3"/>
                <a:stretch>
                  <a:fillRect/>
                </a:stretch>
              </a:blipFill>
              <a:ln>
                <a:solidFill>
                  <a:schemeClr val="bg1">
                    <a:lumMod val="20000"/>
                    <a:lumOff val="80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: Rounded Corners 3">
                <a:extLst>
                  <a:ext uri="{FF2B5EF4-FFF2-40B4-BE49-F238E27FC236}">
                    <a16:creationId xmlns:a16="http://schemas.microsoft.com/office/drawing/2014/main" id="{1CC7EE9A-8ECE-6748-8CF3-40B7EE0CBDF9}"/>
                  </a:ext>
                </a:extLst>
              </p:cNvPr>
              <p:cNvSpPr/>
              <p:nvPr/>
            </p:nvSpPr>
            <p:spPr>
              <a:xfrm>
                <a:off x="3019425" y="979944"/>
                <a:ext cx="5882775" cy="2072819"/>
              </a:xfrm>
              <a:prstGeom prst="roundRect">
                <a:avLst>
                  <a:gd name="adj" fmla="val 7199"/>
                </a:avLst>
              </a:prstGeom>
              <a:noFill/>
              <a:ln>
                <a:solidFill>
                  <a:schemeClr val="bg1">
                    <a:lumMod val="20000"/>
                    <a:lumOff val="8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m>
                        <m:mPr>
                          <m:mcs>
                            <m:mc>
                              <m:mcPr>
                                <m:count m:val="1"/>
                                <m:mcJc m:val="center"/>
                              </m:mcPr>
                            </m:mc>
                          </m:mcs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eqArr>
                              <m:eqArr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eqArrPr>
                              <m:e>
                                <m:sSubSup>
                                  <m:sSubSup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  <m:sup>
                                    <m:d>
                                      <m:dPr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e>
                                    </m:d>
                                  </m:sup>
                                </m:sSubSup>
                                <m:d>
                                  <m:d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+1</m:t>
                                    </m:r>
                                  </m:e>
                                </m:d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sSubSup>
                                  <m:sSubSup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  <m:sup>
                                    <m:d>
                                      <m:d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e>
                                    </m:d>
                                  </m:sup>
                                </m:sSubSup>
                                <m:d>
                                  <m:d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e>
                                </m:d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sSup>
                                  <m:sSup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𝐼</m:t>
                                    </m:r>
                                  </m:e>
                                  <m:sup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p>
                                </m:sSup>
                                <m:d>
                                  <m:d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e>
                                </m:d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Sup>
                                  <m:sSubSup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𝜑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  <m:sup>
                                    <m:d>
                                      <m:d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e>
                                    </m:d>
                                  </m:sup>
                                </m:sSubSup>
                                <m:d>
                                  <m:d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e>
                                </m:d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Sup>
                                  <m:sSubSup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𝜑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sub>
                                  <m:sup>
                                    <m:d>
                                      <m:d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e>
                                    </m:d>
                                  </m:sup>
                                </m:sSubSup>
                                <m:d>
                                  <m:d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e>
                                </m:d>
                              </m:e>
                              <m:e>
                                <m:sSubSup>
                                  <m:sSubSup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  <m:sup>
                                    <m:d>
                                      <m:d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e>
                                    </m:d>
                                  </m:sup>
                                </m:sSubSup>
                                <m:d>
                                  <m:d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+1</m:t>
                                    </m:r>
                                  </m:e>
                                </m:d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sSubSup>
                                  <m:sSubSup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  <m:sup>
                                    <m:d>
                                      <m:d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e>
                                    </m:d>
                                  </m:sup>
                                </m:sSubSup>
                                <m:d>
                                  <m:d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e>
                                </m:d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sSubSup>
                                  <m:sSubSup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h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  <m:sup>
                                    <m:d>
                                      <m:d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e>
                                    </m:d>
                                  </m:sup>
                                </m:sSubSup>
                                <m:d>
                                  <m:d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e>
                                </m:d>
                                <m:r>
                                  <m:rPr>
                                    <m:nor/>
                                  </m:rPr>
                                  <a:rPr lang="en-US" dirty="0"/>
                                  <m:t> </m:t>
                                </m:r>
                              </m:e>
                              <m:e>
                                <m:sSubSup>
                                  <m:sSubSup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sub>
                                  <m:sup>
                                    <m:d>
                                      <m:d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e>
                                    </m:d>
                                  </m:sup>
                                </m:sSubSup>
                                <m:d>
                                  <m:d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+1</m:t>
                                    </m:r>
                                  </m:e>
                                </m:d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sSubSup>
                                  <m:sSubSup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sub>
                                  <m:sup>
                                    <m:d>
                                      <m:d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e>
                                    </m:d>
                                  </m:sup>
                                </m:sSubSup>
                                <m:d>
                                  <m:d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e>
                                </m:d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11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1−</m:t>
                                    </m:r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h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  <m:d>
                                      <m:d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𝑘</m:t>
                                        </m:r>
                                      </m:e>
                                    </m:d>
                                  </m:e>
                                </m:d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12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1−</m:t>
                                    </m:r>
                                    <m:sSubSup>
                                      <m:sSubSup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h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3</m:t>
                                        </m:r>
                                      </m:sub>
                                      <m:sup>
                                        <m:d>
                                          <m:dPr>
                                            <m:ctrlPr>
                                              <a:rPr lang="en-US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dPr>
                                          <m:e>
                                            <m:r>
                                              <a:rPr lang="en-US" i="1">
                                                <a:latin typeface="Cambria Math" panose="02040503050406030204" pitchFamily="18" charset="0"/>
                                              </a:rPr>
                                              <m:t>𝑛</m:t>
                                            </m:r>
                                          </m:e>
                                        </m:d>
                                      </m:sup>
                                    </m:sSubSup>
                                    <m:d>
                                      <m:d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𝑘</m:t>
                                        </m:r>
                                      </m:e>
                                    </m:d>
                                  </m:e>
                                </m:d>
                                <m:r>
                                  <m:rPr>
                                    <m:nor/>
                                  </m:rPr>
                                  <a:rPr lang="en-US" dirty="0"/>
                                  <m:t> </m:t>
                                </m:r>
                              </m:e>
                              <m:e>
                                <m:sSubSup>
                                  <m:sSubSup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4</m:t>
                                    </m:r>
                                  </m:sub>
                                  <m:sup>
                                    <m:d>
                                      <m:d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e>
                                    </m:d>
                                  </m:sup>
                                </m:sSubSup>
                                <m:d>
                                  <m:d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+1</m:t>
                                    </m:r>
                                  </m:e>
                                </m:d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sSubSup>
                                  <m:sSubSup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4</m:t>
                                    </m:r>
                                  </m:sub>
                                  <m:sup>
                                    <m:d>
                                      <m:d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e>
                                    </m:d>
                                  </m:sup>
                                </m:sSubSup>
                                <m:d>
                                  <m:d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e>
                                </m:d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13</m:t>
                                    </m:r>
                                  </m:sub>
                                </m:s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⋅</m:t>
                                </m:r>
                                <m:sSubSup>
                                  <m:sSubSup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h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sub>
                                  <m:sup>
                                    <m:d>
                                      <m:d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e>
                                    </m:d>
                                  </m:sup>
                                </m:sSubSup>
                                <m:d>
                                  <m:d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e>
                                </m:d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⋅</m:t>
                                </m:r>
                                <m:sSubSup>
                                  <m:sSubSup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h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6</m:t>
                                    </m:r>
                                  </m:sub>
                                  <m:sup>
                                    <m:d>
                                      <m:d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e>
                                    </m:d>
                                  </m:sup>
                                </m:sSubSup>
                                <m:d>
                                  <m:d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e>
                                </m:d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⋅</m:t>
                                </m:r>
                                <m:sSubSup>
                                  <m:sSubSup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h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7</m:t>
                                    </m:r>
                                  </m:sub>
                                  <m:sup>
                                    <m:d>
                                      <m:d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e>
                                    </m:d>
                                  </m:sup>
                                </m:sSubSup>
                                <m:d>
                                  <m:d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e>
                                </m:d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⋅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𝑔</m:t>
                                </m:r>
                                <m:d>
                                  <m:d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Sup>
                                      <m:sSubSup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b>
                                      <m:sup>
                                        <m:d>
                                          <m:dPr>
                                            <m:ctrlPr>
                                              <a:rPr lang="en-US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dPr>
                                          <m:e>
                                            <m:r>
                                              <a:rPr lang="en-US" i="1">
                                                <a:latin typeface="Cambria Math" panose="02040503050406030204" pitchFamily="18" charset="0"/>
                                              </a:rPr>
                                              <m:t>𝑛</m:t>
                                            </m:r>
                                          </m:e>
                                        </m:d>
                                      </m:sup>
                                    </m:sSubSup>
                                    <m:d>
                                      <m:d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𝑘</m:t>
                                        </m:r>
                                      </m:e>
                                    </m:d>
                                  </m:e>
                                </m:d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⋅</m:t>
                                </m:r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𝑅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e>
                                </m:d>
                              </m:e>
                            </m:eqArr>
                          </m:e>
                        </m:mr>
                        <m:mr>
                          <m:e>
                            <m:sSubSup>
                              <m:sSub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5</m:t>
                                </m:r>
                              </m:sub>
                              <m:sup>
                                <m:d>
                                  <m:d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d>
                              </m:sup>
                            </m:sSubSup>
                            <m:d>
                              <m:d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+1</m:t>
                                </m:r>
                              </m:e>
                            </m:d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sSubSup>
                              <m:sSub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𝑊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𝑠𝑢𝑟𝑓</m:t>
                                </m:r>
                              </m:sub>
                              <m:sup>
                                <m:d>
                                  <m:d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d>
                              </m:sup>
                            </m:sSubSup>
                            <m:d>
                              <m:d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e>
                            </m:d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Sup>
                              <m:sSub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𝜑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  <m:sup>
                                <m:d>
                                  <m:d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d>
                              </m:sup>
                            </m:sSubSup>
                            <m:d>
                              <m:d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e>
                            </m:d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p>
                              <m:s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𝐼</m:t>
                                </m:r>
                              </m:e>
                              <m:sup>
                                <m:d>
                                  <m:d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d>
                              </m:sup>
                            </m:sSup>
                            <m:d>
                              <m:d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e>
                            </m:d>
                          </m:e>
                        </m:mr>
                      </m:m>
                    </m:oMath>
                  </m:oMathPara>
                </a14:m>
                <a:endParaRPr lang="en-US" dirty="0">
                  <a:solidFill>
                    <a:schemeClr val="bg1">
                      <a:lumMod val="60000"/>
                      <a:lumOff val="40000"/>
                    </a:schemeClr>
                  </a:solidFill>
                  <a:latin typeface="Times New Roman" panose="02020603050405020304" pitchFamily="18" charset="0"/>
                  <a:ea typeface="Tahoma" panose="020B0604030504040204" pitchFamily="34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4" name="Rectangle: Rounded Corners 3">
                <a:extLst>
                  <a:ext uri="{FF2B5EF4-FFF2-40B4-BE49-F238E27FC236}">
                    <a16:creationId xmlns:a16="http://schemas.microsoft.com/office/drawing/2014/main" id="{1CC7EE9A-8ECE-6748-8CF3-40B7EE0CBDF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19425" y="979944"/>
                <a:ext cx="5882775" cy="2072819"/>
              </a:xfrm>
              <a:prstGeom prst="roundRect">
                <a:avLst>
                  <a:gd name="adj" fmla="val 7199"/>
                </a:avLst>
              </a:prstGeom>
              <a:blipFill>
                <a:blip r:embed="rId4"/>
                <a:stretch>
                  <a:fillRect/>
                </a:stretch>
              </a:blipFill>
              <a:ln>
                <a:solidFill>
                  <a:schemeClr val="bg1">
                    <a:lumMod val="20000"/>
                    <a:lumOff val="80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: Rounded Corners 4">
                <a:extLst>
                  <a:ext uri="{FF2B5EF4-FFF2-40B4-BE49-F238E27FC236}">
                    <a16:creationId xmlns:a16="http://schemas.microsoft.com/office/drawing/2014/main" id="{275F59F1-F3FC-C914-2816-533E36098209}"/>
                  </a:ext>
                </a:extLst>
              </p:cNvPr>
              <p:cNvSpPr/>
              <p:nvPr/>
            </p:nvSpPr>
            <p:spPr>
              <a:xfrm>
                <a:off x="3019424" y="3188857"/>
                <a:ext cx="5882775" cy="1864156"/>
              </a:xfrm>
              <a:prstGeom prst="roundRect">
                <a:avLst>
                  <a:gd name="adj" fmla="val 7199"/>
                </a:avLst>
              </a:prstGeom>
              <a:noFill/>
              <a:ln>
                <a:solidFill>
                  <a:schemeClr val="bg1">
                    <a:lumMod val="20000"/>
                    <a:lumOff val="8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Crop transpiration: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𝜑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d>
                      </m:sup>
                    </m:sSubSup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min</m:t>
                        </m:r>
                      </m:fName>
                      <m:e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unc>
                              <m:func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en-US" b="0" i="0" smtClean="0">
                                    <a:latin typeface="Cambria Math" panose="02040503050406030204" pitchFamily="18" charset="0"/>
                                  </a:rPr>
                                  <m:t>max</m:t>
                                </m:r>
                              </m:fName>
                              <m:e>
                                <m:d>
                                  <m:d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  <m:d>
                                      <m:dPr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sSubSup>
                                          <m:sSubSupPr>
                                            <m:ctrlPr>
                                              <a:rPr lang="en-US" b="0" i="1" smtClean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SupPr>
                                          <m:e>
                                            <m:r>
                                              <a:rPr lang="en-US" b="0" i="1" smtClean="0">
                                                <a:latin typeface="Cambria Math" panose="02040503050406030204" pitchFamily="18" charset="0"/>
                                              </a:rPr>
                                              <m:t>𝑥</m:t>
                                            </m:r>
                                          </m:e>
                                          <m:sub>
                                            <m:r>
                                              <a:rPr lang="en-US" b="0" i="1" smtClean="0">
                                                <a:latin typeface="Cambria Math" panose="02040503050406030204" pitchFamily="18" charset="0"/>
                                              </a:rPr>
                                              <m:t>1</m:t>
                                            </m:r>
                                          </m:sub>
                                          <m:sup>
                                            <m:d>
                                              <m:dPr>
                                                <m:ctrlPr>
                                                  <a:rPr lang="en-US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dPr>
                                              <m:e>
                                                <m:r>
                                                  <a:rPr lang="en-US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𝑛</m:t>
                                                </m:r>
                                              </m:e>
                                            </m:d>
                                          </m:sup>
                                        </m:sSubSup>
                                        <m:d>
                                          <m:dPr>
                                            <m:ctrlPr>
                                              <a:rPr lang="en-US" b="0" i="1" smtClean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dPr>
                                          <m:e>
                                            <m:r>
                                              <a:rPr lang="en-US" b="0" i="1" smtClean="0">
                                                <a:latin typeface="Cambria Math" panose="02040503050406030204" pitchFamily="18" charset="0"/>
                                              </a:rPr>
                                              <m:t>𝑘</m:t>
                                            </m:r>
                                          </m:e>
                                        </m:d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sSub>
                                          <m:sSubPr>
                                            <m:ctrlPr>
                                              <a:rPr lang="en-US" b="0" i="1" smtClean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b="0" i="1" smtClean="0">
                                                <a:latin typeface="Cambria Math" panose="02040503050406030204" pitchFamily="18" charset="0"/>
                                              </a:rPr>
                                              <m:t>𝜃</m:t>
                                            </m:r>
                                          </m:e>
                                          <m:sub>
                                            <m:r>
                                              <a:rPr lang="en-US" b="0" i="1" smtClean="0">
                                                <a:latin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b>
                                        </m:sSub>
                                        <m:sSub>
                                          <m:sSubPr>
                                            <m:ctrlPr>
                                              <a:rPr lang="en-US" b="0" i="1" smtClean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b="0" i="1" smtClean="0">
                                                <a:latin typeface="Cambria Math" panose="02040503050406030204" pitchFamily="18" charset="0"/>
                                              </a:rPr>
                                              <m:t>𝜃</m:t>
                                            </m:r>
                                          </m:e>
                                          <m:sub>
                                            <m:r>
                                              <a:rPr lang="en-US" b="0" i="1" smtClean="0">
                                                <a:latin typeface="Cambria Math" panose="02040503050406030204" pitchFamily="18" charset="0"/>
                                              </a:rPr>
                                              <m:t>5</m:t>
                                            </m:r>
                                          </m:sub>
                                        </m:sSub>
                                      </m:e>
                                    </m:d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,0</m:t>
                                    </m:r>
                                  </m:e>
                                </m:d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𝐸</m:t>
                                </m:r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𝑐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e>
                                </m:d>
                              </m:e>
                            </m:func>
                          </m:e>
                        </m:d>
                      </m:e>
                    </m:func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i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Surface runoff: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𝜑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d>
                      </m:sup>
                    </m:sSubSup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eqArrPr>
                          <m:e>
                            <m:f>
                              <m:f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p>
                                  <m:sSup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sSubSup>
                                          <m:sSubSupPr>
                                            <m:ctrlPr>
                                              <a:rPr lang="en-US" b="0" i="1" smtClean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SupPr>
                                          <m:e>
                                            <m:r>
                                              <a:rPr lang="en-US" i="1">
                                                <a:latin typeface="Cambria Math" panose="02040503050406030204" pitchFamily="18" charset="0"/>
                                              </a:rPr>
                                              <m:t>𝑊</m:t>
                                            </m:r>
                                          </m:e>
                                          <m:sub>
                                            <m:r>
                                              <a:rPr lang="en-US" i="1">
                                                <a:latin typeface="Cambria Math" panose="02040503050406030204" pitchFamily="18" charset="0"/>
                                              </a:rPr>
                                              <m:t>𝑠𝑢𝑟𝑓</m:t>
                                            </m:r>
                                          </m:sub>
                                          <m:sup>
                                            <m:d>
                                              <m:dPr>
                                                <m:ctrlPr>
                                                  <a:rPr lang="en-US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dPr>
                                              <m:e>
                                                <m:r>
                                                  <a:rPr lang="en-US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𝑛</m:t>
                                                </m:r>
                                              </m:e>
                                            </m:d>
                                          </m:sup>
                                        </m:sSubSup>
                                        <m:d>
                                          <m:dPr>
                                            <m:ctrlPr>
                                              <a:rPr lang="en-US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dPr>
                                          <m:e>
                                            <m:r>
                                              <a:rPr lang="en-US" i="1">
                                                <a:latin typeface="Cambria Math" panose="02040503050406030204" pitchFamily="18" charset="0"/>
                                              </a:rPr>
                                              <m:t>𝑘</m:t>
                                            </m:r>
                                          </m:e>
                                        </m:d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sSub>
                                          <m:sSubPr>
                                            <m:ctrlPr>
                                              <a:rPr lang="en-US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i="1">
                                                <a:latin typeface="Cambria Math" panose="02040503050406030204" pitchFamily="18" charset="0"/>
                                              </a:rPr>
                                              <m:t>𝜃</m:t>
                                            </m:r>
                                          </m:e>
                                          <m:sub>
                                            <m:r>
                                              <a:rPr lang="en-US" i="1">
                                                <a:latin typeface="Cambria Math" panose="02040503050406030204" pitchFamily="18" charset="0"/>
                                              </a:rPr>
                                              <m:t>3</m:t>
                                            </m:r>
                                          </m:sub>
                                        </m:sSub>
                                      </m:e>
                                    </m:d>
                                  </m:e>
                                  <m:sup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</m:num>
                              <m:den>
                                <m:sSubSup>
                                  <m:sSubSup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𝑊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𝑠𝑢𝑟𝑓</m:t>
                                    </m:r>
                                  </m:sub>
                                  <m:sup>
                                    <m:d>
                                      <m:dPr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e>
                                    </m:d>
                                  </m:sup>
                                </m:sSubSup>
                                <m:d>
                                  <m:d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e>
                                </m:d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+4</m:t>
                                </m:r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sub>
                                </m:sSub>
                              </m:den>
                            </m:f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</m: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0,</m:t>
                            </m:r>
                          </m:e>
                        </m:eqAr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m>
                      <m:mPr>
                        <m:mcs>
                          <m:mc>
                            <m:mcPr>
                              <m:count m:val="1"/>
                              <m:mcJc m:val="center"/>
                            </m:mcPr>
                          </m:mc>
                        </m:mcs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mPr>
                      <m:mr>
                        <m:e>
                          <m:r>
                            <m:rPr>
                              <m:brk m:alnAt="7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sSubSup>
                            <m:sSub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m:rPr>
                                  <m:brk m:alnAt="7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m:rPr>
                                  <m:brk m:alnAt="7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sub>
                            <m:sup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</m:sup>
                          </m:sSubSup>
                          <m:r>
                            <m:rPr>
                              <m:brk m:alnAt="7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&gt;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𝑎𝑛𝑑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sSubSup>
                            <m:sSub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m:rPr>
                                  <m:brk m:alnAt="7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𝑊</m:t>
                              </m:r>
                            </m:e>
                            <m:sub>
                              <m:r>
                                <m:rPr>
                                  <m:brk m:alnAt="7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𝑢𝑟𝑓</m:t>
                              </m:r>
                            </m:sub>
                            <m:sup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</m:sup>
                          </m:sSubSup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</m:d>
                          <m:r>
                            <m:rPr>
                              <m:brk m:alnAt="7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&gt;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e>
                      </m:mr>
                      <m:m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𝑜𝑡h𝑒𝑟𝑤𝑖𝑠𝑒</m:t>
                          </m:r>
                        </m:e>
                      </m:mr>
                    </m:m>
                  </m:oMath>
                </a14:m>
                <a:endParaRPr lang="en-US" i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Deep vertical percolation: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𝜑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  <m:sup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d>
                      </m:sup>
                    </m:sSubSup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⋅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max</m:t>
                        </m:r>
                      </m:fName>
                      <m:e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Sup>
                              <m:sSubSup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1,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𝑡𝑒𝑚𝑝</m:t>
                                </m:r>
                              </m:sub>
                              <m:sup>
                                <m:d>
                                  <m:d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d>
                              </m:sup>
                            </m:sSubSup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e>
                            </m:d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6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5</m:t>
                                </m:r>
                              </m:sub>
                            </m:s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,0</m:t>
                            </m:r>
                          </m:e>
                        </m:d>
                      </m:e>
                    </m:func>
                  </m:oMath>
                </a14:m>
                <a:endParaRPr lang="en-US" dirty="0">
                  <a:solidFill>
                    <a:schemeClr val="bg1">
                      <a:lumMod val="60000"/>
                      <a:lumOff val="40000"/>
                    </a:schemeClr>
                  </a:solidFill>
                  <a:latin typeface="Times New Roman" panose="02020603050405020304" pitchFamily="18" charset="0"/>
                  <a:ea typeface="Tahoma" panose="020B0604030504040204" pitchFamily="34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5" name="Rectangle: Rounded Corners 4">
                <a:extLst>
                  <a:ext uri="{FF2B5EF4-FFF2-40B4-BE49-F238E27FC236}">
                    <a16:creationId xmlns:a16="http://schemas.microsoft.com/office/drawing/2014/main" id="{275F59F1-F3FC-C914-2816-533E3609820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19424" y="3188857"/>
                <a:ext cx="5882775" cy="1864156"/>
              </a:xfrm>
              <a:prstGeom prst="roundRect">
                <a:avLst>
                  <a:gd name="adj" fmla="val 7199"/>
                </a:avLst>
              </a:prstGeom>
              <a:blipFill>
                <a:blip r:embed="rId5"/>
                <a:stretch>
                  <a:fillRect/>
                </a:stretch>
              </a:blipFill>
              <a:ln>
                <a:solidFill>
                  <a:schemeClr val="bg1">
                    <a:lumMod val="20000"/>
                    <a:lumOff val="80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: Rounded Corners 5">
                <a:extLst>
                  <a:ext uri="{FF2B5EF4-FFF2-40B4-BE49-F238E27FC236}">
                    <a16:creationId xmlns:a16="http://schemas.microsoft.com/office/drawing/2014/main" id="{3464FF74-126C-A4D3-D14A-1C4249C17BBC}"/>
                  </a:ext>
                </a:extLst>
              </p:cNvPr>
              <p:cNvSpPr/>
              <p:nvPr/>
            </p:nvSpPr>
            <p:spPr>
              <a:xfrm>
                <a:off x="241798" y="2333625"/>
                <a:ext cx="2663325" cy="2719388"/>
              </a:xfrm>
              <a:prstGeom prst="roundRect">
                <a:avLst>
                  <a:gd name="adj" fmla="val 8068"/>
                </a:avLst>
              </a:prstGeom>
              <a:noFill/>
              <a:ln>
                <a:solidFill>
                  <a:schemeClr val="bg1">
                    <a:lumMod val="20000"/>
                    <a:lumOff val="8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−</m:t>
                    </m:r>
                  </m:oMath>
                </a14:m>
                <a:r>
                  <a:rPr lang="en-US" b="0" i="1" dirty="0">
                    <a:latin typeface="Times New Roman" panose="02020603050405020304" pitchFamily="18" charset="0"/>
                    <a:ea typeface="Tahoma" panose="020B0604030504040204" pitchFamily="34" charset="0"/>
                    <a:cs typeface="Times New Roman" panose="02020603050405020304" pitchFamily="18" charset="0"/>
                  </a:rPr>
                  <a:t> Water uptake </a:t>
                </a:r>
                <a:r>
                  <a:rPr lang="en-US" b="0" i="1" dirty="0" err="1">
                    <a:latin typeface="Times New Roman" panose="02020603050405020304" pitchFamily="18" charset="0"/>
                    <a:ea typeface="Tahoma" panose="020B0604030504040204" pitchFamily="34" charset="0"/>
                    <a:cs typeface="Times New Roman" panose="02020603050405020304" pitchFamily="18" charset="0"/>
                  </a:rPr>
                  <a:t>coeff</a:t>
                </a:r>
                <a:r>
                  <a:rPr lang="en-US" b="0" i="1" dirty="0">
                    <a:latin typeface="Times New Roman" panose="02020603050405020304" pitchFamily="18" charset="0"/>
                    <a:ea typeface="Tahoma" panose="020B0604030504040204" pitchFamily="34" charset="0"/>
                    <a:cs typeface="Times New Roman" panose="02020603050405020304" pitchFamily="18" charset="0"/>
                  </a:rPr>
                  <a:t>.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−</m:t>
                    </m:r>
                  </m:oMath>
                </a14:m>
                <a:r>
                  <a:rPr lang="en-US" b="0" i="1" dirty="0">
                    <a:latin typeface="Times New Roman" panose="02020603050405020304" pitchFamily="18" charset="0"/>
                    <a:ea typeface="Tahoma" panose="020B0604030504040204" pitchFamily="34" charset="0"/>
                    <a:cs typeface="Times New Roman" panose="02020603050405020304" pitchFamily="18" charset="0"/>
                  </a:rPr>
                  <a:t> Wilting point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−</m:t>
                    </m:r>
                  </m:oMath>
                </a14:m>
                <a:r>
                  <a:rPr lang="en-US" b="0" i="1" dirty="0">
                    <a:latin typeface="Times New Roman" panose="02020603050405020304" pitchFamily="18" charset="0"/>
                    <a:ea typeface="Tahoma" panose="020B0604030504040204" pitchFamily="34" charset="0"/>
                    <a:cs typeface="Times New Roman" panose="02020603050405020304" pitchFamily="18" charset="0"/>
                  </a:rPr>
                  <a:t> SCS curve-number threshold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−</m:t>
                    </m:r>
                  </m:oMath>
                </a14:m>
                <a:r>
                  <a:rPr lang="en-US" b="0" i="1" dirty="0">
                    <a:latin typeface="Times New Roman" panose="02020603050405020304" pitchFamily="18" charset="0"/>
                    <a:ea typeface="Tahoma" panose="020B0604030504040204" pitchFamily="34" charset="0"/>
                    <a:cs typeface="Times New Roman" panose="02020603050405020304" pitchFamily="18" charset="0"/>
                  </a:rPr>
                  <a:t> Daily drainage </a:t>
                </a:r>
                <a:r>
                  <a:rPr lang="en-US" b="0" i="1" dirty="0" err="1">
                    <a:latin typeface="Times New Roman" panose="02020603050405020304" pitchFamily="18" charset="0"/>
                    <a:ea typeface="Tahoma" panose="020B0604030504040204" pitchFamily="34" charset="0"/>
                    <a:cs typeface="Times New Roman" panose="02020603050405020304" pitchFamily="18" charset="0"/>
                  </a:rPr>
                  <a:t>coeff</a:t>
                </a:r>
                <a:r>
                  <a:rPr lang="en-US" b="0" i="1" dirty="0">
                    <a:latin typeface="Times New Roman" panose="02020603050405020304" pitchFamily="18" charset="0"/>
                    <a:ea typeface="Tahoma" panose="020B0604030504040204" pitchFamily="34" charset="0"/>
                    <a:cs typeface="Times New Roman" panose="02020603050405020304" pitchFamily="18" charset="0"/>
                  </a:rPr>
                  <a:t>.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5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−</m:t>
                    </m:r>
                  </m:oMath>
                </a14:m>
                <a:r>
                  <a:rPr lang="en-US" i="1" dirty="0">
                    <a:latin typeface="Times New Roman" panose="02020603050405020304" pitchFamily="18" charset="0"/>
                    <a:ea typeface="Tahoma" panose="020B0604030504040204" pitchFamily="34" charset="0"/>
                    <a:cs typeface="Times New Roman" panose="02020603050405020304" pitchFamily="18" charset="0"/>
                  </a:rPr>
                  <a:t> Root zone</a:t>
                </a:r>
                <a:endParaRPr lang="en-US" b="0" i="1" dirty="0">
                  <a:latin typeface="Times New Roman" panose="02020603050405020304" pitchFamily="18" charset="0"/>
                  <a:ea typeface="Tahoma" panose="020B0604030504040204" pitchFamily="34" charset="0"/>
                  <a:cs typeface="Times New Roman" panose="02020603050405020304" pitchFamily="18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6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−</m:t>
                    </m:r>
                  </m:oMath>
                </a14:m>
                <a:r>
                  <a:rPr lang="en-US" b="0" i="1" dirty="0">
                    <a:latin typeface="Times New Roman" panose="02020603050405020304" pitchFamily="18" charset="0"/>
                    <a:ea typeface="Tahoma" panose="020B0604030504040204" pitchFamily="34" charset="0"/>
                    <a:cs typeface="Times New Roman" panose="02020603050405020304" pitchFamily="18" charset="0"/>
                  </a:rPr>
                  <a:t> Field capacity 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−</m:t>
                    </m:r>
                  </m:oMath>
                </a14:m>
                <a:r>
                  <a:rPr lang="en-US" b="0" i="1" dirty="0">
                    <a:latin typeface="Times New Roman" panose="02020603050405020304" pitchFamily="18" charset="0"/>
                    <a:ea typeface="Tahoma" panose="020B0604030504040204" pitchFamily="34" charset="0"/>
                    <a:cs typeface="Times New Roman" panose="02020603050405020304" pitchFamily="18" charset="0"/>
                  </a:rPr>
                  <a:t> Heat stress maturation rate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12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−</m:t>
                    </m:r>
                  </m:oMath>
                </a14:m>
                <a:r>
                  <a:rPr lang="en-US" b="0" i="1" dirty="0">
                    <a:latin typeface="Times New Roman" panose="02020603050405020304" pitchFamily="18" charset="0"/>
                    <a:ea typeface="Tahoma" panose="020B0604030504040204" pitchFamily="34" charset="0"/>
                    <a:cs typeface="Times New Roman" panose="02020603050405020304" pitchFamily="18" charset="0"/>
                  </a:rPr>
                  <a:t> Drought stress maturation rate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13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−</m:t>
                    </m:r>
                  </m:oMath>
                </a14:m>
                <a:r>
                  <a:rPr lang="en-US" dirty="0">
                    <a:latin typeface="Times New Roman" panose="02020603050405020304" pitchFamily="18" charset="0"/>
                    <a:ea typeface="Tahoma" panose="020B0604030504040204" pitchFamily="34" charset="0"/>
                    <a:cs typeface="Times New Roman" panose="02020603050405020304" pitchFamily="18" charset="0"/>
                  </a:rPr>
                  <a:t> Radiation use efficiency</a:t>
                </a:r>
              </a:p>
              <a:p>
                <a:endParaRPr lang="en-US" dirty="0">
                  <a:solidFill>
                    <a:schemeClr val="bg1">
                      <a:lumMod val="60000"/>
                      <a:lumOff val="40000"/>
                    </a:schemeClr>
                  </a:solidFill>
                  <a:latin typeface="Times New Roman" panose="02020603050405020304" pitchFamily="18" charset="0"/>
                  <a:ea typeface="Tahoma" panose="020B0604030504040204" pitchFamily="34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6" name="Rectangle: Rounded Corners 5">
                <a:extLst>
                  <a:ext uri="{FF2B5EF4-FFF2-40B4-BE49-F238E27FC236}">
                    <a16:creationId xmlns:a16="http://schemas.microsoft.com/office/drawing/2014/main" id="{3464FF74-126C-A4D3-D14A-1C4249C17BB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1798" y="2333625"/>
                <a:ext cx="2663325" cy="2719388"/>
              </a:xfrm>
              <a:prstGeom prst="roundRect">
                <a:avLst>
                  <a:gd name="adj" fmla="val 8068"/>
                </a:avLst>
              </a:prstGeom>
              <a:blipFill>
                <a:blip r:embed="rId6"/>
                <a:stretch>
                  <a:fillRect b="-1778"/>
                </a:stretch>
              </a:blipFill>
              <a:ln>
                <a:solidFill>
                  <a:schemeClr val="bg1">
                    <a:lumMod val="20000"/>
                    <a:lumOff val="80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528636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F97A5"/>
        </a:solidFill>
        <a:effectLst/>
      </p:bgPr>
    </p:bg>
    <p:spTree>
      <p:nvGrpSpPr>
        <p:cNvPr id="1" name="Shape 243">
          <a:extLst>
            <a:ext uri="{FF2B5EF4-FFF2-40B4-BE49-F238E27FC236}">
              <a16:creationId xmlns:a16="http://schemas.microsoft.com/office/drawing/2014/main" id="{EF4DD90C-246C-A70A-1D1F-0A7A312A1D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0">
            <a:extLst>
              <a:ext uri="{FF2B5EF4-FFF2-40B4-BE49-F238E27FC236}">
                <a16:creationId xmlns:a16="http://schemas.microsoft.com/office/drawing/2014/main" id="{B53DBD11-C544-37B2-E26B-6182172EC0EA}"/>
              </a:ext>
            </a:extLst>
          </p:cNvPr>
          <p:cNvSpPr txBox="1"/>
          <p:nvPr/>
        </p:nvSpPr>
        <p:spPr>
          <a:xfrm>
            <a:off x="8496300" y="4800600"/>
            <a:ext cx="381000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  <a:endParaRPr sz="1400" b="0" i="0" u="none" strike="noStrike" cap="non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7" name="Google Shape;197;g3e1b453938d_0_4">
            <a:extLst>
              <a:ext uri="{FF2B5EF4-FFF2-40B4-BE49-F238E27FC236}">
                <a16:creationId xmlns:a16="http://schemas.microsoft.com/office/drawing/2014/main" id="{A49F8439-A1FA-5B93-6B49-840DCC7103AB}"/>
              </a:ext>
            </a:extLst>
          </p:cNvPr>
          <p:cNvSpPr txBox="1"/>
          <p:nvPr/>
        </p:nvSpPr>
        <p:spPr>
          <a:xfrm>
            <a:off x="241800" y="289750"/>
            <a:ext cx="5489400" cy="5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lang="en-US" sz="3000" b="1" dirty="0">
                <a:solidFill>
                  <a:schemeClr val="lt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System Modeling and Dynamics</a:t>
            </a:r>
            <a:endParaRPr sz="3000" b="1" i="0" u="none" strike="noStrike" cap="none" dirty="0">
              <a:solidFill>
                <a:schemeClr val="lt2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: Rounded Corners 5">
                <a:extLst>
                  <a:ext uri="{FF2B5EF4-FFF2-40B4-BE49-F238E27FC236}">
                    <a16:creationId xmlns:a16="http://schemas.microsoft.com/office/drawing/2014/main" id="{47B58937-970E-88A6-D084-A3FA1EB13163}"/>
                  </a:ext>
                </a:extLst>
              </p:cNvPr>
              <p:cNvSpPr/>
              <p:nvPr/>
            </p:nvSpPr>
            <p:spPr>
              <a:xfrm>
                <a:off x="241800" y="1000125"/>
                <a:ext cx="6297114" cy="4062413"/>
              </a:xfrm>
              <a:prstGeom prst="roundRect">
                <a:avLst>
                  <a:gd name="adj" fmla="val 7199"/>
                </a:avLst>
              </a:prstGeom>
              <a:noFill/>
              <a:ln>
                <a:solidFill>
                  <a:schemeClr val="bg1">
                    <a:lumMod val="20000"/>
                    <a:lumOff val="8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r>
                  <a:rPr lang="en-US" dirty="0"/>
                  <a:t>Total surface water available: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𝑠𝑢𝑟𝑓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bSup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bSup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nary>
                      <m:naryPr>
                        <m:chr m:val="∑"/>
                        <m:supHide m:val="on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7"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∈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</m:d>
                      </m:sub>
                      <m:sup/>
                      <m:e>
                        <m:f>
                          <m:f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Sup>
                              <m:sSubSup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𝜑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  <m:sup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</m:sup>
                            </m:sSubSup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e>
                            </m:d>
                          </m:num>
                          <m:den>
                            <m:sSubSup>
                              <m:sSubSup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𝑁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sub>
                              <m:sup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</m:sup>
                            </m:sSubSup>
                          </m:den>
                        </m:f>
                      </m:e>
                    </m:nary>
                  </m:oMath>
                </a14:m>
                <a:endParaRPr lang="en-US" b="0" i="1" dirty="0">
                  <a:latin typeface="Cambria Math" panose="02040503050406030204" pitchFamily="18" charset="0"/>
                </a:endParaRPr>
              </a:p>
              <a:p>
                <a:r>
                  <a:rPr lang="en-US" b="0" dirty="0"/>
                  <a:t>Infiltration: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min</m:t>
                        </m:r>
                      </m:fName>
                      <m:e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Sup>
                              <m:sSubSup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𝑊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𝑠𝑢𝑟𝑓</m:t>
                                </m:r>
                              </m:sub>
                              <m:sup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p>
                            </m:sSubSup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e>
                            </m:d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Sup>
                              <m:sSubSup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𝜑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  <m:sup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p>
                            </m:sSubSup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e>
                            </m:d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𝑠𝑎𝑡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5</m:t>
                                </m:r>
                              </m:sub>
                            </m:s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Sup>
                              <m:sSubSup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  <m:sup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p>
                            </m:sSubSup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e>
                            </m:d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Sup>
                              <m:sSubSup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𝜑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  <m:sup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p>
                            </m:sSubSup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e>
                            </m:d>
                          </m:e>
                        </m:d>
                      </m:e>
                    </m:func>
                  </m:oMath>
                </a14:m>
                <a:endParaRPr lang="en-US" b="0" i="1" dirty="0">
                  <a:latin typeface="Cambria Math" panose="02040503050406030204" pitchFamily="18" charset="0"/>
                </a:endParaRPr>
              </a:p>
              <a:p>
                <a:r>
                  <a:rPr lang="en-US" b="0" dirty="0"/>
                  <a:t>Thermal accumulation: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bSup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max</m:t>
                        </m:r>
                      </m:fName>
                      <m:e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𝑚𝑒𝑎𝑛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e>
                            </m:d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7</m:t>
                                </m:r>
                              </m:sub>
                            </m:s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,0</m:t>
                            </m:r>
                          </m:e>
                        </m:d>
                      </m:e>
                    </m:func>
                  </m:oMath>
                </a14:m>
                <a:endParaRPr lang="en-US" b="0" i="1" dirty="0">
                  <a:latin typeface="Cambria Math" panose="02040503050406030204" pitchFamily="18" charset="0"/>
                </a:endParaRPr>
              </a:p>
              <a:p>
                <a:r>
                  <a:rPr lang="en-US" b="0" dirty="0"/>
                  <a:t>Heat stress: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𝑐𝑙𝑖𝑝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10</m:t>
                                </m:r>
                              </m:sub>
                            </m:s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𝑚𝑎𝑥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e>
                            </m:d>
                          </m:num>
                          <m:den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10</m:t>
                                </m:r>
                              </m:sub>
                            </m:s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9</m:t>
                                </m:r>
                              </m:sub>
                            </m:sSub>
                          </m:den>
                        </m:f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,0,1</m:t>
                        </m:r>
                      </m:e>
                    </m:d>
                  </m:oMath>
                </a14:m>
                <a:endParaRPr lang="en-US" b="0" i="1" dirty="0">
                  <a:latin typeface="Cambria Math" panose="02040503050406030204" pitchFamily="18" charset="0"/>
                </a:endParaRPr>
              </a:p>
              <a:p>
                <a:r>
                  <a:rPr lang="en-US" b="0" dirty="0"/>
                  <a:t>Low temperature stress: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7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eqArr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1,  </m:t>
                            </m:r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𝑚𝑒𝑎𝑛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e>
                            </m:d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&gt;</m:t>
                            </m:r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7</m:t>
                                </m:r>
                              </m:sub>
                            </m:sSub>
                          </m: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0,  </m:t>
                            </m:r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𝑚𝑒𝑎𝑛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e>
                            </m:d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≤</m:t>
                            </m:r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7</m:t>
                                </m:r>
                              </m:sub>
                            </m:sSub>
                          </m:e>
                        </m:eqArr>
                      </m:e>
                    </m:d>
                  </m:oMath>
                </a14:m>
                <a:endParaRPr lang="en-US" b="0" i="1" dirty="0">
                  <a:latin typeface="Cambria Math" panose="02040503050406030204" pitchFamily="18" charset="0"/>
                </a:endParaRPr>
              </a:p>
              <a:p>
                <a:r>
                  <a:rPr lang="en-US" b="0" dirty="0" err="1"/>
                  <a:t>Dro</a:t>
                </a:r>
                <a:r>
                  <a:rPr lang="en-US" b="0" dirty="0"/>
                  <a:t>ught stress: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bSup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=1−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14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⋅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max</m:t>
                        </m:r>
                      </m:fName>
                      <m:e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1−</m:t>
                            </m:r>
                            <m:f>
                              <m:f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bSup>
                                  <m:sSubSup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𝜑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  <m:sup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p>
                                </m:sSubSup>
                                <m:d>
                                  <m:d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e>
                                </m:d>
                              </m:num>
                              <m:den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𝐸</m:t>
                                </m:r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𝑐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e>
                                </m:d>
                              </m:den>
                            </m:f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,0</m:t>
                            </m:r>
                          </m:e>
                        </m:d>
                      </m:e>
                    </m:func>
                  </m:oMath>
                </a14:m>
                <a:endParaRPr lang="en-US" b="0" i="1" dirty="0">
                  <a:latin typeface="Cambria Math" panose="02040503050406030204" pitchFamily="18" charset="0"/>
                </a:endParaRPr>
              </a:p>
              <a:p>
                <a:r>
                  <a:rPr lang="en-US" b="0" dirty="0"/>
                  <a:t>Waterlogging stress: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6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bSup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𝑐𝑙𝑖𝑝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1−</m:t>
                        </m:r>
                        <m:f>
                          <m:f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Sup>
                              <m:sSubSup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  <m:sup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p>
                            </m:sSubSup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e>
                            </m:d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6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5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6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5</m:t>
                                </m:r>
                              </m:sub>
                            </m:sSub>
                          </m:den>
                        </m:f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,0,1</m:t>
                        </m:r>
                      </m:e>
                    </m:d>
                  </m:oMath>
                </a14:m>
                <a:endParaRPr lang="en-US" b="0" i="1" dirty="0">
                  <a:latin typeface="Cambria Math" panose="02040503050406030204" pitchFamily="18" charset="0"/>
                </a:endParaRPr>
              </a:p>
              <a:p>
                <a:r>
                  <a:rPr lang="en-US" b="0" dirty="0"/>
                  <a:t>Growth function: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p>
                        </m:sSubSup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eqArrPr>
                          <m:e>
                            <m:f>
                              <m:f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19</m:t>
                                    </m:r>
                                  </m:sub>
                                </m:sSub>
                              </m:num>
                              <m:den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1+</m:t>
                                </m:r>
                                <m:func>
                                  <m:func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b="0" i="0" smtClean="0">
                                        <a:latin typeface="Cambria Math" panose="02040503050406030204" pitchFamily="18" charset="0"/>
                                      </a:rPr>
                                      <m:t>exp</m:t>
                                    </m:r>
                                  </m:fName>
                                  <m:e>
                                    <m:d>
                                      <m:dPr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−0.01</m:t>
                                        </m:r>
                                        <m:d>
                                          <m:dPr>
                                            <m:ctrlPr>
                                              <a:rPr lang="en-US" b="0" i="1" smtClean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dPr>
                                          <m:e>
                                            <m:sSubSup>
                                              <m:sSubSupPr>
                                                <m:ctrlPr>
                                                  <a:rPr lang="en-US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SupPr>
                                              <m:e>
                                                <m:r>
                                                  <a:rPr lang="en-US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𝑥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en-US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2</m:t>
                                                </m:r>
                                              </m:sub>
                                              <m:sup>
                                                <m:r>
                                                  <a:rPr lang="en-US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𝑛</m:t>
                                                </m:r>
                                              </m:sup>
                                            </m:sSubSup>
                                            <m:r>
                                              <a:rPr lang="en-US" b="0" i="1" smtClean="0">
                                                <a:latin typeface="Cambria Math" panose="02040503050406030204" pitchFamily="18" charset="0"/>
                                              </a:rPr>
                                              <m:t>−</m:t>
                                            </m:r>
                                            <m:sSub>
                                              <m:sSubPr>
                                                <m:ctrlPr>
                                                  <a:rPr lang="en-US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en-US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𝜃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en-US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20</m:t>
                                                </m:r>
                                              </m:sub>
                                            </m:sSub>
                                          </m:e>
                                        </m:d>
                                      </m:e>
                                    </m:d>
                                  </m:e>
                                </m:func>
                              </m:den>
                            </m:f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,  </m:t>
                            </m:r>
                            <m:sSubSup>
                              <m:sSubSup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  <m:sup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p>
                            </m:sSub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≤</m:t>
                            </m:r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18</m:t>
                                </m:r>
                              </m:sub>
                            </m:sSub>
                            <m:r>
                              <m:rPr>
                                <m:lit/>
                              </m:rPr>
                              <a:rPr lang="en-US" b="0" i="1" smtClean="0">
                                <a:latin typeface="Cambria Math" panose="02040503050406030204" pitchFamily="18" charset="0"/>
                              </a:rPr>
                              <m:t>/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  <m:e>
                            <m:f>
                              <m:f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19</m:t>
                                    </m:r>
                                  </m:sub>
                                </m:sSub>
                              </m:num>
                              <m:den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1+</m:t>
                                </m:r>
                                <m:func>
                                  <m:func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b="0" i="0" smtClean="0">
                                        <a:latin typeface="Cambria Math" panose="02040503050406030204" pitchFamily="18" charset="0"/>
                                      </a:rPr>
                                      <m:t>exp</m:t>
                                    </m:r>
                                  </m:fName>
                                  <m:e>
                                    <m:d>
                                      <m:dPr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0.01</m:t>
                                        </m:r>
                                        <m:d>
                                          <m:dPr>
                                            <m:ctrlPr>
                                              <a:rPr lang="en-US" b="0" i="1" smtClean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dPr>
                                          <m:e>
                                            <m:sSubSup>
                                              <m:sSubSupPr>
                                                <m:ctrlPr>
                                                  <a:rPr lang="en-US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SupPr>
                                              <m:e>
                                                <m:r>
                                                  <a:rPr lang="en-US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𝑥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en-US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2</m:t>
                                                </m:r>
                                              </m:sub>
                                              <m:sup>
                                                <m:r>
                                                  <a:rPr lang="en-US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𝑛</m:t>
                                                </m:r>
                                              </m:sup>
                                            </m:sSubSup>
                                            <m:r>
                                              <a:rPr lang="en-US" b="0" i="1" smtClean="0">
                                                <a:latin typeface="Cambria Math" panose="02040503050406030204" pitchFamily="18" charset="0"/>
                                              </a:rPr>
                                              <m:t>+</m:t>
                                            </m:r>
                                            <m:sSubSup>
                                              <m:sSubSupPr>
                                                <m:ctrlPr>
                                                  <a:rPr lang="en-US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SupPr>
                                              <m:e>
                                                <m:r>
                                                  <a:rPr lang="en-US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𝑥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en-US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3</m:t>
                                                </m:r>
                                              </m:sub>
                                              <m:sup>
                                                <m:r>
                                                  <a:rPr lang="en-US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𝑛</m:t>
                                                </m:r>
                                              </m:sup>
                                            </m:sSubSup>
                                            <m:r>
                                              <a:rPr lang="en-US" b="0" i="1" smtClean="0">
                                                <a:latin typeface="Cambria Math" panose="02040503050406030204" pitchFamily="18" charset="0"/>
                                              </a:rPr>
                                              <m:t>−</m:t>
                                            </m:r>
                                            <m:sSub>
                                              <m:sSubPr>
                                                <m:ctrlPr>
                                                  <a:rPr lang="en-US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en-US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𝜃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en-US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18</m:t>
                                                </m:r>
                                              </m:sub>
                                            </m:sSub>
                                          </m:e>
                                        </m:d>
                                      </m:e>
                                    </m:d>
                                  </m:e>
                                </m:func>
                              </m:den>
                            </m:f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,  </m:t>
                            </m:r>
                            <m:sSubSup>
                              <m:sSub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p>
                            </m:sSub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&gt;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18</m:t>
                                </m:r>
                              </m:sub>
                            </m:sSub>
                            <m:r>
                              <m:rPr>
                                <m:lit/>
                              </m:rPr>
                              <a:rPr lang="en-US" i="1">
                                <a:latin typeface="Cambria Math" panose="02040503050406030204" pitchFamily="18" charset="0"/>
                              </a:rPr>
                              <m:t>/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eqArr>
                      </m:e>
                    </m:d>
                  </m:oMath>
                </a14:m>
                <a:endParaRPr lang="en-US" i="1" dirty="0">
                  <a:latin typeface="Cambria Math" panose="02040503050406030204" pitchFamily="18" charset="0"/>
                </a:endParaRPr>
              </a:p>
              <a:p>
                <a:endParaRPr lang="en-US" i="1" dirty="0">
                  <a:latin typeface="Cambria Math" panose="02040503050406030204" pitchFamily="18" charset="0"/>
                </a:endParaRPr>
              </a:p>
              <a:p>
                <a:endParaRPr lang="en-US" dirty="0">
                  <a:solidFill>
                    <a:schemeClr val="bg1">
                      <a:lumMod val="60000"/>
                      <a:lumOff val="40000"/>
                    </a:schemeClr>
                  </a:solidFill>
                  <a:latin typeface="Times New Roman" panose="02020603050405020304" pitchFamily="18" charset="0"/>
                  <a:ea typeface="Tahoma" panose="020B0604030504040204" pitchFamily="34" charset="0"/>
                  <a:cs typeface="Times New Roman" panose="02020603050405020304" pitchFamily="18" charset="0"/>
                </a:endParaRPr>
              </a:p>
              <a:p>
                <a:endParaRPr lang="en-US" dirty="0">
                  <a:solidFill>
                    <a:schemeClr val="bg1">
                      <a:lumMod val="60000"/>
                      <a:lumOff val="40000"/>
                    </a:schemeClr>
                  </a:solidFill>
                  <a:latin typeface="Times New Roman" panose="02020603050405020304" pitchFamily="18" charset="0"/>
                  <a:ea typeface="Tahoma" panose="020B0604030504040204" pitchFamily="34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6" name="Rectangle: Rounded Corners 5">
                <a:extLst>
                  <a:ext uri="{FF2B5EF4-FFF2-40B4-BE49-F238E27FC236}">
                    <a16:creationId xmlns:a16="http://schemas.microsoft.com/office/drawing/2014/main" id="{47B58937-970E-88A6-D084-A3FA1EB1316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1800" y="1000125"/>
                <a:ext cx="6297114" cy="4062413"/>
              </a:xfrm>
              <a:prstGeom prst="roundRect">
                <a:avLst>
                  <a:gd name="adj" fmla="val 7199"/>
                </a:avLst>
              </a:prstGeom>
              <a:blipFill>
                <a:blip r:embed="rId3"/>
                <a:stretch>
                  <a:fillRect l="-2122"/>
                </a:stretch>
              </a:blipFill>
              <a:ln>
                <a:solidFill>
                  <a:schemeClr val="bg1">
                    <a:lumMod val="20000"/>
                    <a:lumOff val="80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: Rounded Corners 4">
                <a:extLst>
                  <a:ext uri="{FF2B5EF4-FFF2-40B4-BE49-F238E27FC236}">
                    <a16:creationId xmlns:a16="http://schemas.microsoft.com/office/drawing/2014/main" id="{25A471D6-F6E1-A6FE-9A57-B75E545AE61C}"/>
                  </a:ext>
                </a:extLst>
              </p:cNvPr>
              <p:cNvSpPr/>
              <p:nvPr/>
            </p:nvSpPr>
            <p:spPr>
              <a:xfrm>
                <a:off x="6753225" y="1000125"/>
                <a:ext cx="2205037" cy="4062413"/>
              </a:xfrm>
              <a:prstGeom prst="roundRect">
                <a:avLst/>
              </a:prstGeom>
              <a:noFill/>
              <a:ln>
                <a:solidFill>
                  <a:schemeClr val="bg1">
                    <a:lumMod val="20000"/>
                    <a:lumOff val="8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−</m:t>
                    </m:r>
                  </m:oMath>
                </a14:m>
                <a:r>
                  <a:rPr lang="en-US" i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percipitation</a:t>
                </a:r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−</m:t>
                    </m:r>
                  </m:oMath>
                </a14:m>
                <a:r>
                  <a:rPr lang="en-US" i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irrigation</a:t>
                </a:r>
              </a:p>
              <a:p>
                <a14:m>
                  <m:oMath xmlns:m="http://schemas.openxmlformats.org/officeDocument/2006/math"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𝑚</m:t>
                        </m:r>
                      </m:sup>
                    </m:sSubSup>
                    <m:r>
                      <a:rPr lang="en-US" b="0" i="1" smtClean="0">
                        <a:latin typeface="Cambria Math" panose="02040503050406030204" pitchFamily="18" charset="0"/>
                      </a:rPr>
                      <m:t>−</m:t>
                    </m:r>
                  </m:oMath>
                </a14:m>
                <a:r>
                  <a:rPr lang="en-US" i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number of lower elevation neighbors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𝑠𝑎𝑡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−</m:t>
                    </m:r>
                  </m:oMath>
                </a14:m>
                <a:r>
                  <a:rPr lang="en-US" i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saturation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5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−</m:t>
                    </m:r>
                  </m:oMath>
                </a14:m>
                <a:r>
                  <a:rPr lang="en-US" i="1" dirty="0">
                    <a:latin typeface="Times New Roman" panose="02020603050405020304" pitchFamily="18" charset="0"/>
                    <a:ea typeface="Tahoma" panose="020B0604030504040204" pitchFamily="34" charset="0"/>
                    <a:cs typeface="Times New Roman" panose="02020603050405020304" pitchFamily="18" charset="0"/>
                  </a:rPr>
                  <a:t> Root zone</a:t>
                </a:r>
                <a:endParaRPr lang="en-US" i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7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−</m:t>
                    </m:r>
                  </m:oMath>
                </a14:m>
                <a:r>
                  <a:rPr lang="en-US" i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Base temperature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9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−</m:t>
                    </m:r>
                  </m:oMath>
                </a14:m>
                <a:r>
                  <a:rPr lang="en-US" i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heat stress onset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10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−</m:t>
                    </m:r>
                  </m:oMath>
                </a14:m>
                <a:r>
                  <a:rPr lang="en-US" i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Extreme heat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14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−</m:t>
                    </m:r>
                  </m:oMath>
                </a14:m>
                <a:r>
                  <a:rPr lang="en-US" i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drought sensitivity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18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−</m:t>
                    </m:r>
                  </m:oMath>
                </a14:m>
                <a:r>
                  <a:rPr lang="en-US" i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maturity threshold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19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−</m:t>
                    </m:r>
                  </m:oMath>
                </a14:m>
                <a:r>
                  <a:rPr lang="en-US" i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maximum interception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20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−</m:t>
                    </m:r>
                  </m:oMath>
                </a14:m>
                <a:r>
                  <a:rPr lang="en-US" i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GDD at 50% interception</a:t>
                </a:r>
              </a:p>
            </p:txBody>
          </p:sp>
        </mc:Choice>
        <mc:Fallback xmlns="">
          <p:sp>
            <p:nvSpPr>
              <p:cNvPr id="5" name="Rectangle: Rounded Corners 4">
                <a:extLst>
                  <a:ext uri="{FF2B5EF4-FFF2-40B4-BE49-F238E27FC236}">
                    <a16:creationId xmlns:a16="http://schemas.microsoft.com/office/drawing/2014/main" id="{25A471D6-F6E1-A6FE-9A57-B75E545AE61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53225" y="1000125"/>
                <a:ext cx="2205037" cy="4062413"/>
              </a:xfrm>
              <a:prstGeom prst="roundRect">
                <a:avLst/>
              </a:prstGeom>
              <a:blipFill>
                <a:blip r:embed="rId4"/>
                <a:stretch>
                  <a:fillRect/>
                </a:stretch>
              </a:blipFill>
              <a:ln>
                <a:solidFill>
                  <a:schemeClr val="bg1">
                    <a:lumMod val="20000"/>
                    <a:lumOff val="80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202963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3BC669-625A-0BA9-34D0-6ED352DE3E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1E52C0F-A2DD-6F45-7C5A-BB112754CA4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Approaches</a:t>
            </a:r>
          </a:p>
        </p:txBody>
      </p:sp>
    </p:spTree>
    <p:extLst>
      <p:ext uri="{BB962C8B-B14F-4D97-AF65-F5344CB8AC3E}">
        <p14:creationId xmlns:p14="http://schemas.microsoft.com/office/powerpoint/2010/main" val="22085506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Where to see Vietnam's rice terraces | Vietnam Tourism">
            <a:extLst>
              <a:ext uri="{FF2B5EF4-FFF2-40B4-BE49-F238E27FC236}">
                <a16:creationId xmlns:a16="http://schemas.microsoft.com/office/drawing/2014/main" id="{5C20AC3C-8B9B-163F-1B3F-5098B5BCDD7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9144000" cy="5194270"/>
          </a:xfrm>
          <a:prstGeom prst="rect">
            <a:avLst/>
          </a:prstGeom>
          <a:solidFill>
            <a:schemeClr val="bg2">
              <a:alpha val="49000"/>
            </a:schemeClr>
          </a:solidFill>
          <a:ln>
            <a:noFill/>
          </a:ln>
        </p:spPr>
      </p:pic>
      <p:sp>
        <p:nvSpPr>
          <p:cNvPr id="2" name="Google Shape;160;p1">
            <a:extLst>
              <a:ext uri="{FF2B5EF4-FFF2-40B4-BE49-F238E27FC236}">
                <a16:creationId xmlns:a16="http://schemas.microsoft.com/office/drawing/2014/main" id="{0652E012-EDCA-23CD-9D1C-8107199B86CB}"/>
              </a:ext>
            </a:extLst>
          </p:cNvPr>
          <p:cNvSpPr/>
          <p:nvPr/>
        </p:nvSpPr>
        <p:spPr>
          <a:xfrm>
            <a:off x="1" y="0"/>
            <a:ext cx="9143999" cy="5194270"/>
          </a:xfrm>
          <a:prstGeom prst="rect">
            <a:avLst/>
          </a:prstGeom>
          <a:solidFill>
            <a:schemeClr val="bg2">
              <a:lumMod val="85000"/>
              <a:lumOff val="15000"/>
              <a:alpha val="69000"/>
            </a:schemeClr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" name="Google Shape;203;p8"/>
          <p:cNvSpPr txBox="1"/>
          <p:nvPr/>
        </p:nvSpPr>
        <p:spPr>
          <a:xfrm>
            <a:off x="355780" y="131147"/>
            <a:ext cx="48867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dirty="0">
                <a:solidFill>
                  <a:schemeClr val="lt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MPC Problem Statement</a:t>
            </a:r>
            <a:endParaRPr sz="3600" b="0" i="0" u="none" strike="noStrike" cap="none" dirty="0">
              <a:solidFill>
                <a:schemeClr val="lt2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05" name="Google Shape;205;p8"/>
          <p:cNvSpPr txBox="1"/>
          <p:nvPr/>
        </p:nvSpPr>
        <p:spPr>
          <a:xfrm>
            <a:off x="8633460" y="4800600"/>
            <a:ext cx="243840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4" name="Google Shape;204;p8"/>
          <p:cNvSpPr/>
          <p:nvPr/>
        </p:nvSpPr>
        <p:spPr>
          <a:xfrm>
            <a:off x="351341" y="833438"/>
            <a:ext cx="8441317" cy="4005262"/>
          </a:xfrm>
          <a:prstGeom prst="roundRect">
            <a:avLst>
              <a:gd name="adj" fmla="val 7829"/>
            </a:avLst>
          </a:prstGeom>
          <a:noFill/>
          <a:ln w="9525" cap="flat" cmpd="sng">
            <a:solidFill>
              <a:schemeClr val="bg1">
                <a:lumMod val="20000"/>
                <a:lumOff val="80000"/>
              </a:scheme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11"/>
          <p:cNvSpPr txBox="1"/>
          <p:nvPr/>
        </p:nvSpPr>
        <p:spPr>
          <a:xfrm>
            <a:off x="365760" y="333065"/>
            <a:ext cx="8368420" cy="52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>
              <a:buClr>
                <a:schemeClr val="lt1"/>
              </a:buClr>
              <a:buSzPts val="2667"/>
            </a:pPr>
            <a:r>
              <a:rPr lang="en-US" sz="3000" b="1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MPC Parameter Selection</a:t>
            </a:r>
          </a:p>
        </p:txBody>
      </p:sp>
      <p:sp>
        <p:nvSpPr>
          <p:cNvPr id="227" name="Google Shape;227;p11"/>
          <p:cNvSpPr txBox="1"/>
          <p:nvPr/>
        </p:nvSpPr>
        <p:spPr>
          <a:xfrm>
            <a:off x="8496300" y="4800600"/>
            <a:ext cx="381000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  <a:endParaRPr sz="1400" b="0" i="0" u="none" strike="noStrike" cap="non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p12"/>
          <p:cNvSpPr txBox="1"/>
          <p:nvPr/>
        </p:nvSpPr>
        <p:spPr>
          <a:xfrm>
            <a:off x="8496300" y="4800600"/>
            <a:ext cx="381000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  <a:endParaRPr sz="1400" b="0" i="0" u="none" strike="noStrike" cap="non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Google Shape;216;p10">
            <a:extLst>
              <a:ext uri="{FF2B5EF4-FFF2-40B4-BE49-F238E27FC236}">
                <a16:creationId xmlns:a16="http://schemas.microsoft.com/office/drawing/2014/main" id="{3B5AADBC-AAD5-7DD8-9E4F-BFEA3DF977D5}"/>
              </a:ext>
            </a:extLst>
          </p:cNvPr>
          <p:cNvSpPr txBox="1">
            <a:spLocks/>
          </p:cNvSpPr>
          <p:nvPr/>
        </p:nvSpPr>
        <p:spPr>
          <a:xfrm>
            <a:off x="402743" y="324208"/>
            <a:ext cx="6824663" cy="527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None/>
              <a:defRPr sz="36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Clr>
                <a:schemeClr val="lt1"/>
              </a:buClr>
              <a:buSzPts val="2667"/>
            </a:pPr>
            <a:r>
              <a:rPr lang="en-US" sz="300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Soft Actor-Critic RL Controller </a:t>
            </a:r>
            <a:endParaRPr lang="en-US" sz="3000" dirty="0">
              <a:solidFill>
                <a:srgbClr val="FFFFF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1">
          <a:extLst>
            <a:ext uri="{FF2B5EF4-FFF2-40B4-BE49-F238E27FC236}">
              <a16:creationId xmlns:a16="http://schemas.microsoft.com/office/drawing/2014/main" id="{8C2FB4D1-8BDA-9A35-59F3-C707AE6E94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12">
            <a:extLst>
              <a:ext uri="{FF2B5EF4-FFF2-40B4-BE49-F238E27FC236}">
                <a16:creationId xmlns:a16="http://schemas.microsoft.com/office/drawing/2014/main" id="{E8DF3163-B7B2-6D7E-8D15-5D74AAF720B8}"/>
              </a:ext>
            </a:extLst>
          </p:cNvPr>
          <p:cNvSpPr txBox="1"/>
          <p:nvPr/>
        </p:nvSpPr>
        <p:spPr>
          <a:xfrm>
            <a:off x="281940" y="310204"/>
            <a:ext cx="8511540" cy="52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>
              <a:buClr>
                <a:schemeClr val="lt1"/>
              </a:buClr>
              <a:buSzPts val="2667"/>
            </a:pPr>
            <a:r>
              <a:rPr lang="en-US" sz="3000" b="1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SAC Training Dynamics</a:t>
            </a:r>
            <a:endParaRPr sz="3000" b="1" i="0" u="none" strike="noStrike" cap="none" dirty="0">
              <a:solidFill>
                <a:srgbClr val="FFFFF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33" name="Google Shape;233;p12">
            <a:extLst>
              <a:ext uri="{FF2B5EF4-FFF2-40B4-BE49-F238E27FC236}">
                <a16:creationId xmlns:a16="http://schemas.microsoft.com/office/drawing/2014/main" id="{80F1708E-3EF5-98B7-DBCA-6F3252AD81BB}"/>
              </a:ext>
            </a:extLst>
          </p:cNvPr>
          <p:cNvSpPr txBox="1"/>
          <p:nvPr/>
        </p:nvSpPr>
        <p:spPr>
          <a:xfrm>
            <a:off x="8496300" y="4800600"/>
            <a:ext cx="381000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  <a:endParaRPr sz="1400" b="0" i="0" u="none" strike="noStrike" cap="non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1013241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18"/>
          <p:cNvSpPr txBox="1">
            <a:spLocks noGrp="1"/>
          </p:cNvSpPr>
          <p:nvPr>
            <p:ph type="title"/>
          </p:nvPr>
        </p:nvSpPr>
        <p:spPr>
          <a:xfrm>
            <a:off x="457200" y="306434"/>
            <a:ext cx="6824382" cy="8737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88888"/>
              <a:buFont typeface="Arial"/>
              <a:buNone/>
            </a:pPr>
            <a:r>
              <a:rPr lang="en-US" sz="3000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Comparative Results: Yield and Water Use </a:t>
            </a:r>
            <a:endParaRPr sz="3000" dirty="0">
              <a:solidFill>
                <a:srgbClr val="FFFFFF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39" name="Google Shape;239;p18"/>
          <p:cNvSpPr txBox="1"/>
          <p:nvPr/>
        </p:nvSpPr>
        <p:spPr>
          <a:xfrm>
            <a:off x="8496300" y="4800600"/>
            <a:ext cx="381000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  <a:endParaRPr sz="1400" b="0" i="0" u="none" strike="noStrike" cap="non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237">
          <a:extLst>
            <a:ext uri="{FF2B5EF4-FFF2-40B4-BE49-F238E27FC236}">
              <a16:creationId xmlns:a16="http://schemas.microsoft.com/office/drawing/2014/main" id="{E486BA78-BD38-BB63-7F81-FA2FEABF1F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18">
            <a:extLst>
              <a:ext uri="{FF2B5EF4-FFF2-40B4-BE49-F238E27FC236}">
                <a16:creationId xmlns:a16="http://schemas.microsoft.com/office/drawing/2014/main" id="{3C8C8698-FE62-D86D-11FF-2C7F6D0A152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7200" y="306435"/>
            <a:ext cx="6824382" cy="9503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88888"/>
              <a:buFont typeface="Arial"/>
              <a:buNone/>
            </a:pPr>
            <a:r>
              <a:rPr lang="en-US" sz="3000" dirty="0">
                <a:solidFill>
                  <a:srgbClr val="FFFFFF"/>
                </a:solidFill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Comparative Results: Computational Cost and Robustness to Noise </a:t>
            </a:r>
            <a:endParaRPr sz="3000" dirty="0">
              <a:solidFill>
                <a:srgbClr val="FFFFFF"/>
              </a:solidFill>
              <a:latin typeface="Times New Roman" panose="02020603050405020304" pitchFamily="18" charset="0"/>
              <a:ea typeface="Tahom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239" name="Google Shape;239;p18">
            <a:extLst>
              <a:ext uri="{FF2B5EF4-FFF2-40B4-BE49-F238E27FC236}">
                <a16:creationId xmlns:a16="http://schemas.microsoft.com/office/drawing/2014/main" id="{A2703554-C981-A8FF-6D1F-4E92FCA69AAD}"/>
              </a:ext>
            </a:extLst>
          </p:cNvPr>
          <p:cNvSpPr txBox="1"/>
          <p:nvPr/>
        </p:nvSpPr>
        <p:spPr>
          <a:xfrm>
            <a:off x="8496300" y="4800600"/>
            <a:ext cx="381000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  <a:endParaRPr sz="1400" b="0" i="0" u="none" strike="noStrike" cap="non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9056243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4"/>
          <p:cNvSpPr txBox="1">
            <a:spLocks noGrp="1"/>
          </p:cNvSpPr>
          <p:nvPr>
            <p:ph type="title"/>
          </p:nvPr>
        </p:nvSpPr>
        <p:spPr>
          <a:xfrm>
            <a:off x="193412" y="268335"/>
            <a:ext cx="6824382" cy="5272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r>
              <a:rPr lang="en-US" sz="3000">
                <a:solidFill>
                  <a:schemeClr val="lt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Conclusion</a:t>
            </a:r>
            <a:endParaRPr sz="3000">
              <a:solidFill>
                <a:schemeClr val="lt2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52" name="Google Shape;252;p24"/>
          <p:cNvSpPr txBox="1"/>
          <p:nvPr/>
        </p:nvSpPr>
        <p:spPr>
          <a:xfrm>
            <a:off x="8496300" y="4800600"/>
            <a:ext cx="381000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  <a:endParaRPr sz="1400" b="0" i="0" u="none" strike="noStrike" cap="non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3" name="Google Shape;253;p24"/>
          <p:cNvSpPr txBox="1"/>
          <p:nvPr/>
        </p:nvSpPr>
        <p:spPr>
          <a:xfrm>
            <a:off x="316300" y="1192213"/>
            <a:ext cx="8234100" cy="321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marR="0" lvl="0" indent="-35560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EFEFEF"/>
              </a:buClr>
              <a:buSzPts val="2000"/>
              <a:buFont typeface="Times New Roman"/>
              <a:buChar char="➢"/>
            </a:pPr>
            <a:r>
              <a:rPr lang="en-US" sz="2000" dirty="0">
                <a:solidFill>
                  <a:srgbClr val="EFEFE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g</a:t>
            </a:r>
            <a:endParaRPr sz="2000" b="0" i="0" u="none" strike="noStrike" cap="none" dirty="0">
              <a:solidFill>
                <a:srgbClr val="EFEFE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marR="0" lvl="0" indent="-35560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EFEFEF"/>
              </a:buClr>
              <a:buSzPts val="2000"/>
              <a:buFont typeface="Times New Roman"/>
              <a:buChar char="➢"/>
            </a:pPr>
            <a:r>
              <a:rPr lang="en-US" sz="2000" b="0" i="0" u="none" strike="noStrike" cap="none" dirty="0">
                <a:solidFill>
                  <a:srgbClr val="EFEFE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g</a:t>
            </a:r>
            <a:endParaRPr sz="2000" b="0" i="0" u="none" strike="noStrike" cap="none" dirty="0">
              <a:solidFill>
                <a:srgbClr val="EFEFE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marR="0" lvl="0" indent="-35560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EFEFEF"/>
              </a:buClr>
              <a:buSzPts val="2000"/>
              <a:buFont typeface="Times New Roman"/>
              <a:buChar char="➢"/>
            </a:pPr>
            <a:endParaRPr sz="2000" b="0" i="0" u="none" strike="noStrike" cap="none" dirty="0">
              <a:solidFill>
                <a:srgbClr val="EFEFE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"/>
          <p:cNvSpPr txBox="1">
            <a:spLocks noGrp="1"/>
          </p:cNvSpPr>
          <p:nvPr>
            <p:ph type="title" idx="4294967295"/>
          </p:nvPr>
        </p:nvSpPr>
        <p:spPr>
          <a:xfrm>
            <a:off x="457200" y="1947757"/>
            <a:ext cx="8229600" cy="124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Arial"/>
              <a:buNone/>
            </a:pPr>
            <a:r>
              <a:rPr lang="en-US" sz="370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THANK YOU</a:t>
            </a:r>
            <a:br>
              <a:rPr lang="en-US" sz="370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en-US" sz="370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FOR YOUR TIME!</a:t>
            </a:r>
            <a:endParaRPr sz="2900">
              <a:solidFill>
                <a:srgbClr val="FFFFF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59" name="Google Shape;259;p25"/>
          <p:cNvSpPr txBox="1"/>
          <p:nvPr/>
        </p:nvSpPr>
        <p:spPr>
          <a:xfrm>
            <a:off x="3087150" y="4439175"/>
            <a:ext cx="29697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taratorbati@yahoo.com</a:t>
            </a:r>
            <a:endParaRPr sz="1800" b="0" i="0" u="none" strike="noStrike" cap="non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0" name="Google Shape;260;p25"/>
          <p:cNvSpPr txBox="1"/>
          <p:nvPr/>
        </p:nvSpPr>
        <p:spPr>
          <a:xfrm>
            <a:off x="8496300" y="4800600"/>
            <a:ext cx="381000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14</a:t>
            </a:r>
            <a:endParaRPr sz="1400" b="0" i="0" u="none" strike="noStrike" cap="non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ITMO">
  <a:themeElements>
    <a:clrScheme name="Другая 1">
      <a:dk1>
        <a:srgbClr val="146E78"/>
      </a:dk1>
      <a:lt1>
        <a:srgbClr val="B2D0D0"/>
      </a:lt1>
      <a:dk2>
        <a:srgbClr val="000000"/>
      </a:dk2>
      <a:lt2>
        <a:srgbClr val="F8F8F8"/>
      </a:lt2>
      <a:accent1>
        <a:srgbClr val="146E78"/>
      </a:accent1>
      <a:accent2>
        <a:srgbClr val="B2B2B2"/>
      </a:accent2>
      <a:accent3>
        <a:srgbClr val="969696"/>
      </a:accent3>
      <a:accent4>
        <a:srgbClr val="808080"/>
      </a:accent4>
      <a:accent5>
        <a:srgbClr val="5F5F5F"/>
      </a:accent5>
      <a:accent6>
        <a:srgbClr val="4D4D4D"/>
      </a:accent6>
      <a:hlink>
        <a:srgbClr val="5F5F5F"/>
      </a:hlink>
      <a:folHlink>
        <a:srgbClr val="919191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2748</TotalTime>
  <Words>533</Words>
  <Application>Microsoft Office PowerPoint</Application>
  <PresentationFormat>On-screen Show (16:9)</PresentationFormat>
  <Paragraphs>95</Paragraphs>
  <Slides>16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0" baseType="lpstr">
      <vt:lpstr>Arial</vt:lpstr>
      <vt:lpstr>Cambria Math</vt:lpstr>
      <vt:lpstr>Times New Roman</vt:lpstr>
      <vt:lpstr>ITMO</vt:lpstr>
      <vt:lpstr>Modern Control Methods in Agricultural Irrigation</vt:lpstr>
      <vt:lpstr>Motivation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Comparative Results: Yield and Water Use </vt:lpstr>
      <vt:lpstr>Comparative Results: Computational Cost and Robustness to Noise </vt:lpstr>
      <vt:lpstr>Conclusion</vt:lpstr>
      <vt:lpstr>THANK YOU FOR YOUR TIME!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Tara Torbati</dc:creator>
  <cp:lastModifiedBy>Tara Torbati</cp:lastModifiedBy>
  <cp:revision>8</cp:revision>
  <dcterms:modified xsi:type="dcterms:W3CDTF">2026-06-13T12:18:00Z</dcterms:modified>
</cp:coreProperties>
</file>